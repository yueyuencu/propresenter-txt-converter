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418" r:id="rId2"/>
    <p:sldId id="25419" r:id="rId3"/>
    <p:sldId id="2542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1" autoAdjust="0"/>
    <p:restoredTop sz="92287" autoAdjust="0"/>
  </p:normalViewPr>
  <p:slideViewPr>
    <p:cSldViewPr>
      <p:cViewPr varScale="1">
        <p:scale>
          <a:sx n="146" d="100"/>
          <a:sy n="146" d="100"/>
        </p:scale>
        <p:origin x="168" y="4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2025/8/2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96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179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35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42450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上帝是我天父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231183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上帝是我天父，我天父，我天父，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上帝是我天父，祂照顧我。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5354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42450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上帝是我天父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231183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耶穌是我救主，我救主，我救主，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耶穌是我救主，祂贖回我。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8086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42450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上帝是我天父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231183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聖神是我導師，我導師，我導師，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聖神是我導師，祂教示我。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1771341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20660</TotalTime>
  <Words>115</Words>
  <Application>Microsoft Macintosh PowerPoint</Application>
  <PresentationFormat>如螢幕大小 (16:9)</PresentationFormat>
  <Paragraphs>18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2025-08-02T11:28:09Z</dcterms:modified>
</cp:coreProperties>
</file>