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253" r:id="rId2"/>
    <p:sldId id="25254" r:id="rId3"/>
    <p:sldId id="25255" r:id="rId4"/>
    <p:sldId id="25256" r:id="rId5"/>
    <p:sldId id="25257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61" autoAdjust="0"/>
    <p:restoredTop sz="92333" autoAdjust="0"/>
  </p:normalViewPr>
  <p:slideViewPr>
    <p:cSldViewPr>
      <p:cViewPr varScale="1">
        <p:scale>
          <a:sx n="129" d="100"/>
          <a:sy n="129" d="100"/>
        </p:scale>
        <p:origin x="1144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758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706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741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087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45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233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9882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067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8293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37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51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9088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319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70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07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13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232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懇求聖神降臨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52908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懇求聖神降臨，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佇阮逐人的心；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無所不能、至光至明，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賞賜恩典極深。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2834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懇求聖神降臨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52908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懇求聖神教示，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互阮信趁道理；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醒悟知罪，憂悶反悔，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來靠耶穌的義。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4718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懇求聖神降臨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52908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懇求聖神責督，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幫助阮心降服；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常常歡喜上帝聖旨，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怨恨攏總罪惡。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6868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懇求聖神降臨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52908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懇求聖神照顧，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互阮日日進步；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所講言語、所行的事，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逐項照主法度。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132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懇求聖神降臨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52908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懇求聖神安慰，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日日加添恩惠；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互阮安然經過試煉，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佇天及主做堆。阿們。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475656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2295699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20728</TotalTime>
  <Words>195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4716</cp:revision>
  <dcterms:created xsi:type="dcterms:W3CDTF">2009-02-27T08:32:01Z</dcterms:created>
  <dcterms:modified xsi:type="dcterms:W3CDTF">2024-05-24T14:58:51Z</dcterms:modified>
</cp:coreProperties>
</file>