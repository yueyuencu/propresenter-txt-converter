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8"/>
  </p:notesMasterIdLst>
  <p:sldIdLst>
    <p:sldId id="26581" r:id="rId2"/>
    <p:sldId id="26582" r:id="rId3"/>
    <p:sldId id="26583" r:id="rId4"/>
    <p:sldId id="26584" r:id="rId5"/>
    <p:sldId id="26585" r:id="rId6"/>
    <p:sldId id="26586" r:id="rId7"/>
  </p:sldIdLst>
  <p:sldSz cx="9144000" cy="5143500" type="screen16x9"/>
  <p:notesSz cx="6858000" cy="9144000"/>
  <p:defaultTextStyle>
    <a:defPPr>
      <a:defRPr lang="zh-TW"/>
    </a:defPPr>
    <a:lvl1pPr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  <a:srgbClr val="2A0BE5"/>
    <a:srgbClr val="E1F0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BC89EF96-8CEA-46FF-86C4-4CE0E7609802}" styleName="淺色樣式 3 - 輔色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796" autoAdjust="0"/>
    <p:restoredTop sz="92277" autoAdjust="0"/>
  </p:normalViewPr>
  <p:slideViewPr>
    <p:cSldViewPr>
      <p:cViewPr varScale="1">
        <p:scale>
          <a:sx n="161" d="100"/>
          <a:sy n="161" d="100"/>
        </p:scale>
        <p:origin x="832" y="184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0233FD01-ACF8-453F-B737-7E69A0F27419}" type="datetimeFigureOut">
              <a:rPr lang="zh-TW" altLang="en-US"/>
              <a:pPr>
                <a:defRPr/>
              </a:pPr>
              <a:t>2025/1/27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TW" altLang="en-US" noProof="0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noProof="0"/>
              <a:t>按一下以編輯母片文字樣式</a:t>
            </a:r>
          </a:p>
          <a:p>
            <a:pPr lvl="1"/>
            <a:r>
              <a:rPr lang="zh-TW" altLang="en-US" noProof="0"/>
              <a:t>第二層</a:t>
            </a:r>
          </a:p>
          <a:p>
            <a:pPr lvl="2"/>
            <a:r>
              <a:rPr lang="zh-TW" altLang="en-US" noProof="0"/>
              <a:t>第三層</a:t>
            </a:r>
          </a:p>
          <a:p>
            <a:pPr lvl="3"/>
            <a:r>
              <a:rPr lang="zh-TW" altLang="en-US" noProof="0"/>
              <a:t>第四層</a:t>
            </a:r>
          </a:p>
          <a:p>
            <a:pPr lvl="4"/>
            <a:r>
              <a:rPr lang="zh-TW" altLang="en-US" noProof="0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E6BF0377-E0CE-4715-B087-6F941D41B5A6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4516997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6506107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5253345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4664644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9347750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0514021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635328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1597820"/>
            <a:ext cx="7772400" cy="1102519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1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13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3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FD6925-9F58-41AA-9AB6-ACD7B407D68C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2025/1/27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442B62-15E4-4E1A-8035-07F52F965FE4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22386194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E6AD438-11DF-4D67-8933-CA78395B3322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2025/1/27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50D8BD-0419-4FA4-A9B7-15C2CFF7DDC7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30464110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189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37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132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6392F3-52D6-4DA7-8496-983FDDC54B0F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2025/1/27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D1D5EE-2836-4F29-9865-FDFB933EBCDB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6012681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163BCE6-DC44-4E8B-8030-9F5FD6B2C565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2025/1/27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AF8B61-5203-46E7-BAA9-8D7839727F34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14502179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8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2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7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8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2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7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8B8463E-D43C-4444-8471-FD7402E587EB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2025/1/27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8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9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27EF84F-5ECE-40B6-ABEE-589D7F3C8D80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10439121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92E5FE8-8589-40E4-B1F2-801D7017C5A8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2025/1/27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4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9C91898-1799-4A80-A7EE-4415C56E1531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17565492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00CD09C-FCD7-4B55-8F1B-0C81F448CDB8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2025/1/27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3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4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0BB4B85-9F3E-402A-9A40-377DB8A36399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42588849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2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04789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2" y="1076327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8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2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1FEEF5-C400-4201-AC96-68E8229BCB3D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2025/1/27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C46252-F71E-4330-91D4-FF1D9478F752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20132488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3600451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8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2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pPr lvl="0"/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4025504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8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2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B79C71-7450-4422-B54D-0B5A3B85E3DB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2025/1/27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BFB73A-6D90-41B8-B637-B8ABE1B1F398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15492934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9AB8A9-CBBB-4D32-ADB8-153F592BCAA6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2025/1/27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341BF05-86F7-4D23-8E93-D4FCBF25D228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2879274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05980"/>
            <a:ext cx="2057400" cy="4388644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05980"/>
            <a:ext cx="6019800" cy="4388644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D6492E-A820-4D39-8401-6D2579745560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2025/1/27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D2DBB9F-C35E-44E7-A430-034A38C2537B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28259808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標題版面配置區 1"/>
          <p:cNvSpPr>
            <a:spLocks noGrp="1"/>
          </p:cNvSpPr>
          <p:nvPr>
            <p:ph type="title"/>
          </p:nvPr>
        </p:nvSpPr>
        <p:spPr bwMode="auto">
          <a:xfrm>
            <a:off x="457200" y="205979"/>
            <a:ext cx="8229600" cy="857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按一下以編輯母片標題樣式</a:t>
            </a:r>
          </a:p>
        </p:txBody>
      </p:sp>
      <p:sp>
        <p:nvSpPr>
          <p:cNvPr id="1027" name="文字版面配置區 2"/>
          <p:cNvSpPr>
            <a:spLocks noGrp="1"/>
          </p:cNvSpPr>
          <p:nvPr>
            <p:ph type="body" idx="1"/>
          </p:nvPr>
        </p:nvSpPr>
        <p:spPr bwMode="auto">
          <a:xfrm>
            <a:off x="457200" y="1200151"/>
            <a:ext cx="8229600" cy="33944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F835F76A-5755-4E26-99A6-24091687E66C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2025/1/27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8AD06E77-596F-45FF-8BBB-2041D584E184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22665979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5pPr>
      <a:lvl6pPr marL="457189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6pPr>
      <a:lvl7pPr marL="914378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7pPr>
      <a:lvl8pPr marL="1371566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8pPr>
      <a:lvl9pPr marL="1828754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9pPr>
    </p:titleStyle>
    <p:bodyStyle>
      <a:lvl1pPr marL="342892" indent="-342892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31" indent="-285743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2" indent="-228594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8" indent="-228594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5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8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2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1727684" y="339502"/>
            <a:ext cx="5076564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1727684" y="339502"/>
            <a:ext cx="507656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zh-TW" altLang="en-US" sz="44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今咱大家來吟詩</a:t>
            </a:r>
            <a:endParaRPr kumimoji="1" lang="zh-TW" altLang="en-US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全宋體-2"/>
              <a:cs typeface="+mn-cs"/>
            </a:endParaRP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29EA6C0C-6EAE-9D4D-8976-29875E0FC830}"/>
              </a:ext>
            </a:extLst>
          </p:cNvPr>
          <p:cNvSpPr txBox="1"/>
          <p:nvPr/>
        </p:nvSpPr>
        <p:spPr>
          <a:xfrm>
            <a:off x="467544" y="714687"/>
            <a:ext cx="93610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4000" b="1" dirty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</a:t>
            </a:r>
            <a:r>
              <a:rPr kumimoji="1" lang="en-US" altLang="zh-TW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.</a:t>
            </a:r>
            <a:endParaRPr kumimoji="1" lang="zh-TW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9" name="副標題 6">
            <a:extLst>
              <a:ext uri="{FF2B5EF4-FFF2-40B4-BE49-F238E27FC236}">
                <a16:creationId xmlns:a16="http://schemas.microsoft.com/office/drawing/2014/main" id="{9C527006-0B78-1D49-9EA1-94A5EE69538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421863"/>
            <a:ext cx="9144000" cy="3168352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今咱大家來吟詩，感謝上帝過新年；</a:t>
            </a:r>
            <a:endParaRPr lang="en-US" altLang="zh-TW" sz="4000" b="1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世間日子真快過，</a:t>
            </a:r>
            <a:endParaRPr lang="en-US" altLang="zh-TW" sz="40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緊行天路著及時，緊行天路著及時。</a:t>
            </a:r>
          </a:p>
          <a:p>
            <a:pPr algn="r">
              <a:spcBef>
                <a:spcPts val="1200"/>
              </a:spcBef>
            </a:pP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zh-TW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5</a:t>
            </a: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/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6</a:t>
            </a: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82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36989473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1727684" y="339502"/>
            <a:ext cx="5076564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1727684" y="339502"/>
            <a:ext cx="507656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zh-TW" altLang="en-US" sz="44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今咱大家來吟詩</a:t>
            </a:r>
            <a:endParaRPr kumimoji="1" lang="zh-TW" altLang="en-US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全宋體-2"/>
              <a:cs typeface="+mn-cs"/>
            </a:endParaRP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29EA6C0C-6EAE-9D4D-8976-29875E0FC830}"/>
              </a:ext>
            </a:extLst>
          </p:cNvPr>
          <p:cNvSpPr txBox="1"/>
          <p:nvPr/>
        </p:nvSpPr>
        <p:spPr>
          <a:xfrm>
            <a:off x="467544" y="714687"/>
            <a:ext cx="93610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2.</a:t>
            </a:r>
            <a:endParaRPr kumimoji="1" lang="zh-TW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8" name="副標題 6">
            <a:extLst>
              <a:ext uri="{FF2B5EF4-FFF2-40B4-BE49-F238E27FC236}">
                <a16:creationId xmlns:a16="http://schemas.microsoft.com/office/drawing/2014/main" id="{4E86E5B9-8141-084E-AF21-D0BD26506C8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422573"/>
            <a:ext cx="9144000" cy="3168352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何況性命無定著，若賊趇我佇暗暝；</a:t>
            </a:r>
            <a:endParaRPr lang="en-US" altLang="zh-TW" sz="4000" b="1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緊行天路莫延遲，</a:t>
            </a:r>
            <a:endParaRPr lang="en-US" altLang="zh-TW" sz="40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向前直到主身邊，向前直到主身邊。</a:t>
            </a:r>
          </a:p>
          <a:p>
            <a:pPr algn="r">
              <a:spcBef>
                <a:spcPts val="1200"/>
              </a:spcBef>
            </a:pP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zh-TW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5</a:t>
            </a: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/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6</a:t>
            </a: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82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37613915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1727684" y="339502"/>
            <a:ext cx="5076564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1727684" y="339502"/>
            <a:ext cx="507656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zh-TW" altLang="en-US" sz="44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今咱大家來吟詩</a:t>
            </a:r>
            <a:endParaRPr kumimoji="1" lang="zh-TW" altLang="en-US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全宋體-2"/>
              <a:cs typeface="+mn-cs"/>
            </a:endParaRP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29EA6C0C-6EAE-9D4D-8976-29875E0FC830}"/>
              </a:ext>
            </a:extLst>
          </p:cNvPr>
          <p:cNvSpPr txBox="1"/>
          <p:nvPr/>
        </p:nvSpPr>
        <p:spPr>
          <a:xfrm>
            <a:off x="467544" y="714687"/>
            <a:ext cx="93610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4000" b="1" dirty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</a:t>
            </a:r>
            <a:r>
              <a:rPr kumimoji="1" lang="en-US" altLang="zh-TW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.</a:t>
            </a:r>
            <a:endParaRPr kumimoji="1" lang="zh-TW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9" name="副標題 6">
            <a:extLst>
              <a:ext uri="{FF2B5EF4-FFF2-40B4-BE49-F238E27FC236}">
                <a16:creationId xmlns:a16="http://schemas.microsoft.com/office/drawing/2014/main" id="{F6E448D8-D9A1-8547-80BE-D104F5488AB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422573"/>
            <a:ext cx="9144000" cy="3168352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人</a:t>
            </a:r>
            <a:r>
              <a:rPr lang="zh-TW" altLang="en-US" sz="39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𫢶</a:t>
            </a: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世間若眠夢，功名富貴攏空空，</a:t>
            </a:r>
            <a:endParaRPr lang="en-US" altLang="zh-TW" sz="4000" b="1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啥時才是做細子，</a:t>
            </a:r>
            <a:endParaRPr lang="en-US" altLang="zh-TW" sz="40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一目</a:t>
            </a:r>
            <a:r>
              <a:rPr lang="zh-TW" altLang="en-US" sz="39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𥍉</a:t>
            </a: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久變老人，一目</a:t>
            </a:r>
            <a:r>
              <a:rPr lang="zh-TW" altLang="en-US" sz="39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𥍉</a:t>
            </a: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久變老人。</a:t>
            </a:r>
          </a:p>
          <a:p>
            <a:pPr algn="r">
              <a:spcBef>
                <a:spcPts val="1200"/>
              </a:spcBef>
            </a:pP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zh-TW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5</a:t>
            </a: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/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6</a:t>
            </a: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82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3264371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1727684" y="339502"/>
            <a:ext cx="5076564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1727684" y="339502"/>
            <a:ext cx="507656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zh-TW" altLang="en-US" sz="44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今咱大家來吟詩</a:t>
            </a:r>
            <a:endParaRPr kumimoji="1" lang="zh-TW" altLang="en-US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全宋體-2"/>
              <a:cs typeface="+mn-cs"/>
            </a:endParaRP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29EA6C0C-6EAE-9D4D-8976-29875E0FC830}"/>
              </a:ext>
            </a:extLst>
          </p:cNvPr>
          <p:cNvSpPr txBox="1"/>
          <p:nvPr/>
        </p:nvSpPr>
        <p:spPr>
          <a:xfrm>
            <a:off x="467544" y="714687"/>
            <a:ext cx="93610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4.</a:t>
            </a:r>
            <a:endParaRPr kumimoji="1" lang="zh-TW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8" name="副標題 6">
            <a:extLst>
              <a:ext uri="{FF2B5EF4-FFF2-40B4-BE49-F238E27FC236}">
                <a16:creationId xmlns:a16="http://schemas.microsoft.com/office/drawing/2014/main" id="{95C8F276-1473-9F46-95C1-52654EFC32B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422573"/>
            <a:ext cx="9144000" cy="3168352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一代過了又一代，親像草木冬過冬；</a:t>
            </a:r>
            <a:endParaRPr lang="en-US" altLang="zh-TW" sz="4000" b="1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緊行天路莫延遲，</a:t>
            </a:r>
            <a:endParaRPr lang="en-US" altLang="zh-TW" sz="40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日日致意主的工，日日致意主的工。</a:t>
            </a:r>
          </a:p>
          <a:p>
            <a:pPr algn="r">
              <a:spcBef>
                <a:spcPts val="1200"/>
              </a:spcBef>
            </a:pP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zh-TW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5</a:t>
            </a: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/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6</a:t>
            </a: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82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1299453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1727684" y="339502"/>
            <a:ext cx="5076564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1727684" y="339502"/>
            <a:ext cx="507656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zh-TW" altLang="en-US" sz="44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今咱大家來吟詩</a:t>
            </a:r>
            <a:endParaRPr kumimoji="1" lang="zh-TW" altLang="en-US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全宋體-2"/>
              <a:cs typeface="+mn-cs"/>
            </a:endParaRP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29EA6C0C-6EAE-9D4D-8976-29875E0FC830}"/>
              </a:ext>
            </a:extLst>
          </p:cNvPr>
          <p:cNvSpPr txBox="1"/>
          <p:nvPr/>
        </p:nvSpPr>
        <p:spPr>
          <a:xfrm>
            <a:off x="467544" y="714687"/>
            <a:ext cx="93610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4000" b="1" dirty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5</a:t>
            </a:r>
            <a:r>
              <a:rPr kumimoji="1" lang="en-US" altLang="zh-TW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.</a:t>
            </a:r>
            <a:endParaRPr kumimoji="1" lang="zh-TW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9" name="副標題 6">
            <a:extLst>
              <a:ext uri="{FF2B5EF4-FFF2-40B4-BE49-F238E27FC236}">
                <a16:creationId xmlns:a16="http://schemas.microsoft.com/office/drawing/2014/main" id="{32931297-11A3-D74F-A342-622EFBD12F4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422573"/>
            <a:ext cx="9144000" cy="3168352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新春萬物攏換新，求主也換我心神；</a:t>
            </a:r>
            <a:endParaRPr lang="en-US" altLang="zh-TW" sz="4000" b="1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今年逐項所著做，</a:t>
            </a:r>
            <a:endParaRPr lang="en-US" altLang="zh-TW" sz="40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求主互我照準繩，求主互我照準繩。</a:t>
            </a:r>
          </a:p>
          <a:p>
            <a:pPr algn="r">
              <a:spcBef>
                <a:spcPts val="1200"/>
              </a:spcBef>
            </a:pP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zh-TW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5</a:t>
            </a: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5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/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6</a:t>
            </a: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82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10429496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1727684" y="339502"/>
            <a:ext cx="5076564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1727684" y="339502"/>
            <a:ext cx="507656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zh-TW" altLang="en-US" sz="44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今咱大家來吟詩</a:t>
            </a:r>
            <a:endParaRPr kumimoji="1" lang="zh-TW" altLang="en-US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全宋體-2"/>
              <a:cs typeface="+mn-cs"/>
            </a:endParaRP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29EA6C0C-6EAE-9D4D-8976-29875E0FC830}"/>
              </a:ext>
            </a:extLst>
          </p:cNvPr>
          <p:cNvSpPr txBox="1"/>
          <p:nvPr/>
        </p:nvSpPr>
        <p:spPr>
          <a:xfrm>
            <a:off x="467544" y="714687"/>
            <a:ext cx="93610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6.</a:t>
            </a:r>
            <a:endParaRPr kumimoji="1" lang="zh-TW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8" name="副標題 6">
            <a:extLst>
              <a:ext uri="{FF2B5EF4-FFF2-40B4-BE49-F238E27FC236}">
                <a16:creationId xmlns:a16="http://schemas.microsoft.com/office/drawing/2014/main" id="{A9CF892F-D941-A74D-9246-A42738C514E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422573"/>
            <a:ext cx="9144000" cy="3168352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福音真理大進步，日日靠主堅固信；</a:t>
            </a:r>
            <a:endParaRPr lang="en-US" altLang="zh-TW" sz="4000" b="1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緊行天路莫延遲，</a:t>
            </a:r>
            <a:endParaRPr lang="en-US" altLang="zh-TW" sz="40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言語品行換做新，言語品行換做新。</a:t>
            </a:r>
          </a:p>
          <a:p>
            <a:pPr algn="r">
              <a:spcBef>
                <a:spcPts val="1200"/>
              </a:spcBef>
            </a:pP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zh-TW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5</a:t>
            </a: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6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/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6</a:t>
            </a: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82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4128100175"/>
      </p:ext>
    </p:extLst>
  </p:cSld>
  <p:clrMapOvr>
    <a:masterClrMapping/>
  </p:clrMapOvr>
</p:sld>
</file>

<file path=ppt/theme/theme1.xml><?xml version="1.0" encoding="utf-8"?>
<a:theme xmlns:a="http://schemas.openxmlformats.org/drawingml/2006/main" name="6_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20644</TotalTime>
  <Words>290</Words>
  <Application>Microsoft Macintosh PowerPoint</Application>
  <PresentationFormat>如螢幕大小 (16:9)</PresentationFormat>
  <Paragraphs>42</Paragraphs>
  <Slides>6</Slides>
  <Notes>6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6</vt:i4>
      </vt:variant>
    </vt:vector>
  </HeadingPairs>
  <TitlesOfParts>
    <vt:vector size="12" baseType="lpstr">
      <vt:lpstr>全宋體-2</vt:lpstr>
      <vt:lpstr>微軟正黑體</vt:lpstr>
      <vt:lpstr>新細明體</vt:lpstr>
      <vt:lpstr>Arial</vt:lpstr>
      <vt:lpstr>Calibri</vt:lpstr>
      <vt:lpstr>6_Office 佈景主題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投影片 1</dc:title>
  <dc:creator>Church</dc:creator>
  <cp:lastModifiedBy>Microsoft Office User</cp:lastModifiedBy>
  <cp:revision>4702</cp:revision>
  <dcterms:created xsi:type="dcterms:W3CDTF">2009-02-27T08:32:01Z</dcterms:created>
  <dcterms:modified xsi:type="dcterms:W3CDTF">2025-01-27T11:44:08Z</dcterms:modified>
</cp:coreProperties>
</file>