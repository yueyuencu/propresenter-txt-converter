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9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24/1/13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366507"/>
            <a:ext cx="9114119" cy="374441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至好朋友就是耶穌，擔當罪過及煩惱，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真正咱有大大福氣，萬事攏通對祂討；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心肝常常失落平安，沓沓掛慮艱苦事，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這是對咱未有深信，未有放心交託主。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01319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366507"/>
            <a:ext cx="9114119" cy="374441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豈採抵著憂悶試煉，抑是甚麼大煩惱，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的確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通常常失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志，著將逐項來祈禱；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豈有朋友到即盡忠，甘願體貼萬災禍，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耶穌知咱心的軟弱，將這苦事來祈禱。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53312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366507"/>
            <a:ext cx="9114119" cy="374441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設使厭懶攏無氣力，親像擔擔欲跋倒，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至大救主咱通親近，萬事攏通對祂討；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朋友若有看輕厭賤，通將這事來祈禱，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主會用手遮截保護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，心通安然免煩惱。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785388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108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2024-01-13T12:02:21Z</dcterms:modified>
</cp:coreProperties>
</file>