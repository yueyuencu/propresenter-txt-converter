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5292" r:id="rId2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2024/6/21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9730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2024/6/21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744340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2024/6/21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675237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2024/6/21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45447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2024/6/21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535586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2024/6/21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472521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2024/6/21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635670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2024/6/21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3748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2024/6/21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482233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2024/6/21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98589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2024/6/21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59905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2024/6/21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77395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14" tIns="45707" rIns="91414" bIns="45707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4"/>
            <a:ext cx="8229600" cy="3394472"/>
          </a:xfrm>
          <a:prstGeom prst="rect">
            <a:avLst/>
          </a:prstGeom>
        </p:spPr>
        <p:txBody>
          <a:bodyPr vert="horz" lIns="91414" tIns="45707" rIns="91414" bIns="45707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79A1A98-A4E7-4F22-B6A0-1F12C5F135FA}" type="datetimeFigureOut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2024/6/21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5823173-8EDA-4B7D-BB8D-E543550488CE}" type="slidenum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003676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08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76" indent="-342776" algn="l" defTabSz="91408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defTabSz="91408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defTabSz="91408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defTabSz="91408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8606292" cy="3384376"/>
          </a:xfrm>
        </p:spPr>
        <p:txBody>
          <a:bodyPr>
            <a:normAutofit lnSpcReduction="10000"/>
          </a:bodyPr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願上主大仁愛永</a:t>
            </a:r>
            <a:r>
              <a:rPr lang="en-US" altLang="zh-TW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</a:rPr>
              <a:t>𫢶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你心內，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主的疼每時刻及你永同在。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願主榮光遍照你，用慈悲款待你，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主聖神保守你對此時到永世代。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99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1/1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願上主大仁愛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580222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20630</TotalTime>
  <Words>56</Words>
  <Application>Microsoft Macintosh PowerPoint</Application>
  <PresentationFormat>如螢幕大小 (16:9)</PresentationFormat>
  <Paragraphs>7</Paragraphs>
  <Slides>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7" baseType="lpstr">
      <vt:lpstr>全宋體-2</vt:lpstr>
      <vt:lpstr>微軟正黑體</vt:lpstr>
      <vt:lpstr>新細明體</vt:lpstr>
      <vt:lpstr>Arial</vt:lpstr>
      <vt:lpstr>Calibri</vt:lpstr>
      <vt:lpstr>1_Office 佈景主題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4702</cp:revision>
  <dcterms:created xsi:type="dcterms:W3CDTF">2009-02-27T08:32:01Z</dcterms:created>
  <dcterms:modified xsi:type="dcterms:W3CDTF">2024-06-21T15:14:11Z</dcterms:modified>
</cp:coreProperties>
</file>