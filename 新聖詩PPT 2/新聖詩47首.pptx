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2" r:id="rId2"/>
    <p:sldId id="5273" r:id="rId3"/>
    <p:sldId id="5274" r:id="rId4"/>
    <p:sldId id="5275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52" y="-8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18/12/15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1.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上帝獨生子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道成做肉體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離開天堂謙卑來降世，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上帝獨生子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道成做肉體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離開天堂謙卑來降世。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17223" y="1988840"/>
            <a:ext cx="9114119" cy="4392488"/>
          </a:xfrm>
        </p:spPr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歡喜臨到世間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，疼痛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恩典無限，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歡喜臨到世間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，疼痛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恩典無限，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為咱來出世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，救咱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出頭天，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為咱來出世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，救咱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出頭天。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上帝獨生子道成做肉體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離開天堂謙卑來降世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2586121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救世主真光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，人類所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向望，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贏過烏暗，受掠得解放，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救世主真光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，人類所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向望，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贏過烏暗，受掠得解放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5055252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17223" y="1988840"/>
            <a:ext cx="9114119" cy="4392488"/>
          </a:xfrm>
        </p:spPr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宣揚活命真理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，遵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行仁愛公義，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宣揚活命真理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，遵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行仁愛公義，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怨恨變赦免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，和平相結連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怨恨變赦免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，和平相結連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。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救世主真光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，人類所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向望，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贏過烏暗，受掠得解放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7057337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20632</TotalTime>
  <Words>169</Words>
  <Application>Microsoft Macintosh PowerPoint</Application>
  <PresentationFormat>如螢幕大小 (4:3)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4696</cp:revision>
  <dcterms:created xsi:type="dcterms:W3CDTF">2009-02-27T08:32:01Z</dcterms:created>
  <dcterms:modified xsi:type="dcterms:W3CDTF">2018-12-15T14:46:47Z</dcterms:modified>
</cp:coreProperties>
</file>