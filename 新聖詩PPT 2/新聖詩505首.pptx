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81" r:id="rId2"/>
    <p:sldId id="5282" r:id="rId3"/>
    <p:sldId id="528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88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771550"/>
            <a:ext cx="9114119" cy="422626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我欲忠實，無辜負人的信任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純真，因為有人關心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堅強，面對世間眾苦難</a:t>
            </a: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勇敢，克服人生艱難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勇敢，克服人生艱難。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505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6388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771550"/>
            <a:ext cx="9114119" cy="422626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我欲疼人，無分對敵及朋友，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我欲施捨，誠心無求報賞；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我欲謙卑，知我心神真軟弱，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我欲仰望，學主疼人、喜樂，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我欲向上，學主模樣助人。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505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12833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771550"/>
            <a:ext cx="9114119" cy="422626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我欲祈禱，時刻無停來祈禱，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我欲盡意親近天父寶座； 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我欲專心聽上主細聲招呼，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我欲堅信，永隨救主腳步，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我欲堅信，永隨救主腳步。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505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23528" y="339502"/>
            <a:ext cx="8280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95431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137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2023-04-12T11:20:53Z</dcterms:modified>
</cp:coreProperties>
</file>