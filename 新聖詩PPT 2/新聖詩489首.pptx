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969" r:id="rId2"/>
    <p:sldId id="26970" r:id="rId3"/>
    <p:sldId id="26971" r:id="rId4"/>
    <p:sldId id="26972" r:id="rId5"/>
    <p:sldId id="26973" r:id="rId6"/>
    <p:sldId id="26974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34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462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30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773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254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78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63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664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2306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075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27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781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84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6827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919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7807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173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2025/5/3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731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主欲閣來聚集祂所意愛；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主的寶貝是信的人，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是主所疼痛。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7623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89835A8-E3D4-A04A-8E28-AB1602D0C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098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榮光親像啟明星，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透早燦爛光明，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主的寶貝是學生，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佇主冕旒前。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57234D-3DEA-8A46-8ADA-6A77078B1079}"/>
              </a:ext>
            </a:extLst>
          </p:cNvPr>
          <p:cNvSpPr txBox="1"/>
          <p:nvPr/>
        </p:nvSpPr>
        <p:spPr>
          <a:xfrm>
            <a:off x="215516" y="1911183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731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31FC8434-BDD0-4741-B43B-722CA0F01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主的寶貝是祂所贖聖會；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凡若清氣成聖的人，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是主所疼痛。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7155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B11AEF3-0734-784A-B26D-8F586E45F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榮光親像啟明星，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透早燦爛光明，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主的寶貝是學生，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佇主冕旒前。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A8630A-E12A-6641-A1CD-3A40C3B19EBE}"/>
              </a:ext>
            </a:extLst>
          </p:cNvPr>
          <p:cNvSpPr txBox="1"/>
          <p:nvPr/>
        </p:nvSpPr>
        <p:spPr>
          <a:xfrm>
            <a:off x="215516" y="1911183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0286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F3C08DA-FE1D-F34A-B83B-BC1E886A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主所歡喜，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主所歡喜就是男女小兒；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天國寶貝是諸個人，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是主所疼痛。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2296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主欲閣來，主欲閣來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F83A57F-5CE6-9044-8398-8B05644AC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榮光親像啟明星，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透早燦爛光明，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主的寶貝是學生，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佇主冕旒前。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91F503-3E37-C544-86B5-42C47B623847}"/>
              </a:ext>
            </a:extLst>
          </p:cNvPr>
          <p:cNvSpPr txBox="1"/>
          <p:nvPr/>
        </p:nvSpPr>
        <p:spPr>
          <a:xfrm>
            <a:off x="215516" y="1911183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722456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20660</TotalTime>
  <Words>292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2025-05-02T20:06:22Z</dcterms:modified>
</cp:coreProperties>
</file>