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976" y="-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14/11/1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14/11/1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14/11/1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14/11/1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14/11/1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14/11/1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14/11/1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14/11/1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14/11/1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14/11/1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14/11/1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14/11/1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14/11/1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1.</a:t>
            </a:r>
            <a:r>
              <a:rPr lang="zh-TW" altLang="en-US" dirty="0">
                <a:solidFill>
                  <a:schemeClr val="tx1"/>
                </a:solidFill>
                <a:latin typeface="華康中圓體"/>
                <a:ea typeface="華康中圓體"/>
              </a:rPr>
              <a:t>對馬利亞出世耶穌，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祢有肯定婦女地位，</a:t>
            </a:r>
          </a:p>
          <a:p>
            <a:r>
              <a:rPr lang="zh-TW" altLang="en-US" dirty="0">
                <a:solidFill>
                  <a:schemeClr val="tx1"/>
                </a:solidFill>
                <a:latin typeface="華康中圓體"/>
                <a:ea typeface="華康中圓體"/>
              </a:rPr>
              <a:t>歡喜接納姊妹熱誠，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及祢同工服務人類。</a:t>
            </a:r>
            <a:endParaRPr lang="en-US" altLang="zh-TW" dirty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494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1/4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2291550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親像上帝母性疼痛，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保護全地，照顧全民；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助阮自然表達感情，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伸手扶助、同情、關心</a:t>
            </a:r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。</a:t>
            </a:r>
            <a:endParaRPr lang="en-US" altLang="zh-TW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494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2/4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6214402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人生錢財、權力、一切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攏受男性左右、操縱，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阮攏有份基督身體，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權力、責任重新分享</a:t>
            </a:r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。</a:t>
            </a:r>
            <a:endParaRPr lang="en-US" altLang="zh-TW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494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3/4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8439612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上帝，求祢助阮內心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堅強以及溫柔性格，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自然流露男女本性，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顯明創造奇妙、美麗</a:t>
            </a:r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。</a:t>
            </a:r>
            <a:endParaRPr lang="en-US" altLang="zh-TW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494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4/4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093061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133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4692</cp:revision>
  <dcterms:created xsi:type="dcterms:W3CDTF">2009-02-27T08:32:01Z</dcterms:created>
  <dcterms:modified xsi:type="dcterms:W3CDTF">2014-11-01T10:07:45Z</dcterms:modified>
</cp:coreProperties>
</file>