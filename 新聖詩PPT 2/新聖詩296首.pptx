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5274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984" y="-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22/4/16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-26144" y="987574"/>
            <a:ext cx="9114119" cy="3816424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哈利，哈利，哈利路亞，</a:t>
            </a:r>
          </a:p>
          <a:p>
            <a:pPr>
              <a:spcBef>
                <a:spcPts val="6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哈利，哈利，哈利路亞，</a:t>
            </a:r>
          </a:p>
          <a:p>
            <a:pPr>
              <a:spcBef>
                <a:spcPts val="6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哈利，哈利，哈利路亞，</a:t>
            </a:r>
          </a:p>
          <a:p>
            <a:pPr>
              <a:spcBef>
                <a:spcPts val="6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哈利路亞，哈利路亞。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04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778673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43</Words>
  <Application>Microsoft Macintosh PowerPoint</Application>
  <PresentationFormat>如螢幕大小 (16:9)</PresentationFormat>
  <Paragraphs>7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4696</cp:revision>
  <dcterms:created xsi:type="dcterms:W3CDTF">2009-02-27T08:32:01Z</dcterms:created>
  <dcterms:modified xsi:type="dcterms:W3CDTF">2022-04-16T12:45:57Z</dcterms:modified>
</cp:coreProperties>
</file>