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375" r:id="rId2"/>
    <p:sldId id="25376" r:id="rId3"/>
    <p:sldId id="25377" r:id="rId4"/>
    <p:sldId id="25378" r:id="rId5"/>
    <p:sldId id="25379" r:id="rId6"/>
    <p:sldId id="25380" r:id="rId7"/>
    <p:sldId id="25381" r:id="rId8"/>
    <p:sldId id="25382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03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757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377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259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273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200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420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656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384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38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191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4415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18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351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597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2024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873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999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592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73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9E9F74C8-7D17-9144-94B4-87BCDD75F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44000" cy="3725523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致到餒志、失望，四面看無路；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你所得的恩賜逐項想來記，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穩當滿心感謝上帝大慈悲。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6525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160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65251"/>
            <a:ext cx="161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D5FBD99-4A3E-3448-B9A1-F2B0E0C18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主的恩賜你著算、著數，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主的恩賜你豈算會了？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主的恩賜逐項算來記，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穩當滿心感謝上帝大慈悲。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38F943-0B07-6141-A94D-BABD937307C4}"/>
              </a:ext>
            </a:extLst>
          </p:cNvPr>
          <p:cNvSpPr txBox="1"/>
          <p:nvPr/>
        </p:nvSpPr>
        <p:spPr>
          <a:xfrm>
            <a:off x="0" y="1911582"/>
            <a:ext cx="1763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9079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6525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1FAA766-C1ED-1F42-AEE8-A91DFB8B9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有時掛慮、煩惱致到心亂亂，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僥疑上帝疼痛，背十架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你所得的恩賜閣再想來記，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僥疑就會無去，日日愛吟詩。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6609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D5FBD99-4A3E-3448-B9A1-F2B0E0C18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主的恩賜你著算、著數，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主的恩賜你豈算會了？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主的恩賜逐項算來記，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穩當滿心感謝上帝大慈悲。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38F943-0B07-6141-A94D-BABD937307C4}"/>
              </a:ext>
            </a:extLst>
          </p:cNvPr>
          <p:cNvSpPr txBox="1"/>
          <p:nvPr/>
        </p:nvSpPr>
        <p:spPr>
          <a:xfrm>
            <a:off x="0" y="1911582"/>
            <a:ext cx="1763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65B198-2C68-4E4E-857B-A707F5113F77}"/>
              </a:ext>
            </a:extLst>
          </p:cNvPr>
          <p:cNvSpPr txBox="1"/>
          <p:nvPr/>
        </p:nvSpPr>
        <p:spPr>
          <a:xfrm>
            <a:off x="0" y="1265251"/>
            <a:ext cx="161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0291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6525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D3C473D-DC85-0F44-BD81-EF405E97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想別人有福氣建置大家伙，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莫得吐氣喪鄉，天裡有厝宅；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你所得的恩賜、錢銀𣍐建置，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你的寶貝、尊貴豈無囥佇天。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0712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D5FBD99-4A3E-3448-B9A1-F2B0E0C18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主的恩賜你著算、著數，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主的恩賜你豈算會了？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主的恩賜逐項算來記，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穩當滿心感謝上帝大慈悲。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38F943-0B07-6141-A94D-BABD937307C4}"/>
              </a:ext>
            </a:extLst>
          </p:cNvPr>
          <p:cNvSpPr txBox="1"/>
          <p:nvPr/>
        </p:nvSpPr>
        <p:spPr>
          <a:xfrm>
            <a:off x="0" y="1911582"/>
            <a:ext cx="1763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65B198-2C68-4E4E-857B-A707F5113F77}"/>
              </a:ext>
            </a:extLst>
          </p:cNvPr>
          <p:cNvSpPr txBox="1"/>
          <p:nvPr/>
        </p:nvSpPr>
        <p:spPr>
          <a:xfrm>
            <a:off x="0" y="1265251"/>
            <a:ext cx="161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4835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6525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530C18B1-5393-6B43-9018-516792FBA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所以經過試煉不論大小事，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莫得餒志失望，上帝永做主；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你所得的恩賜照舊想來講，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主會安慰、幫助、引導到天堂。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8029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467544" y="339502"/>
            <a:ext cx="79208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467544" y="321195"/>
            <a:ext cx="79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抵著試煉、災禍圍你真艱苦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D5FBD99-4A3E-3448-B9A1-F2B0E0C18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5251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主的恩賜你著算、著數，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主的恩賜你豈算會了？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主的恩賜逐項算來記，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穩當滿心感謝上帝大慈悲。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38F943-0B07-6141-A94D-BABD937307C4}"/>
              </a:ext>
            </a:extLst>
          </p:cNvPr>
          <p:cNvSpPr txBox="1"/>
          <p:nvPr/>
        </p:nvSpPr>
        <p:spPr>
          <a:xfrm>
            <a:off x="0" y="1911582"/>
            <a:ext cx="1763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65B198-2C68-4E4E-857B-A707F5113F77}"/>
              </a:ext>
            </a:extLst>
          </p:cNvPr>
          <p:cNvSpPr txBox="1"/>
          <p:nvPr/>
        </p:nvSpPr>
        <p:spPr>
          <a:xfrm>
            <a:off x="0" y="1265251"/>
            <a:ext cx="161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8122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491</Words>
  <Application>Microsoft Macintosh PowerPoint</Application>
  <PresentationFormat>如螢幕大小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2025-01-18T09:44:06Z</dcterms:modified>
</cp:coreProperties>
</file>