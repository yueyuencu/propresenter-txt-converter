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44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我信全能上帝，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永遠做我天父，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仁愛、榮光、權柄齊全，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公義治理天下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37698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我信耶穌基督，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甘願贖人罪惡，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釘十字架獻身做祭，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仁愛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通測度。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16585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我信真理的神，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降臨感化萬民，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改人舊性，換人品行，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互我得著重新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90700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我信三位一體，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父、子、聖神上帝，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同體、同性、同心、同情，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尊貴榮光無替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90827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134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2016-02-20T17:29:39Z</dcterms:modified>
</cp:coreProperties>
</file>