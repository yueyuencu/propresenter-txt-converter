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1" r:id="rId2"/>
    <p:sldId id="5272" r:id="rId3"/>
    <p:sldId id="5273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792" y="-3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14/6/14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14/6/14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14/6/14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14/6/14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14/6/14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14/6/14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14/6/14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14/6/14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14/6/14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14/6/14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14/6/14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14/6/14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14/6/14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latin typeface="華康中特圓體"/>
                <a:ea typeface="華康中圓體"/>
              </a:rPr>
              <a:t>阮的天父上帝，照顧阮過暗暝</a:t>
            </a:r>
            <a:r>
              <a:rPr lang="zh-TW" altLang="zh-TW" dirty="0" smtClean="0">
                <a:solidFill>
                  <a:srgbClr val="000000"/>
                </a:solidFill>
                <a:latin typeface="華康中特圓體"/>
                <a:ea typeface="華康中圓體"/>
              </a:rPr>
              <a:t>，</a:t>
            </a:r>
            <a:endParaRPr lang="en-US" altLang="zh-TW" dirty="0">
              <a:solidFill>
                <a:srgbClr val="000000"/>
              </a:solidFill>
              <a:latin typeface="華康中特圓體"/>
              <a:ea typeface="華康中圓體"/>
            </a:endParaRPr>
          </a:p>
          <a:p>
            <a:r>
              <a:rPr lang="zh-TW" altLang="zh-TW" dirty="0">
                <a:solidFill>
                  <a:srgbClr val="0000CC"/>
                </a:solidFill>
                <a:latin typeface="華康中特圓體"/>
                <a:ea typeface="華康中圓體"/>
              </a:rPr>
              <a:t>閣賜阮日光，照佇新的早起</a:t>
            </a:r>
            <a:r>
              <a:rPr lang="zh-TW" altLang="zh-TW" dirty="0" smtClean="0">
                <a:solidFill>
                  <a:srgbClr val="0000CC"/>
                </a:solidFill>
                <a:latin typeface="華康中特圓體"/>
                <a:ea typeface="華康中圓體"/>
              </a:rPr>
              <a:t>；</a:t>
            </a:r>
            <a:endParaRPr lang="en-US" altLang="zh-TW" dirty="0" smtClean="0">
              <a:solidFill>
                <a:srgbClr val="0000CC"/>
              </a:solidFill>
              <a:latin typeface="華康中特圓體"/>
              <a:ea typeface="華康中圓體"/>
            </a:endParaRPr>
          </a:p>
          <a:p>
            <a:r>
              <a:rPr lang="zh-TW" altLang="zh-TW" dirty="0">
                <a:solidFill>
                  <a:srgbClr val="000000"/>
                </a:solidFill>
                <a:latin typeface="華康中特圓體"/>
                <a:ea typeface="華康中圓體"/>
              </a:rPr>
              <a:t>阮今欲用誠心感謝佇主祢面前，</a:t>
            </a:r>
          </a:p>
          <a:p>
            <a:r>
              <a:rPr lang="zh-TW" altLang="zh-TW" dirty="0">
                <a:solidFill>
                  <a:srgbClr val="0000CC"/>
                </a:solidFill>
                <a:latin typeface="華康中特圓體"/>
                <a:ea typeface="華康中圓體"/>
              </a:rPr>
              <a:t>恭敬來服事祢</a:t>
            </a:r>
            <a:r>
              <a:rPr lang="zh-TW" altLang="zh-TW" dirty="0" smtClean="0">
                <a:solidFill>
                  <a:srgbClr val="0000CC"/>
                </a:solidFill>
                <a:latin typeface="華康中特圓體"/>
                <a:ea typeface="華康中圓體"/>
              </a:rPr>
              <a:t>。</a:t>
            </a:r>
            <a:endParaRPr lang="en-US" altLang="zh-TW" dirty="0">
              <a:solidFill>
                <a:srgbClr val="0000CC"/>
              </a:solidFill>
              <a:latin typeface="華康中特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特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特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特圓體"/>
                <a:ea typeface="華康中圓體"/>
              </a:rPr>
              <a:t>11</a:t>
            </a:r>
            <a:r>
              <a:rPr lang="zh-TW" altLang="en-US" u="sng" dirty="0" smtClean="0">
                <a:solidFill>
                  <a:srgbClr val="000000"/>
                </a:solidFill>
                <a:latin typeface="華康中特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特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特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特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特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特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特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特圓體"/>
                <a:ea typeface="華康中圓體"/>
              </a:rPr>
              <a:t>66</a:t>
            </a:r>
            <a:endParaRPr lang="zh-TW" altLang="en-US" u="sng" dirty="0">
              <a:solidFill>
                <a:srgbClr val="000000"/>
              </a:solidFill>
              <a:latin typeface="華康中特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6788335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主是萬有天父，阮欣慕朝見祢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</a:t>
            </a:r>
            <a:endParaRPr lang="en-US" altLang="zh-TW" dirty="0">
              <a:solidFill>
                <a:srgbClr val="000000"/>
              </a:solidFill>
              <a:latin typeface="華康中圓體"/>
              <a:ea typeface="華康中圓體"/>
            </a:endParaRP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求祢保護阮心神肉體勇健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；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將祢無限恩典暝日豐盛來賞賜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</a:t>
            </a:r>
            <a:endParaRPr lang="zh-TW" altLang="zh-TW" dirty="0">
              <a:solidFill>
                <a:srgbClr val="000000"/>
              </a:solidFill>
              <a:ea typeface="華康中圓體"/>
            </a:endParaRP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加添互祢眾子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11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66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6031324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主是三位一體，獨一無二上帝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</a:t>
            </a:r>
            <a:endParaRPr lang="en-US" altLang="zh-TW" dirty="0">
              <a:solidFill>
                <a:srgbClr val="000000"/>
              </a:solidFill>
              <a:latin typeface="華康中圓體"/>
              <a:ea typeface="華康中圓體"/>
            </a:endParaRP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祢救恩無限，賞賜阮眾人類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；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主祢聖名榮光大大顯明阮中間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</a:t>
            </a:r>
            <a:endParaRPr lang="zh-TW" altLang="zh-TW" dirty="0">
              <a:solidFill>
                <a:srgbClr val="000000"/>
              </a:solidFill>
              <a:ea typeface="華康中圓體"/>
            </a:endParaRP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遍照世界逐位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11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66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7559182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20628</TotalTime>
  <Words>95</Words>
  <Application>Microsoft Macintosh PowerPoint</Application>
  <PresentationFormat>如螢幕大小 (4:3)</PresentationFormat>
  <Paragraphs>18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4690</cp:revision>
  <dcterms:created xsi:type="dcterms:W3CDTF">2009-02-27T08:32:01Z</dcterms:created>
  <dcterms:modified xsi:type="dcterms:W3CDTF">2014-06-13T16:01:34Z</dcterms:modified>
</cp:coreProperties>
</file>