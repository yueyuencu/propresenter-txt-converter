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001" r:id="rId2"/>
    <p:sldId id="25002" r:id="rId3"/>
    <p:sldId id="25003" r:id="rId4"/>
    <p:sldId id="25004" r:id="rId5"/>
    <p:sldId id="2500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2025/5/3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834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319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910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606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023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300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370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9907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9779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0551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1512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068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874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880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51422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12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2025/5/3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2520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3924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我心實在謳咾，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因為上帝大恩；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救我性命免致滅無，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誠心實意敬尊。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691680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392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我心實在謳咾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3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3924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上帝大大慈悲，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赦我攏無罪過，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又閣日日照顧養飼，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我病得著醫好。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691680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392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我心實在謳咾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05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3924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上帝除我罪惡，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若東離西的遠，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若天離地高𬿪測𢜬，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慈愛𬿪得推算。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691680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392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我心實在謳咾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46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3924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親像父母疼痛，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憐憫所生的子，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上帝也疼敬祂的人，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贏過父母的疼。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691680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392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我心實在謳咾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70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23728" y="339502"/>
            <a:ext cx="43924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咱人性命若花，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大風來吹就謝；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上帝慈愛永遠𣍐廢，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久長施恩無厭。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691680" y="120359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23728" y="339502"/>
            <a:ext cx="4392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我心實在謳咾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8528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193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4706</cp:revision>
  <dcterms:created xsi:type="dcterms:W3CDTF">2009-02-27T08:32:01Z</dcterms:created>
  <dcterms:modified xsi:type="dcterms:W3CDTF">2025-05-02T21:03:43Z</dcterms:modified>
</cp:coreProperties>
</file>