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001" r:id="rId2"/>
    <p:sldId id="25002" r:id="rId3"/>
    <p:sldId id="25003" r:id="rId4"/>
    <p:sldId id="25004" r:id="rId5"/>
    <p:sldId id="25005" r:id="rId6"/>
    <p:sldId id="2500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834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7072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362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0927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835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81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9300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370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9907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9779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0551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1512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8068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874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7880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51422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121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2024/4/4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2520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開我目睭互我看見，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祢所啟示聖經真理，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佇我手中有奇妙鎖匙，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伊會拍開主聖旨意。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開我目睭互我看見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3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今我恬靜啲聽候祢，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我心便便愛祢指示，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開我目睭互我看見，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至聖的神！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開我目睭互我看見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773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開我耳孔互我聽見，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祢所傳報福音真理，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真理的聲若入我耳內，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逐項虛假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會閣來。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開我目睭互我看見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332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今我恬靜啲聽候祢，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我心便便愛祢指示，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開我耳孔互我聽見，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至聖的神！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開我目睭互我看見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776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開我嘴唇互我意愛，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報傳真理到逐所在，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開我的心互我會備辦，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用主疼痛分享世間。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開我目睭互我看見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85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今我恬靜啲聽候祢，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我心便便愛祢指示；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開我嘴唇互我報揚，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至聖的神！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開我目睭互我看見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11722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20640</TotalTime>
  <Words>302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2024-04-04T13:55:21Z</dcterms:modified>
</cp:coreProperties>
</file>