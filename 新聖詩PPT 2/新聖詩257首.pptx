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708" r:id="rId2"/>
    <p:sldId id="26709" r:id="rId3"/>
    <p:sldId id="26710" r:id="rId4"/>
    <p:sldId id="2671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6" autoAdjust="0"/>
    <p:restoredTop sz="92221" autoAdjust="0"/>
  </p:normalViewPr>
  <p:slideViewPr>
    <p:cSldViewPr>
      <p:cViewPr varScale="1">
        <p:scale>
          <a:sx n="145" d="100"/>
          <a:sy n="145" d="100"/>
        </p:scale>
        <p:origin x="200" y="4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4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2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5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34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29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39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61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912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513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2229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71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19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804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78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7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伸祢權能聖手；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用祢活命有力的話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感化眾人聽受。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069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叫醒昏迷心志；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歕𤏸心靈欲熄的火，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用祢萬能的氣。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1400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互人心靈疼祢；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嘴焦欣慕活水的溪，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互阮心神奮起。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4791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求主奮興教會，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充滿聖神恩賜；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福音真理遍傳全地，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榮光攏歸佇主。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8945112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167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2025-07-26T00:59:52Z</dcterms:modified>
</cp:coreProperties>
</file>