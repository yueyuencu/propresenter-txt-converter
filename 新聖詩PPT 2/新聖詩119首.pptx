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4797" r:id="rId2"/>
    <p:sldId id="24798" r:id="rId3"/>
    <p:sldId id="24799" r:id="rId4"/>
    <p:sldId id="24800" r:id="rId5"/>
    <p:sldId id="2480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4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83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03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234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509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7659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09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1694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6563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693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505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7859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548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96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6114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305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299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上帝的子基督，永做萬福源頭，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常常施恩賜福，親像河水長流；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感我的心助我的嘴，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稱謝謳咾救主恩惠。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1127797"/>
            <a:ext cx="1080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上帝的子基督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35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上帝慈悲仁愛，永遠攏無變換，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天頂萬萬聖使，熱心謳咾唱歌；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咱人受恩比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卡深，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應該感謝益發熱心。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1127797"/>
            <a:ext cx="1080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上帝的子基督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03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早我無隨牧者，離開羊群遠遠，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耶穌遍行曠野，尋我導我倒轉；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祂流寶血、放拺家己，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救我靈魂永活無死。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1127797"/>
            <a:ext cx="1080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上帝的子基督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594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時刻我受大恩，心內真愛報答，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常常服事敬尊，祈求天父鑒納；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總是主恩猶未通報，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所行所做無成功勞。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1127797"/>
            <a:ext cx="1080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上帝的子基督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12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求主幫助養飼，互我會行好事，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久長及我徛起，永做心神的主；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我欲服事，日日勤勤，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報揚尊名，謳咾大恩。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1127797"/>
            <a:ext cx="1080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上帝的子基督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493897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20645</TotalTime>
  <Words>277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2024-03-08T14:23:38Z</dcterms:modified>
</cp:coreProperties>
</file>