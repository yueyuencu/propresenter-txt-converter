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2" r:id="rId2"/>
    <p:sldId id="5283" r:id="rId3"/>
    <p:sldId id="5284" r:id="rId4"/>
    <p:sldId id="5285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539553" y="915566"/>
            <a:ext cx="8604448" cy="338437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主助阮互相接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納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，親像祢接納阮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教阮做兄弟姊妹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，建立相疼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模範；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</a:t>
            </a:r>
            <a:r>
              <a:rPr lang="en-US" altLang="zh-TW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中間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，助阮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信心堅定，</a:t>
            </a:r>
          </a:p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阮攏受完全接納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，實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現疼痛人生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ja-JP" altLang="en-US" sz="4000" u="sng" dirty="0">
              <a:solidFill>
                <a:srgbClr val="0000CC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172" y="19548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210944" y="4083918"/>
            <a:ext cx="4933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en-US" altLang="zh-CHT" sz="3000" u="sng" dirty="0">
                <a:latin typeface="微軟正黑體"/>
                <a:ea typeface="微軟正黑體"/>
                <a:cs typeface="微軟正黑體"/>
              </a:rPr>
              <a:t>485</a:t>
            </a:r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CHT" sz="3000" u="sng" dirty="0"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CHT" sz="3000" u="sng" dirty="0" smtClean="0"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latin typeface="微軟正黑體"/>
                <a:ea typeface="微軟正黑體"/>
                <a:cs typeface="微軟正黑體"/>
              </a:rPr>
              <a:t>4</a:t>
            </a:r>
            <a:r>
              <a:rPr lang="zh-CHT" altLang="en-US" sz="3000" u="sng" dirty="0" smtClean="0">
                <a:latin typeface="微軟正黑體"/>
                <a:ea typeface="微軟正黑體"/>
                <a:cs typeface="微軟正黑體"/>
              </a:rPr>
              <a:t>）</a:t>
            </a:r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CHT" sz="3000" u="sng" dirty="0">
                <a:latin typeface="微軟正黑體"/>
                <a:ea typeface="微軟正黑體"/>
                <a:cs typeface="微軟正黑體"/>
              </a:rPr>
              <a:t>106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01515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539553" y="915566"/>
            <a:ext cx="8604448" cy="338437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主求祢教阮學習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日常生活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中間，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追求佇人生路途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，信心向望幫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主助阮關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心別人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，無分本國外邦，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無論佇啥款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情景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，攏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得扶持疼痛。 </a:t>
            </a:r>
            <a:endParaRPr lang="ja-JP" altLang="en-US" sz="4000" u="sng" dirty="0">
              <a:solidFill>
                <a:srgbClr val="0000CC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172" y="19548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210944" y="4083918"/>
            <a:ext cx="4933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en-US" altLang="zh-CHT" sz="3000" u="sng" dirty="0">
                <a:latin typeface="微軟正黑體"/>
                <a:ea typeface="微軟正黑體"/>
                <a:cs typeface="微軟正黑體"/>
              </a:rPr>
              <a:t>485</a:t>
            </a:r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首</a:t>
            </a:r>
            <a:r>
              <a:rPr lang="zh-CHT" altLang="en-US" sz="3000" u="sng" dirty="0" smtClean="0"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CHT" sz="3000" u="sng" dirty="0" smtClean="0"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CHT" sz="3000" u="sng" dirty="0" smtClean="0">
                <a:latin typeface="微軟正黑體"/>
                <a:ea typeface="微軟正黑體"/>
                <a:cs typeface="微軟正黑體"/>
              </a:rPr>
              <a:t>4</a:t>
            </a:r>
            <a:r>
              <a:rPr lang="zh-CHT" altLang="en-US" sz="3000" u="sng" dirty="0" smtClean="0">
                <a:latin typeface="微軟正黑體"/>
                <a:ea typeface="微軟正黑體"/>
                <a:cs typeface="微軟正黑體"/>
              </a:rPr>
              <a:t>）</a:t>
            </a:r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CHT" sz="3000" u="sng" dirty="0">
                <a:latin typeface="微軟正黑體"/>
                <a:ea typeface="微軟正黑體"/>
                <a:cs typeface="微軟正黑體"/>
              </a:rPr>
              <a:t>106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16731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539553" y="915566"/>
            <a:ext cx="8604448" cy="338437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求主接納改變阮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，感動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堅定心志，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逐日佇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現實中間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，用疼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實行真理；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遵趁祢接納模樣，直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到情願心服，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坐桌領受祢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赦免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，享受醫治快樂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 </a:t>
            </a:r>
            <a:endParaRPr lang="ja-JP" altLang="en-US" sz="4000" u="sng" dirty="0">
              <a:solidFill>
                <a:srgbClr val="0000CC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172" y="19548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210944" y="4083918"/>
            <a:ext cx="4933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en-US" altLang="zh-CHT" sz="3000" u="sng" dirty="0">
                <a:latin typeface="微軟正黑體"/>
                <a:ea typeface="微軟正黑體"/>
                <a:cs typeface="微軟正黑體"/>
              </a:rPr>
              <a:t>485</a:t>
            </a:r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首</a:t>
            </a:r>
            <a:r>
              <a:rPr lang="zh-CHT" altLang="en-US" sz="3000" u="sng" dirty="0" smtClean="0"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zh-CHT" sz="3000" u="sng" dirty="0" smtClean="0"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CHT" sz="3000" u="sng" dirty="0" smtClean="0">
                <a:latin typeface="微軟正黑體"/>
                <a:ea typeface="微軟正黑體"/>
                <a:cs typeface="微軟正黑體"/>
              </a:rPr>
              <a:t>4</a:t>
            </a:r>
            <a:r>
              <a:rPr lang="zh-CHT" altLang="en-US" sz="3000" u="sng" dirty="0" smtClean="0">
                <a:latin typeface="微軟正黑體"/>
                <a:ea typeface="微軟正黑體"/>
                <a:cs typeface="微軟正黑體"/>
              </a:rPr>
              <a:t>）</a:t>
            </a:r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CHT" sz="3000" u="sng" dirty="0">
                <a:latin typeface="微軟正黑體"/>
                <a:ea typeface="微軟正黑體"/>
                <a:cs typeface="微軟正黑體"/>
              </a:rPr>
              <a:t>106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9187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539553" y="915566"/>
            <a:ext cx="8604448" cy="338437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猶有多多人 渴慕得著安慰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期待受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尊重接納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，得著麵包公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義；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新的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眼光方法，凡事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堅持真實，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求主聖神來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更新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，解放阮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得合一！ </a:t>
            </a:r>
            <a:endParaRPr lang="ja-JP" altLang="en-US" sz="4000" u="sng" dirty="0">
              <a:solidFill>
                <a:srgbClr val="0000CC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172" y="19548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4.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210944" y="4083918"/>
            <a:ext cx="4933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en-US" altLang="zh-CHT" sz="3000" u="sng" dirty="0">
                <a:latin typeface="微軟正黑體"/>
                <a:ea typeface="微軟正黑體"/>
                <a:cs typeface="微軟正黑體"/>
              </a:rPr>
              <a:t>485</a:t>
            </a:r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首</a:t>
            </a:r>
            <a:r>
              <a:rPr lang="zh-CHT" altLang="en-US" sz="3000" u="sng" dirty="0" smtClean="0"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zh-CHT" sz="3000" u="sng" dirty="0" smtClean="0"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CHT" sz="3000" u="sng" dirty="0" smtClean="0">
                <a:latin typeface="微軟正黑體"/>
                <a:ea typeface="微軟正黑體"/>
                <a:cs typeface="微軟正黑體"/>
              </a:rPr>
              <a:t>4</a:t>
            </a:r>
            <a:r>
              <a:rPr lang="zh-CHT" altLang="en-US" sz="3000" u="sng" dirty="0" smtClean="0">
                <a:latin typeface="微軟正黑體"/>
                <a:ea typeface="微軟正黑體"/>
                <a:cs typeface="微軟正黑體"/>
              </a:rPr>
              <a:t>）</a:t>
            </a:r>
            <a:r>
              <a:rPr lang="zh-CHT" altLang="en-US" sz="3000" u="sng" dirty="0"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CHT" sz="3000" u="sng" dirty="0">
                <a:latin typeface="微軟正黑體"/>
                <a:ea typeface="微軟正黑體"/>
                <a:cs typeface="微軟正黑體"/>
              </a:rPr>
              <a:t>106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4138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20642</TotalTime>
  <Words>177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2022-04-23T13:06:48Z</dcterms:modified>
</cp:coreProperties>
</file>