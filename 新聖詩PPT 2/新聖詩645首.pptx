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596" r:id="rId2"/>
    <p:sldId id="26597" r:id="rId3"/>
    <p:sldId id="26598" r:id="rId4"/>
    <p:sldId id="26599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534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783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95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1752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80187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48769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12115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7969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590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5694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1371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8307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2610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6549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0244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2025/1/31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1843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475961"/>
            <a:ext cx="38884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506738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咱著來吟詩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3D19B8B-F0D4-1545-8156-34845CDBA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咱著來吟詩，吟詩謳咾主上帝，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咱著來吟詩，吟詩謳咾主上帝，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著出大歡喜的聲，著出大歡喜的聲，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謳咾拯救咱的石磐，謳咾拯救咱的石磐。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645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72236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475961"/>
            <a:ext cx="38884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506738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咱著來吟詩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7B972E9C-1A1D-BD4B-97D1-C5702D630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5" y="1419622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咱相及到主的面前，咱相及到主的面前，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感謝恩典，感謝恩典，感謝恩典，謳咾。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咱相及到主的面前，咱相及到主的面前，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感謝恩典，感謝恩典，感謝恩典，謳咾。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645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53688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475961"/>
            <a:ext cx="38884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506738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咱著來吟詩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CBDE198-847F-9E4F-9BCC-AAA79F584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因為主上帝極大，萬王的王，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上帝極大萬王的王，萬主的主上帝。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地深所在佇祂手中，焦地也是祂創造，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高山尖、大洋海攏屬佇主上帝。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645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84292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475961"/>
            <a:ext cx="38884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506738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咱著來吟詩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EFE23862-CBA6-B444-AC3A-96E42F797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6004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咱著來吟詩，吟詩謳咾主上帝，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咱著來吟詩，吟詩謳咾主上帝，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著出大歡喜的聲，著出大歡喜的聲，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謳咾拯救咱的石磐，謳咾拯救咱的石磐。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阿們，阿們。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645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551919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20659</TotalTime>
  <Words>288</Words>
  <Application>Microsoft Macintosh PowerPoint</Application>
  <PresentationFormat>如螢幕大小 (16:9)</PresentationFormat>
  <Paragraphs>29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4706</cp:revision>
  <dcterms:created xsi:type="dcterms:W3CDTF">2009-02-27T08:32:01Z</dcterms:created>
  <dcterms:modified xsi:type="dcterms:W3CDTF">2025-01-31T14:33:46Z</dcterms:modified>
</cp:coreProperties>
</file>