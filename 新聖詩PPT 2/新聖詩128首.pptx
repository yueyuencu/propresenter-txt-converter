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56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23/4/6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主耶穌，我的主，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祂有對死復活今作我的主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萬人著仆拜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，萬民著宣告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：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是我的主。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150594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主耶穌，我君王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祂欲聚集萬邦國做咱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君王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彼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日欲來臨，世界欲吟講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：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基督是咱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君王。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921947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主耶穌，祂是疼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佇祂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一生所行表明祂是疼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屬祂眾子兒齊聲歡喜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唱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：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基督耶穌是疼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8508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主耶穌，活命主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用死解放咱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自由，活命的主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祂啲呼召咱及祂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永遠住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活命的主。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31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339502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2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2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887154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137</Words>
  <Application>Microsoft Macintosh PowerPoint</Application>
  <PresentationFormat>如螢幕大小 (16:9)</PresentationFormat>
  <Paragraphs>28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2023-04-06T11:48:44Z</dcterms:modified>
</cp:coreProperties>
</file>