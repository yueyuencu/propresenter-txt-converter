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78" r:id="rId2"/>
    <p:sldId id="5279" r:id="rId3"/>
    <p:sldId id="5280" r:id="rId4"/>
    <p:sldId id="5281" r:id="rId5"/>
    <p:sldId id="5282" r:id="rId6"/>
    <p:sldId id="5283" r:id="rId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16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上帝管理天地及海，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願人專心謳咾敬拜；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無通報答上主仁愛，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萬福的主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143503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雨水、涼風、日頭的光，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芳花、果子、樹木、田園，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時時顯明仁愛齊全，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萬福的主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401451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家內平安，身軀輕鬆，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土地所生，阮得逐項；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今將稱謝的祭芳芳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來獻互主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48104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上帝無惜聖子基督，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甘願獻身來救逐國；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續將好物多多充足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白白賞賜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828018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至大的福，聖神權能，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感動阮心成阮德行； 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所結果子仁愛、和平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是祢賞賜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863340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6.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靈魂得救，罪得赦免，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生前受恩，死後升天； 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阮愛報答這大恩典，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萬福的主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90018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157</Words>
  <Application>Microsoft Macintosh PowerPoint</Application>
  <PresentationFormat>如螢幕大小 (4:3)</PresentationFormat>
  <Paragraphs>36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2016-05-28T10:17:08Z</dcterms:modified>
</cp:coreProperties>
</file>