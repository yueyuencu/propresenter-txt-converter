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6907" r:id="rId2"/>
    <p:sldId id="26908" r:id="rId3"/>
    <p:sldId id="26909" r:id="rId4"/>
    <p:sldId id="26910" r:id="rId5"/>
    <p:sldId id="26911" r:id="rId6"/>
    <p:sldId id="26912" r:id="rId7"/>
    <p:sldId id="26913" r:id="rId8"/>
    <p:sldId id="26914" r:id="rId9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2025/4/12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54776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44034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3780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27500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90618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47096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25323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2915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2025/4/12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138656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2025/4/12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347665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2025/4/12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215940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2025/4/12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384714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2025/4/12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527842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2025/4/12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76289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2025/4/12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703140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2025/4/12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703267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2025/4/12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681096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2025/4/12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292821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2025/4/12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92827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14" tIns="45707" rIns="91414" bIns="45707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4"/>
            <a:ext cx="8229600" cy="3394472"/>
          </a:xfrm>
          <a:prstGeom prst="rect">
            <a:avLst/>
          </a:prstGeom>
        </p:spPr>
        <p:txBody>
          <a:bodyPr vert="horz" lIns="91414" tIns="45707" rIns="91414" bIns="45707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379A1A98-A4E7-4F22-B6A0-1F12C5F135FA}" type="datetimeFigureOut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2025/4/12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5823173-8EDA-4B7D-BB8D-E543550488CE}" type="slidenum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359703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084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76" indent="-342776" algn="l" defTabSz="914084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defTabSz="914084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defTabSz="914084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defTabSz="914084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899592" y="339502"/>
            <a:ext cx="655272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899592" y="339502"/>
            <a:ext cx="6552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脫出罪惡、烏暗的交界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467544" y="1275606"/>
            <a:ext cx="1476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AE1C5623-2B8E-DF48-B089-807BC6A3A1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600400"/>
          </a:xfrm>
        </p:spPr>
        <p:txBody>
          <a:bodyPr/>
          <a:lstStyle/>
          <a:p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脫出罪惡、烏暗的交界，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主，我就祢，主，我就祢，</a:t>
            </a:r>
          </a:p>
          <a:p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入佇光明得自由徛在，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救主，我來就祢。</a:t>
            </a:r>
          </a:p>
          <a:p>
            <a:pPr algn="r"/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149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1/8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）</a:t>
            </a:r>
            <a:endParaRPr lang="en-US" altLang="zh-TW" sz="3000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794558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899592" y="339502"/>
            <a:ext cx="655272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899592" y="339502"/>
            <a:ext cx="6552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脫出罪惡、烏暗的交界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467544" y="1275606"/>
            <a:ext cx="1476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ABB1A765-70B3-BA4A-87DA-55AC822C47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600400"/>
          </a:xfrm>
        </p:spPr>
        <p:txBody>
          <a:bodyPr/>
          <a:lstStyle/>
          <a:p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肉體病疼，祢賜我勇健，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心神軟茈，祢賜我活命，</a:t>
            </a:r>
          </a:p>
          <a:p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脫離我罪，成聖得祢疼，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救主，我來就祢。</a:t>
            </a:r>
          </a:p>
          <a:p>
            <a:pPr algn="r"/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149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2/8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）</a:t>
            </a:r>
            <a:endParaRPr lang="en-US" altLang="zh-TW" sz="3000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03229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899592" y="339502"/>
            <a:ext cx="655272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899592" y="339502"/>
            <a:ext cx="6552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脫出罪惡、烏暗的交界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467544" y="1275606"/>
            <a:ext cx="1476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21E34600-C79B-E44E-A855-A456311634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600400"/>
          </a:xfrm>
        </p:spPr>
        <p:txBody>
          <a:bodyPr/>
          <a:lstStyle/>
          <a:p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離開見誚、失敗的苦境，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主，我就祢，主，我就祢，</a:t>
            </a:r>
          </a:p>
          <a:p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夯十字架得榮光得勝，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救主，我來就祢。</a:t>
            </a:r>
          </a:p>
          <a:p>
            <a:pPr algn="r"/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149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）</a:t>
            </a:r>
            <a:endParaRPr lang="en-US" altLang="zh-TW" sz="3000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8569699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899592" y="339502"/>
            <a:ext cx="655272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899592" y="339502"/>
            <a:ext cx="6552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脫出罪惡、烏暗的交界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467544" y="1275606"/>
            <a:ext cx="1476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D15C1D5D-3026-4E46-980E-91E603CA66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528392"/>
          </a:xfrm>
        </p:spPr>
        <p:txBody>
          <a:bodyPr/>
          <a:lstStyle/>
          <a:p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地上煩惱，祢給我安慰，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人生風波，祢給我撥開，</a:t>
            </a:r>
          </a:p>
          <a:p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雖有艱難，數念祢恩惠，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救主，我來就祢。</a:t>
            </a:r>
          </a:p>
          <a:p>
            <a:pPr algn="r"/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149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4/8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）</a:t>
            </a:r>
            <a:endParaRPr lang="en-US" altLang="zh-TW" sz="3000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038754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899592" y="339502"/>
            <a:ext cx="655272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899592" y="339502"/>
            <a:ext cx="6552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脫出罪惡、烏暗的交界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467544" y="1275606"/>
            <a:ext cx="1476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A8A9F437-31F5-FB41-B356-BBC0FE8DF6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44" y="1275606"/>
            <a:ext cx="9114119" cy="3672408"/>
          </a:xfrm>
        </p:spPr>
        <p:txBody>
          <a:bodyPr/>
          <a:lstStyle/>
          <a:p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放拺自專、驕傲的心志，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主，我就祢，主，我就祢，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趁祢旨意，心清氣謙卑，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救主，我來就祢。 </a:t>
            </a:r>
          </a:p>
          <a:p>
            <a:pPr algn="r"/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149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）</a:t>
            </a:r>
            <a:endParaRPr lang="en-US" altLang="zh-TW" sz="3000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488096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899592" y="339502"/>
            <a:ext cx="655272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899592" y="339502"/>
            <a:ext cx="6552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脫出罪惡、烏暗的交界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467544" y="1275606"/>
            <a:ext cx="1476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645BE03A-373C-7748-A3D6-C51FF5F915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528392"/>
          </a:xfrm>
        </p:spPr>
        <p:txBody>
          <a:bodyPr/>
          <a:lstStyle/>
          <a:p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私慾著放，擒祢的疼痛，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有時絕望，祢保我穩當，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親像鴿子純全及祢同，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救主，我來就祢。</a:t>
            </a:r>
          </a:p>
          <a:p>
            <a:pPr algn="r"/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149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）</a:t>
            </a:r>
            <a:endParaRPr lang="en-US" altLang="zh-TW" sz="3000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731042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899592" y="339502"/>
            <a:ext cx="655272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899592" y="339502"/>
            <a:ext cx="6552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脫出罪惡、烏暗的交界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467544" y="1275606"/>
            <a:ext cx="1476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6F8EAF84-0942-9A4B-A1EE-8F37641255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600400"/>
          </a:xfrm>
        </p:spPr>
        <p:txBody>
          <a:bodyPr/>
          <a:lstStyle/>
          <a:p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刣贏魔鬼死失的權勢，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主，我就祢，主，我就祢，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進入父兜，得榮光無替，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救主，我來就祢。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/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149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首（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）</a:t>
            </a:r>
            <a:endParaRPr lang="en-US" altLang="zh-TW" sz="3000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185129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899592" y="339502"/>
            <a:ext cx="655272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899592" y="339502"/>
            <a:ext cx="6552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脫出罪惡、烏暗的交界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467544" y="1275606"/>
            <a:ext cx="1476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F1A38040-91BE-E74C-8233-8D493AB0EA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528392"/>
          </a:xfrm>
        </p:spPr>
        <p:txBody>
          <a:bodyPr/>
          <a:lstStyle/>
          <a:p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閃避驚惶、滅無的陷坑，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入祢羊廄通平安徛起，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久長享福，見祢面歡喜，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救主，我來就祢。</a:t>
            </a:r>
          </a:p>
          <a:p>
            <a:pPr algn="r"/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149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）</a:t>
            </a:r>
            <a:endParaRPr lang="en-US" altLang="zh-TW" sz="3000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92944384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20644</TotalTime>
  <Words>423</Words>
  <Application>Microsoft Macintosh PowerPoint</Application>
  <PresentationFormat>如螢幕大小 (16:9)</PresentationFormat>
  <Paragraphs>64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4" baseType="lpstr">
      <vt:lpstr>全宋體-2</vt:lpstr>
      <vt:lpstr>微軟正黑體</vt:lpstr>
      <vt:lpstr>新細明體</vt:lpstr>
      <vt:lpstr>Arial</vt:lpstr>
      <vt:lpstr>Calibri</vt:lpstr>
      <vt:lpstr>1_Office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4709</cp:revision>
  <dcterms:created xsi:type="dcterms:W3CDTF">2009-02-27T08:32:01Z</dcterms:created>
  <dcterms:modified xsi:type="dcterms:W3CDTF">2025-04-11T23:08:14Z</dcterms:modified>
</cp:coreProperties>
</file>