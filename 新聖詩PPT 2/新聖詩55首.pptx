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76" y="-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3672408"/>
          </a:xfrm>
        </p:spPr>
        <p:txBody>
          <a:bodyPr/>
          <a:lstStyle/>
          <a:p>
            <a:r>
              <a:rPr lang="en-US" altLang="zh-TW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1.</a:t>
            </a:r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著聽天使啲吟講，「歸榮光佇新生王。」</a:t>
            </a:r>
          </a:p>
          <a:p>
            <a:r>
              <a:rPr lang="zh-TW" altLang="en-US" sz="3100" dirty="0">
                <a:solidFill>
                  <a:srgbClr val="2A0BE5"/>
                </a:solidFill>
                <a:latin typeface="華康中特圓體" pitchFamily="49" charset="-120"/>
                <a:ea typeface="華康中特圓體" pitchFamily="49" charset="-120"/>
              </a:rPr>
              <a:t>地上和平人受恩，上帝罪人閣親近，</a:t>
            </a:r>
          </a:p>
          <a:p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世間逐國著奮起，參加天軍來歡喜；</a:t>
            </a:r>
          </a:p>
          <a:p>
            <a:r>
              <a:rPr lang="zh-TW" altLang="en-US" sz="3100" dirty="0">
                <a:solidFill>
                  <a:srgbClr val="2A0BE5"/>
                </a:solidFill>
                <a:latin typeface="華康中特圓體" pitchFamily="49" charset="-120"/>
                <a:ea typeface="華康中特圓體" pitchFamily="49" charset="-120"/>
              </a:rPr>
              <a:t>著及天使</a:t>
            </a:r>
            <a:r>
              <a:rPr lang="zh-CN" altLang="en-US" sz="3100" b="1" dirty="0">
                <a:solidFill>
                  <a:srgbClr val="2A0BE5"/>
                </a:solidFill>
                <a:latin typeface="EUDC" pitchFamily="49" charset="-120"/>
                <a:ea typeface="EUDC" pitchFamily="49" charset="-120"/>
              </a:rPr>
              <a:t></a:t>
            </a:r>
            <a:r>
              <a:rPr lang="zh-TW" altLang="en-US" sz="3100" dirty="0">
                <a:solidFill>
                  <a:srgbClr val="2A0BE5"/>
                </a:solidFill>
                <a:latin typeface="華康中特圓體" pitchFamily="49" charset="-120"/>
                <a:ea typeface="華康中特圓體" pitchFamily="49" charset="-120"/>
              </a:rPr>
              <a:t>聲明，基督降生伯利恆。</a:t>
            </a:r>
          </a:p>
          <a:p>
            <a:r>
              <a:rPr lang="en-US" altLang="zh-TW" sz="3100" b="1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【</a:t>
            </a:r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複歌</a:t>
            </a:r>
            <a:r>
              <a:rPr lang="en-US" altLang="zh-TW" sz="3100" b="1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】</a:t>
            </a:r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著聽天使啲吟講，「歸榮光佇新生王！」</a:t>
            </a:r>
            <a:endParaRPr lang="en-US" altLang="zh-TW" sz="3100" dirty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/>
            <a:r>
              <a:rPr lang="zh-TW" altLang="en-US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55</a:t>
            </a:r>
            <a:r>
              <a:rPr lang="zh-TW" altLang="en-US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1/3</a:t>
            </a:r>
            <a:r>
              <a:rPr lang="zh-TW" altLang="en-US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82</a:t>
            </a:r>
            <a:endParaRPr lang="zh-TW" altLang="en-US" sz="3100" u="sng" dirty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7611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3672408"/>
          </a:xfrm>
        </p:spPr>
        <p:txBody>
          <a:bodyPr/>
          <a:lstStyle/>
          <a:p>
            <a:r>
              <a:rPr lang="en-US" altLang="zh-TW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2.</a:t>
            </a:r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至高天頂所服事，永遠無變的主宰；</a:t>
            </a:r>
          </a:p>
          <a:p>
            <a:r>
              <a:rPr lang="zh-TW" altLang="en-US" sz="31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後來看大闢後裔，做處女的子降世，</a:t>
            </a:r>
          </a:p>
          <a:p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謙卑降落神的格，甘願化身成肉體；</a:t>
            </a:r>
          </a:p>
          <a:p>
            <a:r>
              <a:rPr lang="zh-TW" altLang="en-US" sz="31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歡喜及人同徛起，咱的主以馬內利。</a:t>
            </a:r>
          </a:p>
          <a:p>
            <a:r>
              <a:rPr lang="en-US" altLang="zh-TW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【</a:t>
            </a:r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複歌</a:t>
            </a:r>
            <a:r>
              <a:rPr lang="en-US" altLang="zh-TW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】</a:t>
            </a:r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著聽天使啲吟講，「歸榮光佇新生王！」</a:t>
            </a:r>
          </a:p>
          <a:p>
            <a:pPr algn="r"/>
            <a:r>
              <a:rPr lang="zh-TW" altLang="en-US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55</a:t>
            </a:r>
            <a:r>
              <a:rPr lang="zh-TW" altLang="en-US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2/3</a:t>
            </a:r>
            <a:r>
              <a:rPr lang="zh-TW" altLang="en-US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35290215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3672408"/>
          </a:xfrm>
        </p:spPr>
        <p:txBody>
          <a:bodyPr/>
          <a:lstStyle/>
          <a:p>
            <a:r>
              <a:rPr lang="en-US" altLang="zh-TW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3.</a:t>
            </a:r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謳咾平安的君王，祂是正義，著尊崇；</a:t>
            </a:r>
          </a:p>
          <a:p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 </a:t>
            </a:r>
            <a:r>
              <a:rPr lang="zh-TW" altLang="en-US" sz="31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 光明活命祂所賜，平安醫治祂攏有，</a:t>
            </a:r>
          </a:p>
          <a:p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  放拺榮光真謙卑；出世互人無閣死，</a:t>
            </a:r>
          </a:p>
          <a:p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  </a:t>
            </a:r>
            <a:r>
              <a:rPr lang="zh-TW" altLang="en-US" sz="31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出世高升眾子兒，出世互人重頭生。</a:t>
            </a:r>
          </a:p>
          <a:p>
            <a:r>
              <a:rPr lang="en-US" altLang="zh-TW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【</a:t>
            </a:r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複歌</a:t>
            </a:r>
            <a:r>
              <a:rPr lang="en-US" altLang="zh-TW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】</a:t>
            </a:r>
            <a:r>
              <a:rPr lang="zh-TW" altLang="en-US" sz="31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著聽天使啲吟講，「歸榮光佇新生王！」</a:t>
            </a:r>
          </a:p>
          <a:p>
            <a:pPr algn="r"/>
            <a:r>
              <a:rPr lang="zh-TW" altLang="en-US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55</a:t>
            </a:r>
            <a:r>
              <a:rPr lang="zh-TW" altLang="en-US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3/3</a:t>
            </a:r>
            <a:r>
              <a:rPr lang="zh-TW" altLang="en-US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sz="3100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2904656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159</Words>
  <Application>Microsoft Macintosh PowerPoint</Application>
  <PresentationFormat>如螢幕大小 (4:3)</PresentationFormat>
  <Paragraphs>21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2015-12-19T15:58:06Z</dcterms:modified>
</cp:coreProperties>
</file>