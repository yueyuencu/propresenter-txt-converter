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35" r:id="rId2"/>
    <p:sldId id="25636" r:id="rId3"/>
    <p:sldId id="25637" r:id="rId4"/>
    <p:sldId id="25638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64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736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2024/9/6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3656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53068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0842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2274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83360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10602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00945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18366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2649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31734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93335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87586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47588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77575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73772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2024/9/6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81983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80512" cy="3653515"/>
          </a:xfrm>
        </p:spPr>
        <p:txBody>
          <a:bodyPr/>
          <a:lstStyle/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受賣彼暝救主耶穌，</a:t>
            </a: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提餅祝謝擘互使徒；</a:t>
            </a:r>
          </a:p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講「我身軀替恁拍破，</a:t>
            </a: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恁提去食來數念我。」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368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217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475961"/>
            <a:ext cx="554461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54079"/>
            <a:ext cx="554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受賣彼暝救主耶穌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259632" y="1343953"/>
            <a:ext cx="792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474888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80512" cy="3653515"/>
          </a:xfrm>
        </p:spPr>
        <p:txBody>
          <a:bodyPr/>
          <a:lstStyle/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然後捧杯感謝上帝，</a:t>
            </a: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講「此個杯互恁大家，</a:t>
            </a:r>
          </a:p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我血流出罪人得救，</a:t>
            </a: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赦罪的恩互恁享受。」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368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217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475961"/>
            <a:ext cx="554461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54079"/>
            <a:ext cx="554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受賣彼暝救主耶穌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259632" y="1343953"/>
            <a:ext cx="792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8189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80512" cy="3653515"/>
          </a:xfrm>
        </p:spPr>
        <p:txBody>
          <a:bodyPr/>
          <a:lstStyle/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上帝及人欲立新約，</a:t>
            </a:r>
            <a:endParaRPr lang="en-US" altLang="zh-TW" sz="38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白白施恩赦免罪惡；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「恁飲的時通數念我，</a:t>
            </a:r>
            <a:endParaRPr lang="en-US" altLang="zh-TW" sz="38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甘願捨身贖恁罪過。」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368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217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475961"/>
            <a:ext cx="554461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54079"/>
            <a:ext cx="554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受賣彼暝救主耶穌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259632" y="1343953"/>
            <a:ext cx="792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511160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80512" cy="3653515"/>
          </a:xfrm>
        </p:spPr>
        <p:txBody>
          <a:bodyPr/>
          <a:lstStyle/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今日耶穌佇聖會間，</a:t>
            </a:r>
            <a:endParaRPr lang="en-US" altLang="zh-TW" sz="38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獻祂本身白白互咱；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咱提來食承受來飲，</a:t>
            </a:r>
            <a:endParaRPr lang="en-US" altLang="zh-TW" sz="38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歡喜救主</a:t>
            </a:r>
            <a:r>
              <a:rPr lang="zh-TW" altLang="en-US" sz="3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𫢶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咱的心。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/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368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217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547664" y="475961"/>
            <a:ext cx="554461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547664" y="454079"/>
            <a:ext cx="554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受賣彼暝救主耶穌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259632" y="1343953"/>
            <a:ext cx="792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863699841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20651</TotalTime>
  <Words>199</Words>
  <Application>Microsoft Macintosh PowerPoint</Application>
  <PresentationFormat>如螢幕大小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4706</cp:revision>
  <dcterms:created xsi:type="dcterms:W3CDTF">2009-02-27T08:32:01Z</dcterms:created>
  <dcterms:modified xsi:type="dcterms:W3CDTF">2024-09-06T15:30:44Z</dcterms:modified>
</cp:coreProperties>
</file>