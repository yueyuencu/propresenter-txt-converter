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577" r:id="rId2"/>
    <p:sldId id="27578" r:id="rId3"/>
    <p:sldId id="27579" r:id="rId4"/>
    <p:sldId id="2758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20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38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7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01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12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137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3882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82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420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794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142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14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724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6007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9811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297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518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51644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主，祢召命何等清楚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558927" y="98757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804180B-C1A7-7A49-ADB6-C2209499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2640"/>
            <a:ext cx="9114119" cy="2952328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主，祢召命何等清楚，當阮注神聽祢：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照祢的話來活來信，明白祢做萬有主宰，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逐日去舊換新，𣍐致跋倒失敗。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8214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51644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主，祢召命何等清楚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558927" y="98757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804180B-C1A7-7A49-ADB6-C2209499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2640"/>
            <a:ext cx="9114119" cy="2952328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設使阮𣍐記得召命，重擔艱苦到極；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世上壓力擾亂心靈，疼心無力改變情景，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軟茈、厭倦、𣍐通修補空虛心靈。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1319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51644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主，祢召命何等清楚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558927" y="98757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804180B-C1A7-7A49-ADB6-C2209499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2640"/>
            <a:ext cx="9114119" cy="2952328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阮心敬服聖徒所行，阻礙互𪜶勇健；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美好信德阮著學習，才𣍐空空辜負主名；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助阮無閣失錯，遮蓋主恩顯露。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1513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51644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主，祢召命何等清楚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558927" y="987574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804180B-C1A7-7A49-ADB6-C2209499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2640"/>
            <a:ext cx="9114119" cy="2952328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主，祢交代阮所著做，無論單獨、做伙，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例行工程抱負異象，願阮無停攑目仰望，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十架最高模範，救贖功勞完全。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699453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227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2026-02-21T09:29:32Z</dcterms:modified>
</cp:coreProperties>
</file>