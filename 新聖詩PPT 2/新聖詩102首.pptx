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907" r:id="rId2"/>
    <p:sldId id="26908" r:id="rId3"/>
    <p:sldId id="26909" r:id="rId4"/>
    <p:sldId id="26910" r:id="rId5"/>
    <p:sldId id="26911" r:id="rId6"/>
    <p:sldId id="2691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939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24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720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24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938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27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9742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72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2226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485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2126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701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034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816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916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609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0715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7759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27AFF51-9882-AE42-8A44-EF962E2A6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咱的主出墓閣起，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祂刣贏死失的權勢，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天使報聖徒歡喜。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8426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A25F992-1B18-ED4D-BB23-13A97CABE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22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永遠活攏無閣死，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永遠活攏無閣死。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545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96274BF-0A8B-724C-814D-8CEA82534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8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佇天頂高高舉起，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降落聖神給咱啟示，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咱的中保就是祂。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911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57D097A-DC51-784C-9BB9-6160C0DDC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咱靠祂得著稱義，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咱靠祂得著稱義。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901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A0F6960-ADE1-214F-B777-25A8AECA7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永廢無死失絕望，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活命源頭咱著尊崇，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同心謳咾來敬奉。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6750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043608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043608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B1FEFE2-8DE1-854D-A152-6832C0FEC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活的主永遠的王，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哈利路亞！祂有復活！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活的主永遠的王。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5926621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271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4691</cp:revision>
  <dcterms:created xsi:type="dcterms:W3CDTF">2009-02-27T08:32:01Z</dcterms:created>
  <dcterms:modified xsi:type="dcterms:W3CDTF">2025-04-11T23:02:40Z</dcterms:modified>
</cp:coreProperties>
</file>