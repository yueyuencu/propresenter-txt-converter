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88" r:id="rId2"/>
    <p:sldId id="5289" r:id="rId3"/>
    <p:sldId id="5290" r:id="rId4"/>
    <p:sldId id="5291" r:id="rId5"/>
    <p:sldId id="5292" r:id="rId6"/>
    <p:sldId id="5293" r:id="rId7"/>
    <p:sldId id="5294" r:id="rId8"/>
    <p:sldId id="5295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92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22/3/12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快樂，快樂，阮來敬拜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耀上帝大仁愛，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心神歡喜到主面前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攑頭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仰望心光明；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35255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悲傷憂愁，求主趕散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僥疑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、烏暗無罩倚，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永遠快樂源頭來臨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燦爛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光明入阮心。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08681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受造萬物一齊謳咾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同心圍纍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主寶座，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天使世人相及吟詩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地下大歡喜；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914238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高山、深谷、田野草花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青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翠平原涼風吹，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鳥隻詩歌，輕聲水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泉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頌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主疼痛永無息。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31610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主祢赦免，主祢賜福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堪受尊崇永稱頌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活跳性命，喜樂源頭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若海廣闊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，水長流；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809540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上主天父，基督兄弟， 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四海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一家親無比，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人人相疼，和睦徛起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享受喜樂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永無離。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818440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日月星辰相及應聲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一齊謳咾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主聖名，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上帝慈愛普及人類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手足相疼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極寶貴；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32017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915566"/>
            <a:ext cx="9114119" cy="39604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稱讚不斷直直向前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一路奮鬪會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得勝，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喜樂歌聲響亮無停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導咱入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凱旋人生。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4-2.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11365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20642</TotalTime>
  <Words>278</Words>
  <Application>Microsoft Macintosh PowerPoint</Application>
  <PresentationFormat>如螢幕大小 (16:9)</PresentationFormat>
  <Paragraphs>56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4707</cp:revision>
  <dcterms:created xsi:type="dcterms:W3CDTF">2009-02-27T08:32:01Z</dcterms:created>
  <dcterms:modified xsi:type="dcterms:W3CDTF">2022-03-12T14:25:59Z</dcterms:modified>
</cp:coreProperties>
</file>