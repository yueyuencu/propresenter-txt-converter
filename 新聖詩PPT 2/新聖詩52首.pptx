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338" r:id="rId2"/>
    <p:sldId id="26339" r:id="rId3"/>
    <p:sldId id="26340" r:id="rId4"/>
    <p:sldId id="2634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1875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6284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437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204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75885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44444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0873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8817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3287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5047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8276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1821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27191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3515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75814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2024/11/30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6505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早佇大闢王的城裡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98681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98D02951-79AC-C347-9927-ACC940039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646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早佇大闢王的城裡，一個羊廄真卑微，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內面一個嬰仔出世，佇槽內用布包祂；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老母叫做馬利亞，救主耶穌做嬰仔。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1090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早佇大闢王的城裡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98681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0EC167F-CB66-B448-90E1-2AC11BFE6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646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上帝聖子放拺榮光，降落世間受艱苦，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只有草棚通遮風雨，只有草槽做床舖；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榮光救主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世間，交陪卑微艱苦人。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1375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早佇大闢王的城裡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98681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6A5A9E7-3E78-9E4D-B6D1-06E83E7A8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646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聖主耶穌做咱模樣，做囝仔及咱相同，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孝順父母趁</a:t>
            </a:r>
            <a:r>
              <a:rPr lang="zh-TW" altLang="zh-TW" sz="39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教示，勤勤讀冊學做工；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知枵知寒及咱平，流目屎也曾歡喜。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22970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339502"/>
            <a:ext cx="547260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326548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早佇大闢王的城裡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986814"/>
            <a:ext cx="115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4AE120EB-0206-4B44-8543-11011F734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646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咱主耶穌今佇天堂，掌權柄啲做咱王；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咱來靠祂得著拯救，路尾導咱到天堂；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彈琴吟詩同歡喜，享受福氣大無比。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77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1469196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20643</TotalTime>
  <Words>244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全宋體-2</vt:lpstr>
      <vt:lpstr>微軟正黑體</vt:lpstr>
      <vt:lpstr>新細明體</vt:lpstr>
      <vt:lpstr>新細明體-ExtB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2024-11-30T00:54:11Z</dcterms:modified>
</cp:coreProperties>
</file>