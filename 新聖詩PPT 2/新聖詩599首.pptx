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4" r:id="rId2"/>
    <p:sldId id="5275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60" y="-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無論佇甚麼時陣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，無論佇甚麼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時陣，</a:t>
            </a:r>
          </a:p>
          <a:p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通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互苦難贏去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，也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通悲傷失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志，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有耶穌的疼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，有耶穌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的疼，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著信有耶穌的疼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61480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無論佇甚麼境遇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，無論佇甚麼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境遇，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著向望將來福氣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，主會賜信仰勇氣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有耶穌的疼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，有耶穌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的疼，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因為有耶穌的疼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3767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68</Words>
  <Application>Microsoft Macintosh PowerPoint</Application>
  <PresentationFormat>如螢幕大小 (4:3)</PresentationFormat>
  <Paragraphs>12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2015-06-13T15:06:30Z</dcterms:modified>
</cp:coreProperties>
</file>