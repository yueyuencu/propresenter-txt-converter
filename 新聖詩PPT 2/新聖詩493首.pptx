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4694" r:id="rId2"/>
    <p:sldId id="4695" r:id="rId3"/>
    <p:sldId id="4696" r:id="rId4"/>
    <p:sldId id="4697" r:id="rId5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0BE5"/>
    <a:srgbClr val="0000CC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70" d="100"/>
          <a:sy n="70" d="100"/>
        </p:scale>
        <p:origin x="-2792" y="-7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13/10/11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211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88CCF8A-AB24-42DD-819E-1EB8CAADC4ED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5235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552586B-F5EF-4F9E-9216-A52FEEF4D966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6259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BE15027-5200-473B-9571-BC6D86BF6336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728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51162A-CD32-4DB8-B738-9092EE2312E9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13/10/11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13/10/11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13/10/11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13/10/11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13/10/11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13/10/11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13/10/11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13/10/11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13/10/11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13/10/11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13/10/11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13/10/11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標題 5"/>
          <p:cNvSpPr>
            <a:spLocks noGrp="1"/>
          </p:cNvSpPr>
          <p:nvPr>
            <p:ph type="ctrTitle"/>
          </p:nvPr>
        </p:nvSpPr>
        <p:spPr>
          <a:xfrm>
            <a:off x="714375" y="590550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36867" name="副標題 6"/>
          <p:cNvSpPr>
            <a:spLocks noGrp="1"/>
          </p:cNvSpPr>
          <p:nvPr>
            <p:ph type="subTitle" idx="1"/>
          </p:nvPr>
        </p:nvSpPr>
        <p:spPr>
          <a:xfrm>
            <a:off x="0" y="3071813"/>
            <a:ext cx="9144000" cy="3563937"/>
          </a:xfrm>
        </p:spPr>
        <p:txBody>
          <a:bodyPr/>
          <a:lstStyle/>
          <a:p>
            <a:r>
              <a:rPr lang="en-US" altLang="zh-TW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1.</a:t>
            </a:r>
            <a:r>
              <a:rPr lang="zh-TW" altLang="en-US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人生風雲行到晚年，</a:t>
            </a:r>
          </a:p>
          <a:p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親像彩霞滿天。</a:t>
            </a:r>
          </a:p>
          <a:p>
            <a:r>
              <a:rPr lang="zh-TW" altLang="en-US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敬虔知足，時常吟詩，</a:t>
            </a:r>
          </a:p>
          <a:p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日子快樂無比。</a:t>
            </a:r>
            <a:endParaRPr lang="en-US" altLang="zh-TW" dirty="0" smtClean="0">
              <a:solidFill>
                <a:srgbClr val="0000CC"/>
              </a:solidFill>
              <a:latin typeface="華康中特圓體" pitchFamily="49" charset="-120"/>
              <a:ea typeface="華康中特圓體" pitchFamily="49" charset="-120"/>
            </a:endParaRPr>
          </a:p>
          <a:p>
            <a:pPr algn="r"/>
            <a:r>
              <a:rPr lang="zh-TW" altLang="en-US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新聖詩</a:t>
            </a:r>
            <a:r>
              <a:rPr lang="en-US" altLang="zh-TW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493</a:t>
            </a:r>
            <a:r>
              <a:rPr lang="zh-TW" altLang="en-US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首（</a:t>
            </a:r>
            <a:r>
              <a:rPr lang="en-US" altLang="zh-TW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1/</a:t>
            </a:r>
            <a:r>
              <a:rPr lang="zh-TW" altLang="zh-TW" u="sng" dirty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4</a:t>
            </a:r>
            <a:r>
              <a:rPr lang="zh-TW" altLang="en-US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）</a:t>
            </a:r>
          </a:p>
          <a:p>
            <a:endParaRPr lang="zh-TW" altLang="en-US" dirty="0" smtClean="0">
              <a:solidFill>
                <a:schemeClr val="tx1"/>
              </a:solidFill>
              <a:latin typeface="華康中特圓體" pitchFamily="49" charset="-120"/>
              <a:ea typeface="華康中特圓體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875599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內容版面配置區 2"/>
          <p:cNvSpPr>
            <a:spLocks noGrp="1"/>
          </p:cNvSpPr>
          <p:nvPr>
            <p:ph idx="1"/>
          </p:nvPr>
        </p:nvSpPr>
        <p:spPr>
          <a:xfrm>
            <a:off x="0" y="3071813"/>
            <a:ext cx="9144000" cy="3937000"/>
          </a:xfrm>
        </p:spPr>
        <p:txBody>
          <a:bodyPr/>
          <a:lstStyle/>
          <a:p>
            <a:pPr algn="ctr">
              <a:buNone/>
            </a:pPr>
            <a:r>
              <a:rPr lang="en-US" altLang="zh-TW" dirty="0" smtClean="0">
                <a:latin typeface="華康中特圓體" pitchFamily="49" charset="-120"/>
                <a:ea typeface="華康中特圓體" pitchFamily="49" charset="-120"/>
              </a:rPr>
              <a:t>2.</a:t>
            </a: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人生歲月來到晚年，</a:t>
            </a:r>
          </a:p>
          <a:p>
            <a:pPr algn="ctr">
              <a:buNone/>
            </a:pP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煩惱掛慮交纏，</a:t>
            </a:r>
          </a:p>
          <a:p>
            <a:pPr algn="ctr">
              <a:buNone/>
            </a:pP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得主恩典安慰扶持，</a:t>
            </a:r>
          </a:p>
          <a:p>
            <a:pPr algn="ctr">
              <a:buNone/>
            </a:pP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烏暗會變青天。</a:t>
            </a:r>
            <a:endParaRPr lang="en-US" altLang="zh-TW" dirty="0" smtClean="0">
              <a:solidFill>
                <a:srgbClr val="0000CC"/>
              </a:solidFill>
              <a:latin typeface="華康中特圓體" pitchFamily="49" charset="-120"/>
              <a:ea typeface="華康中特圓體" pitchFamily="49" charset="-120"/>
            </a:endParaRPr>
          </a:p>
          <a:p>
            <a:pPr algn="r">
              <a:buNone/>
            </a:pPr>
            <a:r>
              <a:rPr lang="zh-TW" altLang="en-US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新聖詩</a:t>
            </a:r>
            <a:r>
              <a:rPr lang="en-US" altLang="zh-TW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493</a:t>
            </a:r>
            <a:r>
              <a:rPr lang="zh-TW" altLang="en-US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首（</a:t>
            </a:r>
            <a:r>
              <a:rPr lang="en-US" altLang="zh-TW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2/4</a:t>
            </a:r>
            <a:r>
              <a:rPr lang="zh-TW" altLang="en-US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）</a:t>
            </a:r>
          </a:p>
          <a:p>
            <a:pPr algn="ctr">
              <a:buFont typeface="Arial" charset="0"/>
              <a:buNone/>
            </a:pPr>
            <a:endParaRPr lang="zh-TW" altLang="en-US" dirty="0" smtClean="0">
              <a:solidFill>
                <a:srgbClr val="2A0BE5"/>
              </a:solidFill>
              <a:latin typeface="華康中特圓體" pitchFamily="49" charset="-120"/>
              <a:ea typeface="華康中特圓體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377485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標題 1"/>
          <p:cNvSpPr>
            <a:spLocks noGrp="1"/>
          </p:cNvSpPr>
          <p:nvPr>
            <p:ph type="title"/>
          </p:nvPr>
        </p:nvSpPr>
        <p:spPr>
          <a:xfrm>
            <a:off x="500063" y="642938"/>
            <a:ext cx="8229600" cy="1143000"/>
          </a:xfrm>
        </p:spPr>
        <p:txBody>
          <a:bodyPr/>
          <a:lstStyle/>
          <a:p>
            <a:endParaRPr lang="zh-TW" altLang="en-US" u="sng" smtClean="0"/>
          </a:p>
        </p:txBody>
      </p:sp>
      <p:sp>
        <p:nvSpPr>
          <p:cNvPr id="39939" name="內容版面配置區 2"/>
          <p:cNvSpPr>
            <a:spLocks noGrp="1"/>
          </p:cNvSpPr>
          <p:nvPr>
            <p:ph idx="1"/>
          </p:nvPr>
        </p:nvSpPr>
        <p:spPr>
          <a:xfrm>
            <a:off x="0" y="3071813"/>
            <a:ext cx="9144000" cy="3311525"/>
          </a:xfrm>
        </p:spPr>
        <p:txBody>
          <a:bodyPr/>
          <a:lstStyle/>
          <a:p>
            <a:pPr algn="ctr">
              <a:buNone/>
            </a:pPr>
            <a:r>
              <a:rPr lang="en-US" altLang="zh-TW" dirty="0" smtClean="0">
                <a:latin typeface="華康中特圓體" pitchFamily="49" charset="-120"/>
                <a:ea typeface="華康中特圓體" pitchFamily="49" charset="-120"/>
              </a:rPr>
              <a:t>3.</a:t>
            </a: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銀髮金絲</a:t>
            </a:r>
            <a:r>
              <a:rPr lang="zh-TW" altLang="en-US" dirty="0" smtClean="0">
                <a:latin typeface="EUDC" pitchFamily="49" charset="-120"/>
                <a:ea typeface="EUDC" pitchFamily="49" charset="-120"/>
              </a:rPr>
              <a:t></a:t>
            </a: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的冕旒， </a:t>
            </a:r>
          </a:p>
          <a:p>
            <a:pPr algn="ctr">
              <a:buNone/>
            </a:pP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  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流露貴氣芳油，</a:t>
            </a:r>
          </a:p>
          <a:p>
            <a:pPr algn="ctr">
              <a:buNone/>
            </a:pP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  義人興旺親像棕樹，</a:t>
            </a:r>
          </a:p>
          <a:p>
            <a:pPr algn="ctr">
              <a:buNone/>
            </a:pP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  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代代得主保守。</a:t>
            </a:r>
            <a:endParaRPr lang="en-US" altLang="zh-TW" dirty="0" smtClean="0">
              <a:solidFill>
                <a:srgbClr val="0000CC"/>
              </a:solidFill>
              <a:latin typeface="華康中特圓體" pitchFamily="49" charset="-120"/>
              <a:ea typeface="華康中特圓體" pitchFamily="49" charset="-120"/>
            </a:endParaRPr>
          </a:p>
          <a:p>
            <a:pPr algn="r">
              <a:buNone/>
            </a:pPr>
            <a:r>
              <a:rPr lang="zh-TW" altLang="en-US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新聖詩</a:t>
            </a:r>
            <a:r>
              <a:rPr lang="en-US" altLang="zh-TW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493</a:t>
            </a:r>
            <a:r>
              <a:rPr lang="zh-TW" altLang="en-US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首（</a:t>
            </a:r>
            <a:r>
              <a:rPr lang="en-US" altLang="zh-TW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3/4</a:t>
            </a:r>
            <a:r>
              <a:rPr lang="zh-TW" altLang="en-US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）</a:t>
            </a:r>
          </a:p>
          <a:p>
            <a:pPr>
              <a:buFont typeface="Arial" charset="0"/>
              <a:buNone/>
            </a:pPr>
            <a:endParaRPr lang="zh-TW" altLang="en-US" dirty="0" smtClean="0">
              <a:solidFill>
                <a:srgbClr val="2A0BE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5792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標題 1"/>
          <p:cNvSpPr>
            <a:spLocks noGrp="1"/>
          </p:cNvSpPr>
          <p:nvPr>
            <p:ph type="title"/>
          </p:nvPr>
        </p:nvSpPr>
        <p:spPr>
          <a:xfrm>
            <a:off x="571500" y="642938"/>
            <a:ext cx="8229600" cy="1143000"/>
          </a:xfrm>
        </p:spPr>
        <p:txBody>
          <a:bodyPr/>
          <a:lstStyle/>
          <a:p>
            <a:endParaRPr lang="zh-TW" altLang="en-US" sz="4800" u="sng" smtClean="0"/>
          </a:p>
        </p:txBody>
      </p:sp>
      <p:sp>
        <p:nvSpPr>
          <p:cNvPr id="40963" name="內容版面配置區 2"/>
          <p:cNvSpPr>
            <a:spLocks noGrp="1"/>
          </p:cNvSpPr>
          <p:nvPr>
            <p:ph idx="1"/>
          </p:nvPr>
        </p:nvSpPr>
        <p:spPr>
          <a:xfrm>
            <a:off x="179512" y="3068960"/>
            <a:ext cx="8748464" cy="3481387"/>
          </a:xfrm>
        </p:spPr>
        <p:txBody>
          <a:bodyPr/>
          <a:lstStyle/>
          <a:p>
            <a:pPr algn="ctr">
              <a:buNone/>
            </a:pPr>
            <a:r>
              <a:rPr lang="en-US" altLang="zh-TW" dirty="0" smtClean="0">
                <a:latin typeface="華康中特圓體" pitchFamily="49" charset="-120"/>
                <a:ea typeface="華康中特圓體" pitchFamily="49" charset="-120"/>
              </a:rPr>
              <a:t>4.</a:t>
            </a: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活命的花照時常開，</a:t>
            </a:r>
          </a:p>
          <a:p>
            <a:pPr algn="ctr">
              <a:buNone/>
            </a:pP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  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樹葉四季青翠 </a:t>
            </a:r>
          </a:p>
          <a:p>
            <a:pPr algn="ctr">
              <a:buNone/>
            </a:pP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  松年朋友大家做堆，</a:t>
            </a:r>
          </a:p>
          <a:p>
            <a:pPr algn="ctr">
              <a:buNone/>
            </a:pP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  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享受晚年尊貴。</a:t>
            </a:r>
            <a:endParaRPr lang="en-US" altLang="zh-TW" dirty="0">
              <a:solidFill>
                <a:srgbClr val="0000CC"/>
              </a:solidFill>
              <a:latin typeface="華康中特圓體" pitchFamily="49" charset="-120"/>
              <a:ea typeface="華康中特圓體" pitchFamily="49" charset="-120"/>
            </a:endParaRPr>
          </a:p>
          <a:p>
            <a:pPr algn="r">
              <a:buNone/>
            </a:pPr>
            <a:r>
              <a:rPr lang="zh-TW" altLang="en-US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新聖詩</a:t>
            </a:r>
            <a:r>
              <a:rPr lang="en-US" altLang="zh-TW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493</a:t>
            </a:r>
            <a:r>
              <a:rPr lang="zh-TW" altLang="en-US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首（</a:t>
            </a:r>
            <a:r>
              <a:rPr lang="en-US" altLang="zh-TW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4/4</a:t>
            </a:r>
            <a:r>
              <a:rPr lang="zh-TW" altLang="en-US" u="sng" dirty="0" smtClean="0">
                <a:solidFill>
                  <a:schemeClr val="tx1"/>
                </a:solidFill>
                <a:latin typeface="華康中特圓體" pitchFamily="49" charset="-120"/>
                <a:ea typeface="華康中特圓體" pitchFamily="49" charset="-120"/>
              </a:rPr>
              <a:t>）</a:t>
            </a:r>
          </a:p>
          <a:p>
            <a:pPr algn="ctr">
              <a:buFont typeface="Arial" charset="0"/>
              <a:buNone/>
            </a:pPr>
            <a:endParaRPr lang="zh-TW" altLang="en-US" dirty="0" smtClean="0">
              <a:solidFill>
                <a:srgbClr val="2A0BE5"/>
              </a:solidFill>
              <a:latin typeface="華康中特圓體" pitchFamily="49" charset="-120"/>
              <a:ea typeface="華康中特圓體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85019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19262</TotalTime>
  <Words>117</Words>
  <Application>Microsoft Macintosh PowerPoint</Application>
  <PresentationFormat>如螢幕大小 (4:3)</PresentationFormat>
  <Paragraphs>24</Paragraphs>
  <Slides>4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5" baseType="lpstr"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4163</cp:revision>
  <dcterms:created xsi:type="dcterms:W3CDTF">2009-02-27T08:32:01Z</dcterms:created>
  <dcterms:modified xsi:type="dcterms:W3CDTF">2013-10-11T15:22:57Z</dcterms:modified>
</cp:coreProperties>
</file>