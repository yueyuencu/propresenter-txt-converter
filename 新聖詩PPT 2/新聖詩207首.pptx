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7" r:id="rId2"/>
    <p:sldId id="5278" r:id="rId3"/>
    <p:sldId id="5279" r:id="rId4"/>
    <p:sldId id="5280" r:id="rId5"/>
    <p:sldId id="5281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44" y="-4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15/9/13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15/9/13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15/9/13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15/9/13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15/9/13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15/9/13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15/9/13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上帝至高，我愛稱讚，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常常謳咾出聲；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嘴</a:t>
            </a:r>
            <a:r>
              <a:rPr lang="zh-TW" altLang="en-US" dirty="0" smtClean="0">
                <a:solidFill>
                  <a:srgbClr val="000000"/>
                </a:solidFill>
                <a:latin typeface="華康中圓體"/>
                <a:ea typeface="華康中圓體"/>
              </a:rPr>
              <a:t>攏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dirty="0" smtClean="0">
                <a:solidFill>
                  <a:srgbClr val="000000"/>
                </a:solidFill>
                <a:latin typeface="華康中圓體"/>
                <a:ea typeface="華康中圓體"/>
              </a:rPr>
              <a:t>恬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，心神數念，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誇口我主的名</a:t>
            </a:r>
            <a:r>
              <a:rPr lang="zh-TW" altLang="en-US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4461127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謙卑的人聽見此項，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會掠祂做歡喜；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今咱大家稱讚上帝，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祂名著鬪興起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7564721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所驚的事，我曾求主， 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祂攏給我除了；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攑頭看祂就得福氣， 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面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抵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著見誚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3053890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今咱大家，做主聖的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著敬畏祂的名；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主有恩惠，人若敬畏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就無欠缺一件。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5944905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5.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獅子曾枵，欠食聽候，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四界討食空空； 　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見若尋主，無欠好事，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好物無欠半項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0541958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133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2015-09-12T16:51:20Z</dcterms:modified>
</cp:coreProperties>
</file>