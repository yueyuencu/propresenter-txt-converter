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8" r:id="rId2"/>
    <p:sldId id="5289" r:id="rId3"/>
    <p:sldId id="5290" r:id="rId4"/>
    <p:sldId id="5291" r:id="rId5"/>
    <p:sldId id="529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36" y="-9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24/1/20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忠實眾信徒信仰深、地基固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的話，就尋著活命路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耶穌祢以外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，無有名通倚靠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全心仰望祢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，免驚惶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錯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284539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勇敢閣壯膽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，我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</a:t>
            </a:r>
            <a:r>
              <a:rPr lang="zh-TW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放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拺你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我做你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的主，永遠欲幫助你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我大權能及恩典來牽你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伸出我雙手扶持你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、賜福你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2.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763172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雖然溪水深，我疼你攏無停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憂傷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若苦海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驚，著進前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我欲陪伴你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，互艱難變祝福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引導閣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保護，互憂傷變快樂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3.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547937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抵著大試煉，著聽趁我命令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施落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我恩典，你一生夠額用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火焰</a:t>
            </a:r>
            <a:r>
              <a:rPr lang="zh-TW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傷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你，是照我的旨意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親像煉黃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金，成聖潔無通比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4.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193229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131590"/>
            <a:ext cx="9114119" cy="3744416"/>
          </a:xfrm>
        </p:spPr>
        <p:txBody>
          <a:bodyPr/>
          <a:lstStyle/>
          <a:p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倚靠我恩典，你心靈得安歇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對敵佇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面前，你會得我疼惜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魔鬼雖攻擊</a:t>
            </a: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，你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靈魂</a:t>
            </a:r>
            <a:r>
              <a:rPr lang="zh-TW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受害</a:t>
            </a:r>
            <a:r>
              <a:rPr lang="zh-TW" altLang="en-US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我欲保守你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zh-TW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致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到大失敗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32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267494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5.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080128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202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2024-01-20T11:38:55Z</dcterms:modified>
</cp:coreProperties>
</file>