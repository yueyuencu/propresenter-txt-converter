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62" r:id="rId2"/>
    <p:sldId id="5263" r:id="rId3"/>
    <p:sldId id="5264" r:id="rId4"/>
    <p:sldId id="5265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80" y="-7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特圓體" pitchFamily="49" charset="-120"/>
              </a:rPr>
              <a:t>1.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人若抵著憂悶傷悲，伊若聽見主名字；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心內憂悶變成歡喜，時時感謝永無離。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主耶穌聖尊名，世上所向望是祂，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有一項大向望，就是天裡的歡喜。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131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1/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060933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咱今深信救主耶穌，心無搖泏，著堅固；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雖然抵著患難艱苦，迫切祈禱得保護。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主耶穌聖尊名，世上所向望是祂，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有一項大向望，就是天裡的歡喜。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131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2/4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endParaRPr lang="en-US" altLang="zh-TW" u="sng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424444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倚靠救主至聖名字，我就得著大福氣；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伸祂聖手抱我彼時，我心滿滿有歡喜。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主耶穌聖尊名，世上所向望是祂，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有一項大向望，就是天裡的歡喜。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131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3/4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endParaRPr lang="en-US" altLang="zh-TW" u="sng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8211316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天下萬國的眾子兒，稱呼耶穌聖名字；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咱今著獻寶貝禮物，逐時逐刻榮光祂。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 主耶穌聖尊名，世上所向望是祂，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有一項大向望，就是天裡的歡喜。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131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4/4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endParaRPr lang="en-US" altLang="zh-TW" u="sng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224471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20615</TotalTime>
  <Words>162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4679</cp:revision>
  <dcterms:created xsi:type="dcterms:W3CDTF">2009-02-27T08:32:01Z</dcterms:created>
  <dcterms:modified xsi:type="dcterms:W3CDTF">2014-04-12T03:37:10Z</dcterms:modified>
</cp:coreProperties>
</file>