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306" r:id="rId2"/>
    <p:sldId id="27328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79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93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473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6515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423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745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990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181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7562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755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521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9182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2451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514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03548" y="1173935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願主旨意得成佇地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67561"/>
            <a:ext cx="9114119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旨意得成佇地，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旨意得成佇地，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5255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願主旨意得成佇地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7654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願主旨意得成佇地，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願主旨意得成佇地，</a:t>
            </a:r>
            <a:endParaRPr lang="zh-TW" altLang="en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願主旨意得成佇地</a:t>
            </a:r>
            <a:r>
              <a:rPr lang="zh-TW" altLang="en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20F68A-CDD7-7B40-AE4A-48B7ED887938}"/>
              </a:ext>
            </a:extLst>
          </p:cNvPr>
          <p:cNvSpPr txBox="1"/>
          <p:nvPr/>
        </p:nvSpPr>
        <p:spPr>
          <a:xfrm>
            <a:off x="503548" y="1173935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3975544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82</Words>
  <Application>Microsoft Macintosh PowerPoint</Application>
  <PresentationFormat>如螢幕大小 (16:9)</PresentationFormat>
  <Paragraphs>13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2025-07-19T01:20:09Z</dcterms:modified>
</cp:coreProperties>
</file>