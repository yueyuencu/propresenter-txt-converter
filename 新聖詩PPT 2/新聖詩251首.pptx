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6" r:id="rId2"/>
    <p:sldId id="5277" r:id="rId3"/>
    <p:sldId id="5278" r:id="rId4"/>
    <p:sldId id="5279" r:id="rId5"/>
    <p:sldId id="5280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728" y="-2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16/3/20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3960440"/>
          </a:xfrm>
        </p:spPr>
        <p:txBody>
          <a:bodyPr/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複歌</a:t>
            </a:r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】</a:t>
            </a: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著謳咾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主，哈利路亞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，大家著來謳咾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著謳咾主，哈利路亞，大家著來謳咾主。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>
              <a:spcBef>
                <a:spcPts val="18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著歕哨角謳咾祂，彈琴彈瑟謳咾祂，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拍鼓跳舞來謳咾祂，謳咾，無論佇叨位。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759333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3960440"/>
          </a:xfrm>
        </p:spPr>
        <p:txBody>
          <a:bodyPr/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複歌</a:t>
            </a:r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】</a:t>
            </a: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著謳咾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主，哈利路亞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，大家著來謳咾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著謳咾主，哈利路亞，大家著來謳咾主。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>
              <a:spcBef>
                <a:spcPts val="18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著用鐃鈸謳咾祂，著用絲弦的樂器，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歕簫用鐃鈸謳咾祂，謳咾，盡所有氣力。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7586335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3960440"/>
          </a:xfrm>
        </p:spPr>
        <p:txBody>
          <a:bodyPr/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複歌</a:t>
            </a:r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】</a:t>
            </a: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著謳咾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主，哈利路亞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，大家著來謳咾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著謳咾主，哈利路亞，大家著來謳咾主。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>
              <a:spcBef>
                <a:spcPts val="18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著佇聖所謳咾祂，為祂大權能所做，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為祂美好豐盛恩典，賞賜咱逐項夠額。 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631360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132856"/>
            <a:ext cx="9144000" cy="3960440"/>
          </a:xfrm>
        </p:spPr>
        <p:txBody>
          <a:bodyPr/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複歌</a:t>
            </a:r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】</a:t>
            </a: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著謳咾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主，哈利路亞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，大家著來謳咾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著謳咾主，哈利路亞，大家著來謳咾主。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>
              <a:spcBef>
                <a:spcPts val="1800"/>
              </a:spcBef>
            </a:pP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4.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著佇高山謳咾祂，暝日謳咾祂無停，</a:t>
            </a: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雖然有憂傷抑失志，凡事通對主謳咾。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 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 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464799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708920"/>
            <a:ext cx="9144000" cy="2808312"/>
          </a:xfrm>
        </p:spPr>
        <p:txBody>
          <a:bodyPr/>
          <a:lstStyle/>
          <a:p>
            <a:pPr algn="l"/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複歌</a:t>
            </a:r>
            <a:r>
              <a:rPr lang="en-US" altLang="zh-TW" dirty="0" smtClean="0">
                <a:solidFill>
                  <a:schemeClr val="tx1"/>
                </a:solidFill>
                <a:ea typeface="華康中圓體"/>
              </a:rPr>
              <a:t>】</a:t>
            </a:r>
          </a:p>
          <a:p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著謳咾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主，哈利路亞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，大家著來謳咾</a:t>
            </a:r>
            <a:r>
              <a:rPr lang="zh-TW" altLang="en-US" dirty="0">
                <a:solidFill>
                  <a:schemeClr val="tx1"/>
                </a:solidFill>
                <a:ea typeface="華康中圓體"/>
              </a:rPr>
              <a:t>主</a:t>
            </a:r>
            <a:r>
              <a:rPr lang="zh-TW" altLang="en-US" dirty="0" smtClean="0">
                <a:solidFill>
                  <a:schemeClr val="tx1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chemeClr val="tx1"/>
              </a:solidFill>
              <a:ea typeface="華康中圓體"/>
            </a:endParaRPr>
          </a:p>
          <a:p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著謳咾主，哈利路亞，大家著來謳咾主。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51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5/5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17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8147469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20644</TotalTime>
  <Words>202</Words>
  <Application>Microsoft Macintosh PowerPoint</Application>
  <PresentationFormat>如螢幕大小 (4:3)</PresentationFormat>
  <Paragraphs>33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4697</cp:revision>
  <dcterms:created xsi:type="dcterms:W3CDTF">2009-02-27T08:32:01Z</dcterms:created>
  <dcterms:modified xsi:type="dcterms:W3CDTF">2016-03-19T17:55:44Z</dcterms:modified>
</cp:coreProperties>
</file>