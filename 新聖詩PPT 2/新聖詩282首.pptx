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7465" r:id="rId2"/>
    <p:sldId id="27466" r:id="rId3"/>
    <p:sldId id="27467" r:id="rId4"/>
    <p:sldId id="27468" r:id="rId5"/>
    <p:sldId id="27469" r:id="rId6"/>
    <p:sldId id="27470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2025/9/13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09200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6967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4132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1154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9282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3885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38879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54538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53069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88598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51534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71287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47630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81382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53254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83408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67874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01997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619672" y="325868"/>
            <a:ext cx="532859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619672" y="314820"/>
            <a:ext cx="53285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感謝主，著感謝主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95536" y="699541"/>
            <a:ext cx="93610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F0185A69-2152-414E-91B4-5E5512CAFA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1" y="1315094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感謝主，著感謝主，著感謝主上帝。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感謝主，著感謝主，著感謝主上帝。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因為祂慈愛及恩典永遠存在。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感謝主，著感謝主，著感謝主上帝。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282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302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195690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619672" y="325868"/>
            <a:ext cx="532859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619672" y="314820"/>
            <a:ext cx="53285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感謝主，著感謝主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95536" y="699541"/>
            <a:ext cx="93610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F0185A69-2152-414E-91B4-5E5512CAFA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1" y="1491630"/>
            <a:ext cx="9114119" cy="305685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謳咾主，著謳咾主，著謳咾主上帝。 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因為祂慈愛及恩典永遠存在。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謳咾主，著謳咾主，著謳咾主上帝。 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282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302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577800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619672" y="325868"/>
            <a:ext cx="532859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619672" y="314820"/>
            <a:ext cx="53285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感謝主，著感謝主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95536" y="699541"/>
            <a:ext cx="93610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F0185A69-2152-414E-91B4-5E5512CAFA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1" y="1491630"/>
            <a:ext cx="9114119" cy="305685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敬拜主，著敬拜主，著敬拜主上帝。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因為祂慈愛及恩典永遠存在。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敬拜主，著敬拜主，著敬拜主上帝。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282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302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055994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619672" y="325868"/>
            <a:ext cx="532859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619672" y="314820"/>
            <a:ext cx="53285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感謝主，著感謝主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95536" y="699541"/>
            <a:ext cx="93610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F0185A69-2152-414E-91B4-5E5512CAFA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1" y="1491630"/>
            <a:ext cx="9114119" cy="305685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祈禱主，著祈禱主，著祈禱主上帝。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因為祂慈愛及恩典永遠存在。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祈禱主，著祈禱主，著祈禱主上帝。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282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302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742532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619672" y="325868"/>
            <a:ext cx="532859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619672" y="314820"/>
            <a:ext cx="53285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感謝主，著感謝主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95536" y="699541"/>
            <a:ext cx="93610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F0185A69-2152-414E-91B4-5E5512CAFA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1" y="1491630"/>
            <a:ext cx="9114119" cy="305685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服事主，著服事主，著服事主上帝。 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因為祂慈愛及恩典永遠存在。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服事主，著服事主，著服事主上帝。 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282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302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390688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619672" y="325868"/>
            <a:ext cx="532859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619672" y="314820"/>
            <a:ext cx="53285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感謝主，著感謝主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95536" y="699541"/>
            <a:ext cx="93610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6.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F0185A69-2152-414E-91B4-5E5512CAFA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1" y="1491630"/>
            <a:ext cx="9114119" cy="305685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見證主，著見證主，著見證主上帝。  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因為祂慈愛及恩典永遠存在。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見證主，著見證主，著見證主上帝。  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282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302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317584008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20648</TotalTime>
  <Words>332</Words>
  <Application>Microsoft Macintosh PowerPoint</Application>
  <PresentationFormat>如螢幕大小 (16:9)</PresentationFormat>
  <Paragraphs>43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4704</cp:revision>
  <dcterms:created xsi:type="dcterms:W3CDTF">2009-02-27T08:32:01Z</dcterms:created>
  <dcterms:modified xsi:type="dcterms:W3CDTF">2025-09-13T07:24:33Z</dcterms:modified>
</cp:coreProperties>
</file>