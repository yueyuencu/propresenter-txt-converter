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5277" r:id="rId2"/>
    <p:sldId id="5278" r:id="rId3"/>
    <p:sldId id="5279" r:id="rId4"/>
    <p:sldId id="5280" r:id="rId5"/>
    <p:sldId id="5281" r:id="rId6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256" y="-4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interSettings" Target="printerSettings/printerSettings1.bin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15/4/18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15/4/18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15/4/18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15/4/18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15/4/18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15/4/18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15/4/18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15/4/18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15/4/18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15/4/18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15/4/18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15/4/18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15/4/18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  <a:latin typeface="華康中圓體"/>
                <a:ea typeface="華康中圓體"/>
              </a:rPr>
              <a:t>1</a:t>
            </a:r>
            <a:r>
              <a:rPr lang="en-US" altLang="zh-TW" dirty="0" smtClean="0">
                <a:solidFill>
                  <a:schemeClr val="tx1"/>
                </a:solidFill>
                <a:latin typeface="華康中圓體"/>
                <a:ea typeface="華康中圓體"/>
              </a:rPr>
              <a:t>.</a:t>
            </a:r>
            <a:r>
              <a:rPr lang="zh-TW" altLang="zh-TW" dirty="0">
                <a:solidFill>
                  <a:schemeClr val="tx1"/>
                </a:solidFill>
                <a:latin typeface="華康中圓體"/>
                <a:ea typeface="華康中圓體"/>
              </a:rPr>
              <a:t>上帝原本是我牧者，</a:t>
            </a:r>
          </a:p>
          <a:p>
            <a:r>
              <a:rPr lang="zh-TW" altLang="zh-TW" dirty="0">
                <a:solidFill>
                  <a:srgbClr val="0000CC"/>
                </a:solidFill>
                <a:latin typeface="華康中圓體"/>
                <a:ea typeface="華康中圓體"/>
              </a:rPr>
              <a:t>賞賜逐項夠額；</a:t>
            </a:r>
          </a:p>
          <a:p>
            <a:r>
              <a:rPr lang="zh-TW" altLang="zh-TW" dirty="0">
                <a:solidFill>
                  <a:schemeClr val="tx1"/>
                </a:solidFill>
                <a:latin typeface="華康中圓體"/>
                <a:ea typeface="華康中圓體"/>
              </a:rPr>
              <a:t>青翠草埔互我通徛，</a:t>
            </a:r>
          </a:p>
          <a:p>
            <a:r>
              <a:rPr lang="zh-TW" altLang="zh-TW" dirty="0">
                <a:solidFill>
                  <a:srgbClr val="0000CC"/>
                </a:solidFill>
                <a:latin typeface="華康中圓體"/>
                <a:ea typeface="華康中圓體"/>
              </a:rPr>
              <a:t>溪水清淨來食</a:t>
            </a:r>
            <a:r>
              <a:rPr lang="zh-TW" altLang="zh-TW" dirty="0" smtClean="0">
                <a:solidFill>
                  <a:srgbClr val="0000CC"/>
                </a:solidFill>
                <a:latin typeface="華康中圓體"/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latin typeface="華康中圓體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02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78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1496077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zh-TW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因為魔鬼迷我靈魂，</a:t>
            </a:r>
          </a:p>
          <a:p>
            <a:r>
              <a:rPr lang="zh-TW" altLang="zh-TW" dirty="0">
                <a:solidFill>
                  <a:srgbClr val="0000CC"/>
                </a:solidFill>
                <a:latin typeface="華康中圓體"/>
                <a:ea typeface="華康中圓體"/>
              </a:rPr>
              <a:t>有時去行失錯；</a:t>
            </a:r>
            <a:r>
              <a:rPr lang="en-US" altLang="zh-TW" dirty="0">
                <a:solidFill>
                  <a:srgbClr val="0000CC"/>
                </a:solidFill>
                <a:latin typeface="華康中圓體"/>
                <a:ea typeface="華康中圓體"/>
              </a:rPr>
              <a:t>  </a:t>
            </a:r>
            <a:endParaRPr lang="zh-TW" altLang="zh-TW" dirty="0">
              <a:solidFill>
                <a:srgbClr val="0000CC"/>
              </a:solidFill>
              <a:latin typeface="華康中圓體"/>
              <a:ea typeface="華康中圓體"/>
            </a:endParaRPr>
          </a:p>
          <a:p>
            <a:r>
              <a:rPr lang="zh-TW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上帝顯明慈悲大恩，</a:t>
            </a:r>
          </a:p>
          <a:p>
            <a:r>
              <a:rPr lang="zh-TW" altLang="zh-TW" dirty="0">
                <a:solidFill>
                  <a:srgbClr val="0000CC"/>
                </a:solidFill>
                <a:latin typeface="華康中圓體"/>
                <a:ea typeface="華康中圓體"/>
              </a:rPr>
              <a:t>尋我趕緊再倒</a:t>
            </a:r>
            <a:r>
              <a:rPr lang="zh-TW" altLang="zh-TW" dirty="0" smtClean="0">
                <a:solidFill>
                  <a:srgbClr val="0000CC"/>
                </a:solidFill>
                <a:latin typeface="華康中圓體"/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latin typeface="華康中圓體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02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78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3508517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zh-TW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雖然行到死地所在，</a:t>
            </a: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我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也</a:t>
            </a:r>
            <a:r>
              <a:rPr lang="en-US" altLang="zh-TW" b="1" dirty="0" smtClean="0">
                <a:solidFill>
                  <a:srgbClr val="0000CC"/>
                </a:solidFill>
                <a:latin typeface="EUDC" pitchFamily="49" charset="-120"/>
                <a:ea typeface="EUDC" pitchFamily="49" charset="-120"/>
              </a:rPr>
              <a:t>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免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著驚；</a:t>
            </a:r>
          </a:p>
          <a:p>
            <a:r>
              <a:rPr lang="zh-TW" altLang="zh-TW" dirty="0">
                <a:solidFill>
                  <a:srgbClr val="000000"/>
                </a:solidFill>
                <a:ea typeface="華康中圓體"/>
              </a:rPr>
              <a:t>  上帝保庇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，</a:t>
            </a:r>
            <a:r>
              <a:rPr lang="en-US" altLang="zh-TW" b="1" dirty="0" smtClean="0">
                <a:solidFill>
                  <a:schemeClr val="tx1"/>
                </a:solidFill>
                <a:latin typeface="EUDC" pitchFamily="49" charset="-120"/>
                <a:ea typeface="EUDC" pitchFamily="49" charset="-120"/>
              </a:rPr>
              <a:t>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會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受害，</a:t>
            </a: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互我安穩去行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02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78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6571044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zh-TW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上帝破開對敵的計，</a:t>
            </a: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設宴保我性命；</a:t>
            </a:r>
          </a:p>
          <a:p>
            <a:r>
              <a:rPr lang="zh-TW" altLang="zh-TW" dirty="0">
                <a:solidFill>
                  <a:srgbClr val="000000"/>
                </a:solidFill>
                <a:ea typeface="華康中圓體"/>
              </a:rPr>
              <a:t>  桌排滿滿無地通下，</a:t>
            </a: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福氣無欠一件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02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78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3914849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zh-TW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上帝款待按呢的好，</a:t>
            </a: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我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心</a:t>
            </a:r>
            <a:r>
              <a:rPr lang="en-US" altLang="zh-TW" b="1" dirty="0" smtClean="0">
                <a:solidFill>
                  <a:srgbClr val="0000CC"/>
                </a:solidFill>
                <a:latin typeface="EUDC" pitchFamily="49" charset="-120"/>
                <a:ea typeface="EUDC" pitchFamily="49" charset="-120"/>
              </a:rPr>
              <a:t>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敢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忘恩； 　</a:t>
            </a:r>
          </a:p>
          <a:p>
            <a:r>
              <a:rPr lang="zh-TW" altLang="zh-TW" dirty="0">
                <a:solidFill>
                  <a:srgbClr val="000000"/>
                </a:solidFill>
                <a:ea typeface="華康中圓體"/>
              </a:rPr>
              <a:t>  盡一世人行祂真道，</a:t>
            </a: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時時刻刻敬尊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02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78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4736962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20629</TotalTime>
  <Words>127</Words>
  <Application>Microsoft Macintosh PowerPoint</Application>
  <PresentationFormat>如螢幕大小 (4:3)</PresentationFormat>
  <Paragraphs>30</Paragraphs>
  <Slides>5</Slides>
  <Notes>5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6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4694</cp:revision>
  <dcterms:created xsi:type="dcterms:W3CDTF">2009-02-27T08:32:01Z</dcterms:created>
  <dcterms:modified xsi:type="dcterms:W3CDTF">2015-04-18T06:25:23Z</dcterms:modified>
</cp:coreProperties>
</file>