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417" r:id="rId2"/>
    <p:sldId id="25418" r:id="rId3"/>
    <p:sldId id="25419" r:id="rId4"/>
    <p:sldId id="25420" r:id="rId5"/>
    <p:sldId id="25421" r:id="rId6"/>
    <p:sldId id="25422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2024/6/14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15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3928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6461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1826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3444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120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96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027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65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9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060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08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06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29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266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197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2024/6/14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57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我心謳咾上帝，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自然永活的父，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天地萬有相及應聲，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謳咾祂大尊名；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67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0246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樹木田園水泉，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穹蒼大海高山，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顯明祂大權能榮光，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仁愛公義齊全。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67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15283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我心謳咾上帝，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世間眾人的父，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空中飛鳥吟詩出聲，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謳咾祂大尊名；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67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78530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溪水草埔青翠，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芳花果子極媠，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日光照來，涼風吹來，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講起祂大仁愛。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67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11175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我心謳咾上帝，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天下本對一家，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雖然歹代暫時縱橫，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公義穩當得勝；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67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0221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051720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051720" y="339501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我心謳咾上帝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" y="1275606"/>
            <a:ext cx="9144000" cy="36004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聖國臨到地上，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若準佇天一樣，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天下到尾合做一家，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榮光歸佇上帝。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18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(6/6)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67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203598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2496984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238</Words>
  <Application>Microsoft Macintosh PowerPoint</Application>
  <PresentationFormat>如螢幕大小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2024-06-14T13:01:49Z</dcterms:modified>
</cp:coreProperties>
</file>