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72" r:id="rId2"/>
    <p:sldId id="273" r:id="rId3"/>
    <p:sldId id="274" r:id="rId4"/>
    <p:sldId id="275" r:id="rId5"/>
    <p:sldId id="276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04" y="-7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A873F-4225-3340-B06C-DF987AE0DAE8}" type="datetimeFigureOut">
              <a:rPr kumimoji="1" lang="zh-TW" altLang="en-US" smtClean="0"/>
              <a:t>22/3/12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0928-6E56-A644-BFBC-A56223DF585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283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533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741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9590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536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6597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349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761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7851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272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7374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752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22/3/12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595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恁著對主出聲吟詩，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稱讚祂名無息；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真好、真妙閣真合宜，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歡喜謳咾唱歌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817256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耶路撒冷是主起造，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聚集遷徙的人；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凡若傷心，祂欲醫好，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醫治傷痕、苦痛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17910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星辰數額祂攏齊算，  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隨粒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給</a:t>
            </a:r>
            <a:r>
              <a:rPr lang="zh-TW" altLang="zh-TW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號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名； 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權能極大，智慧齊全，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所講逐句攏成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865356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主的公義續到萬世，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扶持謙卑的人； 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歹人祂欲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</a:t>
            </a:r>
            <a:r>
              <a:rPr lang="zh-TW" altLang="zh-TW" sz="44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降低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到尾歸佇空空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4.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734252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創造主宰起雲遮天，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備辦雨水夠額； 　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山野發草，走獸食物，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應該謳咾感謝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49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5.</a:t>
            </a:r>
            <a:endParaRPr kumimoji="1"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88450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140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5</cp:revision>
  <dcterms:created xsi:type="dcterms:W3CDTF">2013-04-25T07:40:31Z</dcterms:created>
  <dcterms:modified xsi:type="dcterms:W3CDTF">2022-03-12T14:26:34Z</dcterms:modified>
</cp:coreProperties>
</file>