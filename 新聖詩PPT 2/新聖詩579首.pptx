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418" r:id="rId2"/>
    <p:sldId id="25419" r:id="rId3"/>
    <p:sldId id="25420" r:id="rId4"/>
    <p:sldId id="25421" r:id="rId5"/>
    <p:sldId id="25422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1" autoAdjust="0"/>
    <p:restoredTop sz="92287" autoAdjust="0"/>
  </p:normalViewPr>
  <p:slideViewPr>
    <p:cSldViewPr>
      <p:cViewPr varScale="1">
        <p:scale>
          <a:sx n="146" d="100"/>
          <a:sy n="146" d="100"/>
        </p:scale>
        <p:origin x="168" y="4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2026/1/31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96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305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855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528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75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79712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339752" y="342450"/>
            <a:ext cx="410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上帝子民佇曠野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23678"/>
            <a:ext cx="9144000" cy="223983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上帝子民佇曠野，無通飲食無通徛；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天父看見𪜶艱苦，憐憫幫助開活路。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5354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23678"/>
            <a:ext cx="9144000" cy="223983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摩西奉命拍石磐，即時流出活水泉；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上帝對天降嗎哪，子民日日食到飽。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矩形: 圓角 2">
            <a:extLst>
              <a:ext uri="{FF2B5EF4-FFF2-40B4-BE49-F238E27FC236}">
                <a16:creationId xmlns:a16="http://schemas.microsoft.com/office/drawing/2014/main" id="{6112A99D-21DE-5748-8619-6A910BF32755}"/>
              </a:ext>
            </a:extLst>
          </p:cNvPr>
          <p:cNvSpPr/>
          <p:nvPr/>
        </p:nvSpPr>
        <p:spPr>
          <a:xfrm>
            <a:off x="1979712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D76738-7D45-004D-86CB-A736BDB025B3}"/>
              </a:ext>
            </a:extLst>
          </p:cNvPr>
          <p:cNvSpPr txBox="1"/>
          <p:nvPr/>
        </p:nvSpPr>
        <p:spPr>
          <a:xfrm>
            <a:off x="2339752" y="342450"/>
            <a:ext cx="410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上帝子民佇曠野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8364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23678"/>
            <a:ext cx="9144000" cy="223983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咱人暫住地面上，若佇曠野一般樣；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心神枵餓愛飲食，得著耶穌就夠額。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矩形: 圓角 2">
            <a:extLst>
              <a:ext uri="{FF2B5EF4-FFF2-40B4-BE49-F238E27FC236}">
                <a16:creationId xmlns:a16="http://schemas.microsoft.com/office/drawing/2014/main" id="{1CEAB558-9139-5F4A-8F68-ECED636D1CD5}"/>
              </a:ext>
            </a:extLst>
          </p:cNvPr>
          <p:cNvSpPr/>
          <p:nvPr/>
        </p:nvSpPr>
        <p:spPr>
          <a:xfrm>
            <a:off x="1979712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903D26-DF5D-3443-B35E-A41C47384B87}"/>
              </a:ext>
            </a:extLst>
          </p:cNvPr>
          <p:cNvSpPr txBox="1"/>
          <p:nvPr/>
        </p:nvSpPr>
        <p:spPr>
          <a:xfrm>
            <a:off x="2339752" y="342450"/>
            <a:ext cx="410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上帝子民佇曠野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7759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23678"/>
            <a:ext cx="9144000" cy="223983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耶穌就是天真餅，身軀拍破救性命；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寶血流出會止渴，養飼學生到永活。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矩形: 圓角 2">
            <a:extLst>
              <a:ext uri="{FF2B5EF4-FFF2-40B4-BE49-F238E27FC236}">
                <a16:creationId xmlns:a16="http://schemas.microsoft.com/office/drawing/2014/main" id="{4F392B68-E643-234A-AE88-BAC14436F4F9}"/>
              </a:ext>
            </a:extLst>
          </p:cNvPr>
          <p:cNvSpPr/>
          <p:nvPr/>
        </p:nvSpPr>
        <p:spPr>
          <a:xfrm>
            <a:off x="1979712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2D4406F-A19F-BA49-8B47-688221618171}"/>
              </a:ext>
            </a:extLst>
          </p:cNvPr>
          <p:cNvSpPr txBox="1"/>
          <p:nvPr/>
        </p:nvSpPr>
        <p:spPr>
          <a:xfrm>
            <a:off x="2339752" y="342450"/>
            <a:ext cx="410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上帝子民佇曠野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2984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23678"/>
            <a:ext cx="9144000" cy="223983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咱受聖神大恩典，好膽經過重試煉，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抵著對敵能卡贏，到尾穩當上天城。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579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矩形: 圓角 2">
            <a:extLst>
              <a:ext uri="{FF2B5EF4-FFF2-40B4-BE49-F238E27FC236}">
                <a16:creationId xmlns:a16="http://schemas.microsoft.com/office/drawing/2014/main" id="{27119596-F461-6A40-8E5B-FD4C41CD346E}"/>
              </a:ext>
            </a:extLst>
          </p:cNvPr>
          <p:cNvSpPr/>
          <p:nvPr/>
        </p:nvSpPr>
        <p:spPr>
          <a:xfrm>
            <a:off x="1979712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B2D12F-709E-FD48-96AD-C5573A374B54}"/>
              </a:ext>
            </a:extLst>
          </p:cNvPr>
          <p:cNvSpPr txBox="1"/>
          <p:nvPr/>
        </p:nvSpPr>
        <p:spPr>
          <a:xfrm>
            <a:off x="2339752" y="342450"/>
            <a:ext cx="410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上帝子民佇曠野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3496612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20665</TotalTime>
  <Words>202</Words>
  <Application>Microsoft Macintosh PowerPoint</Application>
  <PresentationFormat>如螢幕大小 (16:9)</PresentationFormat>
  <Paragraphs>30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2026-01-31T12:09:24Z</dcterms:modified>
</cp:coreProperties>
</file>