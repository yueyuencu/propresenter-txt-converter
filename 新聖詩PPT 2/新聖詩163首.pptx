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01" r:id="rId2"/>
    <p:sldId id="25002" r:id="rId3"/>
    <p:sldId id="25003" r:id="rId4"/>
    <p:sldId id="25004" r:id="rId5"/>
    <p:sldId id="25005" r:id="rId6"/>
    <p:sldId id="2500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9" autoAdjust="0"/>
    <p:restoredTop sz="92222" autoAdjust="0"/>
  </p:normalViewPr>
  <p:slideViewPr>
    <p:cSldViewPr>
      <p:cViewPr varScale="1">
        <p:scale>
          <a:sx n="113" d="100"/>
          <a:sy n="113" d="100"/>
        </p:scale>
        <p:origin x="72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2025/6/7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450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646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0576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955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8033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10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9557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2742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4076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9495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85194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85456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530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770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936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2632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7618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2025/6/7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2012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FF111E9-CAA3-6E4C-9DA9-834B2F76F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61" y="1275129"/>
            <a:ext cx="9114119" cy="3868371"/>
          </a:xfrm>
        </p:spPr>
        <p:txBody>
          <a:bodyPr>
            <a:normAutofit lnSpcReduction="10000"/>
          </a:bodyPr>
          <a:lstStyle/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疼痛聖神，阮歡迎祢。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用祢聖火運行佇阮，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今阮放下一切地上所愛：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伸雙手，心切切渴慕。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16058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2E6B28D-5E3A-714F-8911-CD1BF3204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85135"/>
            <a:ext cx="9114119" cy="2376264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疼痛聖神，疼痛聖神，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疼痛聖神，歡迎祢來。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0039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5214020-324F-6540-914C-36CAE652E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6" y="1275606"/>
            <a:ext cx="9114119" cy="3692946"/>
          </a:xfrm>
        </p:spPr>
        <p:txBody>
          <a:bodyPr>
            <a:normAutofit lnSpcReduction="10000"/>
          </a:bodyPr>
          <a:lstStyle/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疼痛聖神，阮歡迎祢。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疼痛聖神，阮歡迎祢。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願祢顯明奇妙臨在，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將祢心意教導祢眾子兒：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阮順趁，跟隨祢引導。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8707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2E6B28D-5E3A-714F-8911-CD1BF3204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85135"/>
            <a:ext cx="9114119" cy="2376264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疼痛聖神，疼痛聖神，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疼痛聖神，歡迎祢來。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7716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C7F63D3C-69E2-0542-9A0E-83AF9F96B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867894"/>
          </a:xfrm>
        </p:spPr>
        <p:txBody>
          <a:bodyPr>
            <a:normAutofit lnSpcReduction="10000"/>
          </a:bodyPr>
          <a:lstStyle/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疼痛聖神，阮歡迎祢。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疼痛聖神，阮歡迎祢。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願祢旨意今日實現， 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佇阮身上成全疼痛恩典： </a:t>
            </a:r>
          </a:p>
          <a:p>
            <a:pPr>
              <a:spcBef>
                <a:spcPts val="764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阮降服，完全無保留。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8095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疼痛聖神，阮歡迎祢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2E6B28D-5E3A-714F-8911-CD1BF3204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85135"/>
            <a:ext cx="9114119" cy="2376264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疼痛聖神，疼痛聖神，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疼痛聖神，歡迎祢來。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7725454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20687</TotalTime>
  <Words>273</Words>
  <Application>Microsoft Macintosh PowerPoint</Application>
  <PresentationFormat>如螢幕大小 (16:9)</PresentationFormat>
  <Paragraphs>45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4715</cp:revision>
  <dcterms:created xsi:type="dcterms:W3CDTF">2009-02-27T08:32:01Z</dcterms:created>
  <dcterms:modified xsi:type="dcterms:W3CDTF">2025-06-07T01:29:44Z</dcterms:modified>
</cp:coreProperties>
</file>