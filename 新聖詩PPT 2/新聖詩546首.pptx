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418" r:id="rId2"/>
    <p:sldId id="25419" r:id="rId3"/>
    <p:sldId id="25420" r:id="rId4"/>
    <p:sldId id="25421" r:id="rId5"/>
    <p:sldId id="25422" r:id="rId6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4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71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2025/3/1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29668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3998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63353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79368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2394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85962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02775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56514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54984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80609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70817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18064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32917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60268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42664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01974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05719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331640" y="339502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331640" y="342450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天父，我知一生光陰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772079"/>
            <a:ext cx="9144000" cy="30243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天父，我知一生光陰是祢為我安排，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所以逐項雖有反覆，我願照主所愛；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懇求上帝現時助我專務服事、敬拜。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546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(1/5)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336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007591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105354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331640" y="339502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331640" y="342450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天父，我知一生光陰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772079"/>
            <a:ext cx="9144000" cy="30243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今求天父感化我心  體貼眾人的情，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快樂的人及𪜶快樂，憂悶互𪜶安寧；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我愛心思時刻恬靜，安慰別人無停。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546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(2/5)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336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007591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022504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331640" y="339502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331640" y="342450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天父，我知一生光陰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772079"/>
            <a:ext cx="9144000" cy="30243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我𫢶世間無論叨位，無論擔當啥職，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求父助我及人相和，信心德行無失；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賜我謙卑、仁愛的心作祢差用專一。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546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(3/5)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336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007591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74751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331640" y="339502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331640" y="342450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天父，我知一生光陰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772079"/>
            <a:ext cx="9144000" cy="30243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天父，求祢日日助我逐項祈禱會成，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助我一心守己安份，常常及祢同行；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家己甘願看做卑微，榮顯天父聖名。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546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(4/5)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336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007591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619269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331640" y="339502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331640" y="342450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天父，我知一生光陰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772079"/>
            <a:ext cx="9144000" cy="30243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我作仁愛天父差用，未曾受著拘束，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因為心內承受真理，作子無作奴僕；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我若常常克己待人就得自由、大福。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546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(5/5)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336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007591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5.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15348643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20657</TotalTime>
  <Words>270</Words>
  <Application>Microsoft Macintosh PowerPoint</Application>
  <PresentationFormat>如螢幕大小 (16:9)</PresentationFormat>
  <Paragraphs>35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4703</cp:revision>
  <dcterms:created xsi:type="dcterms:W3CDTF">2009-02-27T08:32:01Z</dcterms:created>
  <dcterms:modified xsi:type="dcterms:W3CDTF">2025-03-01T03:39:53Z</dcterms:modified>
</cp:coreProperties>
</file>