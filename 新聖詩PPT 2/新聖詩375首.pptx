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7300" r:id="rId2"/>
    <p:sldId id="27301" r:id="rId3"/>
    <p:sldId id="27302" r:id="rId4"/>
    <p:sldId id="27303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2025/10/18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2906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3033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8125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7085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2025/10/18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10212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2025/10/18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87849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2025/10/18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80970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2025/10/18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2170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2025/10/18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79947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2025/10/18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30202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2025/10/18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74361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2025/10/18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14691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2025/10/18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22845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2025/10/18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073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2025/10/18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88305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2025/10/18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044299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123728" y="339502"/>
            <a:ext cx="417646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67544" y="432619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123728" y="339502"/>
            <a:ext cx="41764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著帶啥禮物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6" name="副標題 6">
            <a:extLst>
              <a:ext uri="{FF2B5EF4-FFF2-40B4-BE49-F238E27FC236}">
                <a16:creationId xmlns:a16="http://schemas.microsoft.com/office/drawing/2014/main" id="{74C75259-C79A-D945-AD93-1393510CBA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著帶啥禮物，佇這快樂日子？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著用甚麼言詞來表達歡喜？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咱感謝聚集，紀念上主大恩，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著獻甚麼歌表達謳咾敬尊？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77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640362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123728" y="339502"/>
            <a:ext cx="417646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67544" y="432619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123728" y="339502"/>
            <a:ext cx="41764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著帶啥禮物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4251AD63-3AB9-D54E-A838-BCF7483988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94" y="1275606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為過去感恩，有異象的眾人，</a:t>
            </a:r>
          </a:p>
          <a:p>
            <a:pPr>
              <a:spcBef>
                <a:spcPts val="1200"/>
              </a:spcBef>
            </a:pP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栽種及灌沃來實現美夢。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為現在感恩，為學習、為敬奉，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為宣教使命，化祈禱做行動。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77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84546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123728" y="339502"/>
            <a:ext cx="417646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67544" y="432619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123728" y="339502"/>
            <a:ext cx="41764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著帶啥禮物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D5B147C9-A408-E242-B7CC-A4E0991E8B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408" y="1275606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為明日感恩，奇事人想</a:t>
            </a:r>
            <a:r>
              <a:rPr lang="zh-TW" altLang="en-US" sz="39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𣍐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到，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無論明日如何，咱知會臨到；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道做咱應允，永遠攏</a:t>
            </a:r>
            <a:r>
              <a:rPr lang="zh-TW" altLang="en-US" sz="39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𣍐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落空，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主安然保守，咱得疼痛無窮。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77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773283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123728" y="339502"/>
            <a:ext cx="417646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67544" y="432619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123728" y="339502"/>
            <a:ext cx="41764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著帶啥禮物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F3900624-1399-7B42-9E92-44E7B7AB5E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71" y="1275606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咱帶這禮物，佇這快樂日子，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用諸個話表達咱心中歡喜。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今感謝聚集，紀念主大恩寵，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奉獻此首歌表達謳咾尊崇。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(4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77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19009502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20641</TotalTime>
  <Words>218</Words>
  <Application>Microsoft Macintosh PowerPoint</Application>
  <PresentationFormat>如螢幕大小 (16:9)</PresentationFormat>
  <Paragraphs>32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全宋體-2</vt:lpstr>
      <vt:lpstr>微軟正黑體</vt:lpstr>
      <vt:lpstr>新細明體</vt:lpstr>
      <vt:lpstr>Arial</vt:lpstr>
      <vt:lpstr>Calibri</vt:lpstr>
      <vt:lpstr>1_Office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4699</cp:revision>
  <dcterms:created xsi:type="dcterms:W3CDTF">2009-02-27T08:32:01Z</dcterms:created>
  <dcterms:modified xsi:type="dcterms:W3CDTF">2025-10-18T00:00:36Z</dcterms:modified>
</cp:coreProperties>
</file>