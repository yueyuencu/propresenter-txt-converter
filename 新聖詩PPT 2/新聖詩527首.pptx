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577" r:id="rId2"/>
    <p:sldId id="27578" r:id="rId3"/>
    <p:sldId id="27579" r:id="rId4"/>
    <p:sldId id="27580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5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6544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462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53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4505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373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6906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5319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35422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43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87697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4552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756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228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3984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1211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咱攏成做一家人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C0A83905-B996-924A-91E3-CF15594CB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46197"/>
            <a:ext cx="9114119" cy="393324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咱攏成做一家人，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因為耶穌，因為耶穌，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做上帝子兒，咱攏成做一家人，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因為耶穌，因為耶穌，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成做上帝的子民。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4047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咱攏成做一家人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B291764-CD5F-C047-A76C-2408087AA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67" y="1382704"/>
            <a:ext cx="9114119" cy="3501197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因為耶穌成做聖，因為耶穌入光明，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因為耶穌咱有復活的人生；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歡喜享受主活命，歡喜結連佇主疼，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因為耶穌豐富產業主賜定。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04382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咱攏成做一家人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61A8438-7C9A-9C41-B1E8-C8556F058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544" y="1146197"/>
            <a:ext cx="9114119" cy="3861237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咱攏成做一家人，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因為耶穌，因為耶穌，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做上帝子兒，咱攏成做一家人，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因為耶穌，因為耶穌，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成做上帝的子民。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70842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咱攏成做一家人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E9B7E68-1453-3A4E-B941-05AAC54C0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82704"/>
            <a:ext cx="9114119" cy="3501197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因為耶穌同敬拜，因為耶穌得慈愛，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因為耶穌彼此仁愛相款待；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有時歡喜同吟詩，有時苦痛同傷悲，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因為耶穌相及艱苦相甘甜。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3776080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204</Words>
  <Application>Microsoft Macintosh PowerPoint</Application>
  <PresentationFormat>如螢幕大小 (16:9)</PresentationFormat>
  <Paragraphs>34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2026-02-28T05:37:15Z</dcterms:modified>
</cp:coreProperties>
</file>