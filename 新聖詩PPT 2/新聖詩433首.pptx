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829" r:id="rId2"/>
    <p:sldId id="27830" r:id="rId3"/>
    <p:sldId id="27831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2025/12/27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965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240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09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6450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984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388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217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950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3181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92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1389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7209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648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956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65207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一年過了閣一年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副標題 6">
            <a:extLst>
              <a:ext uri="{FF2B5EF4-FFF2-40B4-BE49-F238E27FC236}">
                <a16:creationId xmlns:a16="http://schemas.microsoft.com/office/drawing/2014/main" id="{68336E89-4112-B04C-BDB9-C806415C7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0" y="1335420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一年過了閣一年，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上帝恩典滿滿是；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逐項福氣祂賜齊備，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我心感謝來吟詩。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4A24F6A-B0E8-FE42-921B-A63312ACABAC}"/>
              </a:ext>
            </a:extLst>
          </p:cNvPr>
          <p:cNvSpPr txBox="1"/>
          <p:nvPr/>
        </p:nvSpPr>
        <p:spPr>
          <a:xfrm>
            <a:off x="899592" y="86758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0798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一年過了閣一年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899592" y="86758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8B7C2C17-CDDA-7247-8E4C-A76E3A83A37F}"/>
              </a:ext>
            </a:extLst>
          </p:cNvPr>
          <p:cNvSpPr txBox="1">
            <a:spLocks/>
          </p:cNvSpPr>
          <p:nvPr/>
        </p:nvSpPr>
        <p:spPr bwMode="auto">
          <a:xfrm>
            <a:off x="3710" y="1335420"/>
            <a:ext cx="9114119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8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2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咱的鄉土美麗島，</a:t>
            </a:r>
          </a:p>
          <a:p>
            <a:r>
              <a:rPr kumimoji="0"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四季如春實在好；</a:t>
            </a:r>
          </a:p>
          <a:p>
            <a:r>
              <a:rPr kumimoji="0"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大家同心相和相疼，</a:t>
            </a:r>
          </a:p>
          <a:p>
            <a:r>
              <a:rPr kumimoji="0"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雖有風湧免驚惶。</a:t>
            </a:r>
          </a:p>
          <a:p>
            <a:pPr algn="r">
              <a:spcBef>
                <a:spcPts val="1800"/>
              </a:spcBef>
            </a:pPr>
            <a:r>
              <a:rPr kumimoji="0"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kumimoji="0"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433</a:t>
            </a:r>
            <a:r>
              <a:rPr kumimoji="0"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kumimoji="0"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kumimoji="0"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0"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kumimoji="0"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kumimoji="0"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0"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kumimoji="0"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kumimoji="0"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8161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一年過了閣一年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899592" y="86758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8B7C2C17-CDDA-7247-8E4C-A76E3A83A37F}"/>
              </a:ext>
            </a:extLst>
          </p:cNvPr>
          <p:cNvSpPr txBox="1">
            <a:spLocks/>
          </p:cNvSpPr>
          <p:nvPr/>
        </p:nvSpPr>
        <p:spPr bwMode="auto">
          <a:xfrm>
            <a:off x="3710" y="1335420"/>
            <a:ext cx="9114119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8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2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多多同胞猶未信，</a:t>
            </a:r>
          </a:p>
          <a:p>
            <a:r>
              <a:rPr kumimoji="0"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傳報福音著趕緊；</a:t>
            </a:r>
          </a:p>
          <a:p>
            <a:r>
              <a:rPr kumimoji="0"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求主憐憫施落拯救，</a:t>
            </a:r>
          </a:p>
          <a:p>
            <a:r>
              <a:rPr kumimoji="0"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為著我骨肉至親。</a:t>
            </a:r>
          </a:p>
          <a:p>
            <a:pPr algn="r">
              <a:spcBef>
                <a:spcPts val="1800"/>
              </a:spcBef>
            </a:pPr>
            <a:r>
              <a:rPr kumimoji="0"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kumimoji="0"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433</a:t>
            </a:r>
            <a:r>
              <a:rPr kumimoji="0"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kumimoji="0"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</a:t>
            </a:r>
            <a:r>
              <a:rPr kumimoji="0"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0"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kumimoji="0"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kumimoji="0"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0"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kumimoji="0"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kumimoji="0"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9952533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20661</TotalTime>
  <Words>134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4711</cp:revision>
  <dcterms:created xsi:type="dcterms:W3CDTF">2009-02-27T08:32:01Z</dcterms:created>
  <dcterms:modified xsi:type="dcterms:W3CDTF">2025-12-27T02:21:18Z</dcterms:modified>
</cp:coreProperties>
</file>