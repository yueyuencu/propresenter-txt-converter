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5" r:id="rId2"/>
    <p:sldId id="5276" r:id="rId3"/>
    <p:sldId id="5277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744" y="-2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16/2/5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16/2/5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16/2/5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16/2/5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16/2/5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16/2/5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16/2/5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16/2/5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16/2/5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16/2/5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16/2/5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16/2/5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16/2/5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上帝偉大奇妙大作為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，咱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唱新歌來慶賀祂，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疼痛寶座代代出光輝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，著來敬拜獨一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無二；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極大拯救人知主作為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，歷代聖徒告白歡喜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上帝啟示萬邦存敬畏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，充滿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真理無窮仁義。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84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1709021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心大歡喜謳咾無停止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，用聲音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、樂器敬拜祂，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謳咾祂豐盛恩典作為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，萬邦萬國齊聲歡喜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鑼鼓、管弦、風琴攏齊備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，聲音傳遍天頂逐位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地上、海洋、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萬物攏合意唱出詩歌敬拜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讚美。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84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8894813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河川海洋波浪齊興起，	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大聲稱讚上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主仁義， 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山嶺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岩石同尊崇拜跪，齊聲頌讚上帝名字；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公義威嚴及榮耀逐</a:t>
            </a:r>
            <a:r>
              <a:rPr lang="zh-TW" altLang="en-US" smtClean="0">
                <a:solidFill>
                  <a:srgbClr val="000000"/>
                </a:solidFill>
                <a:ea typeface="華康中圓體"/>
              </a:rPr>
              <a:t>時   謳咾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詩歌永無停止，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咱主上帝真理得勝利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，世界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和平永受建置。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84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6614554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93</Words>
  <Application>Microsoft Macintosh PowerPoint</Application>
  <PresentationFormat>如螢幕大小 (4:3)</PresentationFormat>
  <Paragraphs>18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4694</cp:revision>
  <dcterms:created xsi:type="dcterms:W3CDTF">2009-02-27T08:32:01Z</dcterms:created>
  <dcterms:modified xsi:type="dcterms:W3CDTF">2016-02-05T05:03:38Z</dcterms:modified>
</cp:coreProperties>
</file>