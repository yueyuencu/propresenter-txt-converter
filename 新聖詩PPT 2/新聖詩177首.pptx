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001" r:id="rId2"/>
    <p:sldId id="25002" r:id="rId3"/>
    <p:sldId id="25003" r:id="rId4"/>
    <p:sldId id="25004" r:id="rId5"/>
    <p:sldId id="2500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48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65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89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396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932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176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5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895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5604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668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550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305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702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33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864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845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85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1" y="1202239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是咱回想、向前的時；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相信疼痛會帶來醫治，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安然歇睏，苦痛過去。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1168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CFEBACC-8023-EB47-8021-F6A2E8732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6" y="1203598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靠主耶穌救贖的功勞，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聖神權能逐時降落；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通過你我互世界變好，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信心向望重新起造。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5200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7DA74EF-B876-3840-BB5F-E8B6742F9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靠主聖神堅固咱心志，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勇敢行出舊的過去；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失望、罪過、憂傷攏脫離，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追尋新路，發現意義。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3144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DD69A2B-440D-F04A-AFCC-7AE4B9867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永活的主作前導咱去，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分享見證疼痛作為；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慈愛上帝換新萬物。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9804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5916A38-B8FC-CA45-AC9C-9C9D352E2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對信大家坐桌來圍纍，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相及分享疼痛滋味；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這是重新出發的日子，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慈愛上帝換新萬物。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0553922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233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2025-07-05T10:58:59Z</dcterms:modified>
</cp:coreProperties>
</file>