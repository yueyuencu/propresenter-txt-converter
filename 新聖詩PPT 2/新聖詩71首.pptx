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253" r:id="rId2"/>
    <p:sldId id="25254" r:id="rId3"/>
    <p:sldId id="25255" r:id="rId4"/>
    <p:sldId id="25256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77" autoAdjust="0"/>
    <p:restoredTop sz="92344" autoAdjust="0"/>
  </p:normalViewPr>
  <p:slideViewPr>
    <p:cSldViewPr>
      <p:cViewPr varScale="1">
        <p:scale>
          <a:sx n="161" d="100"/>
          <a:sy n="161" d="100"/>
        </p:scale>
        <p:origin x="576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2024/5/25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8758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0426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1807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1685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82331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98824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20672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82939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43798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25108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90886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83199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4705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54077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01351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2024/5/25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32329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2394" y="1275606"/>
            <a:ext cx="11521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基督世界真光</a:t>
            </a: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基督世界真光，以外無別個，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佇烏暗中間作兄弟來降世；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咱若看見祂親像看見天父。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榮光至高上帝！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71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/4)</a:t>
            </a:r>
          </a:p>
        </p:txBody>
      </p:sp>
    </p:spTree>
    <p:extLst>
      <p:ext uri="{BB962C8B-B14F-4D97-AF65-F5344CB8AC3E}">
        <p14:creationId xmlns:p14="http://schemas.microsoft.com/office/powerpoint/2010/main" val="2228346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2394" y="1275606"/>
            <a:ext cx="11521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基督世界真光</a:t>
            </a: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基督世界和平，以外無別個，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無人服事祂續來看輕別個；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啥人結連咱及父成做一體？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榮光至高上帝！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71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(2/4)</a:t>
            </a:r>
          </a:p>
        </p:txBody>
      </p:sp>
    </p:spTree>
    <p:extLst>
      <p:ext uri="{BB962C8B-B14F-4D97-AF65-F5344CB8AC3E}">
        <p14:creationId xmlns:p14="http://schemas.microsoft.com/office/powerpoint/2010/main" val="3441553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2394" y="1275606"/>
            <a:ext cx="11521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基督世界真光</a:t>
            </a: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基督世界活命，以外無別個；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為銀受出賣，受釘死佇十架，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祂有救贖咱，及父掌管一切。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榮光至高上帝！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71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(3/4)</a:t>
            </a:r>
          </a:p>
        </p:txBody>
      </p:sp>
    </p:spTree>
    <p:extLst>
      <p:ext uri="{BB962C8B-B14F-4D97-AF65-F5344CB8AC3E}">
        <p14:creationId xmlns:p14="http://schemas.microsoft.com/office/powerpoint/2010/main" val="1404644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2394" y="1275606"/>
            <a:ext cx="11521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基督世界真光</a:t>
            </a: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榮光歸主上帝，以外無別個；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榮光歸上帝，聖神、聖子、聖父。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基督作兄弟，永遠及咱佇啲。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榮光至高上帝！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71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(4/4)</a:t>
            </a:r>
            <a:r>
              <a:rPr lang="zh-TW" altLang="en-US" sz="3000" u="sng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endParaRPr lang="en-US" altLang="zh-TW" sz="3000" u="sng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869942206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20723</TotalTime>
  <Words>191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4714</cp:revision>
  <dcterms:created xsi:type="dcterms:W3CDTF">2009-02-27T08:32:01Z</dcterms:created>
  <dcterms:modified xsi:type="dcterms:W3CDTF">2024-05-24T17:43:04Z</dcterms:modified>
</cp:coreProperties>
</file>