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640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聖會應該有執事，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在早使徒立規矩；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制度設立有因端，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為服務會中孤寡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216323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聖會建置愈廣闊，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設立執事同著磨；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逐項事工相提攜，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同協力利益教會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80396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充滿聖神，好名聲，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  智慧齊備閣有疼；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專心守主真道理，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  無貪圖不義財利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21168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言語、行為著端正，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  治家、教子照聖經；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聖工服事盡責任，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  盡全力干證福音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50366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115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4701</cp:revision>
  <dcterms:created xsi:type="dcterms:W3CDTF">2009-02-27T08:32:01Z</dcterms:created>
  <dcterms:modified xsi:type="dcterms:W3CDTF">2020-10-31T14:53:31Z</dcterms:modified>
</cp:coreProperties>
</file>