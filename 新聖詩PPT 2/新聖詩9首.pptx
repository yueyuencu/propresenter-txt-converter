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5284" r:id="rId2"/>
    <p:sldId id="5285" r:id="rId3"/>
    <p:sldId id="5286" r:id="rId4"/>
    <p:sldId id="5287" r:id="rId5"/>
    <p:sldId id="5288" r:id="rId6"/>
    <p:sldId id="5289" r:id="rId7"/>
    <p:sldId id="5290" r:id="rId8"/>
    <p:sldId id="5291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376" y="-13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interSettings" Target="printerSettings/printerSettings1.bin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21/10/9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21/10/9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21/10/9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21/10/9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21/10/9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21/10/9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21/10/9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21/10/9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21/10/9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21/10/9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21/10/9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21/10/9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21/10/9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312368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萬有相及聚集歡喜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謳咾上帝齊聲吟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詩，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哈利路亞，哈利路亞！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1-1.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825050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上帝仁愛無窮無盡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創造天地海及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萬民。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謳咾天父，榮光上帝，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哈利路亞，哈利路亞，哈利路亞！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1-2.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382016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312368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日頭出現大光滿天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日落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，月出來照暗暝，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哈利路亞，哈利路亞！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2-1.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736274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天頂星辰攏總歡喜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en-US" altLang="zh-TW" sz="4400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的數額</a:t>
            </a:r>
            <a:r>
              <a:rPr lang="en-US" altLang="zh-TW" sz="4400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</a:t>
            </a: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當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算起。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謳咾天父，榮光上帝，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哈利路亞，哈利路亞，哈利路亞！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2-2.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219515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312368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溪水清清直直流來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音韻響亮若樂和諧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，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哈利路亞，哈利路亞！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3-1.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5257089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樹木田園一盡青翠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收成多多好物歸堆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。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謳咾天父，榮光上帝，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哈利路亞，哈利路亞，哈利路亞！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3-2.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0970093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312368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咱</a:t>
            </a:r>
            <a:r>
              <a:rPr lang="en-US" altLang="zh-TW" sz="4400" b="1" dirty="0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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世間</a:t>
            </a: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雖有煩惱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實在免驚有主通靠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，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哈利路亞，哈利路亞！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7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4-1.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8299384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771550"/>
            <a:ext cx="9114119" cy="4227934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大家相疼，同心同情</a:t>
            </a:r>
            <a:r>
              <a:rPr lang="zh-TW" altLang="en-US" sz="4400" b="1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，</a:t>
            </a:r>
            <a:endParaRPr lang="en-US" altLang="zh-TW" sz="4400" b="1" dirty="0" smtClean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  <a:p>
            <a:pPr>
              <a:spcBef>
                <a:spcPts val="1800"/>
              </a:spcBef>
            </a:pP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服事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上帝永遠無停。 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謳咾天父，榮光上帝， </a:t>
            </a:r>
          </a:p>
          <a:p>
            <a:pPr>
              <a:spcBef>
                <a:spcPts val="1800"/>
              </a:spcBef>
            </a:pPr>
            <a:r>
              <a:rPr lang="zh-TW" altLang="en-US" sz="4400" b="1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哈利路亞，哈利路亞</a:t>
            </a:r>
            <a:r>
              <a:rPr lang="zh-TW" altLang="en-US" sz="4400" b="1" dirty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，哈利路亞</a:t>
            </a:r>
            <a:r>
              <a:rPr lang="zh-TW" altLang="en-US" sz="4400" b="1" dirty="0" smtClean="0">
                <a:solidFill>
                  <a:srgbClr val="0000CC"/>
                </a:solidFill>
                <a:latin typeface="微軟正黑體"/>
                <a:ea typeface="微軟正黑體"/>
                <a:cs typeface="微軟正黑體"/>
              </a:rPr>
              <a:t>！</a:t>
            </a:r>
            <a:endParaRPr lang="zh-TW" altLang="en-US" sz="4400" b="1" dirty="0">
              <a:solidFill>
                <a:srgbClr val="0000CC"/>
              </a:solidFill>
              <a:latin typeface="微軟正黑體"/>
              <a:ea typeface="微軟正黑體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9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8</a:t>
            </a:r>
            <a:r>
              <a:rPr lang="en-US" altLang="ja-JP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6</a:t>
            </a:r>
            <a:r>
              <a:rPr lang="zh-TW" altLang="en-US" sz="3000" u="sng" dirty="0" smtClean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latin typeface="微軟正黑體"/>
                <a:ea typeface="微軟正黑體"/>
                <a:cs typeface="微軟正黑體"/>
              </a:rPr>
              <a:t>  4-2.</a:t>
            </a:r>
            <a:endParaRPr kumimoji="1" lang="zh-TW" altLang="en-US" sz="4400" b="1" dirty="0">
              <a:latin typeface="微軟正黑體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705341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20637</TotalTime>
  <Words>257</Words>
  <Application>Microsoft Macintosh PowerPoint</Application>
  <PresentationFormat>如螢幕大小 (16:9)</PresentationFormat>
  <Paragraphs>52</Paragraphs>
  <Slides>8</Slides>
  <Notes>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4698</cp:revision>
  <dcterms:created xsi:type="dcterms:W3CDTF">2009-02-27T08:32:01Z</dcterms:created>
  <dcterms:modified xsi:type="dcterms:W3CDTF">2021-10-09T12:32:57Z</dcterms:modified>
</cp:coreProperties>
</file>