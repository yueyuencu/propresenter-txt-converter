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6038" r:id="rId2"/>
    <p:sldId id="26039" r:id="rId3"/>
    <p:sldId id="26040" r:id="rId4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2024/10/5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51541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65201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5688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2024/10/5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79268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2024/10/5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6032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2024/10/5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82844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2024/10/5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061442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2024/10/5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471565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2024/10/5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82115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2024/10/5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918165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2024/10/5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682939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2024/10/5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94045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2024/10/5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223119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2024/10/5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939026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14" tIns="45707" rIns="91414" bIns="45707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4"/>
            <a:ext cx="8229600" cy="3394472"/>
          </a:xfrm>
          <a:prstGeom prst="rect">
            <a:avLst/>
          </a:prstGeom>
        </p:spPr>
        <p:txBody>
          <a:bodyPr vert="horz" lIns="91414" tIns="45707" rIns="91414" bIns="45707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79A1A98-A4E7-4F22-B6A0-1F12C5F135FA}" type="datetimeFigureOut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2024/10/5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5823173-8EDA-4B7D-BB8D-E543550488CE}" type="slidenum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50443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08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76" indent="-342776" algn="l" defTabSz="91408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defTabSz="91408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defTabSz="91408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defTabSz="91408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187624" y="475961"/>
            <a:ext cx="619268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187624" y="467837"/>
            <a:ext cx="61926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至大上帝，願祢導我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916713"/>
            <a:ext cx="10801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FE54A819-1767-D54C-8052-4CF723C67D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91630"/>
            <a:ext cx="9174088" cy="3240360"/>
          </a:xfrm>
        </p:spPr>
        <p:txBody>
          <a:bodyPr>
            <a:normAutofit lnSpcReduction="10000"/>
          </a:bodyPr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至大上帝，願祢導我穩過今世曠野地，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我真軟弱祢大權能，用手牽我無犯罪；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天的米糧天的米糧，求祢日日養飼我，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求祢日日養飼我。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22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97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013787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187624" y="475961"/>
            <a:ext cx="619268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187624" y="467837"/>
            <a:ext cx="61926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至大上帝，願祢導我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916713"/>
            <a:ext cx="10801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19C81081-FC75-144E-BE24-41A47A5224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91630"/>
            <a:ext cx="9174088" cy="3240360"/>
          </a:xfrm>
        </p:spPr>
        <p:txBody>
          <a:bodyPr>
            <a:normAutofit lnSpcReduction="10000"/>
          </a:bodyPr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活命水源求祢賞賜，我心嘴焦大欣慕，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火炷雲柱求祢顯出，導我頭尾行天路；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全能救主全能救主，賜我氣力永保護，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賜我氣力永保護。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22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97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652715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187624" y="475961"/>
            <a:ext cx="619268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187624" y="467837"/>
            <a:ext cx="61926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至大上帝，願祢導我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916713"/>
            <a:ext cx="10801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8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C7A7D6A4-3295-4546-8B13-61065C28D8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91630"/>
            <a:ext cx="9174088" cy="3240360"/>
          </a:xfrm>
        </p:spPr>
        <p:txBody>
          <a:bodyPr>
            <a:normAutofit lnSpcReduction="10000"/>
          </a:bodyPr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後日行到約但河墘，驚惶僥疑免纏絆，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刣贏死失地獄的主，保我穩到迦南岸；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我就吟詩我就吟詩，永遠感謝謳咾祢，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永遠感謝謳咾祢。阿們。 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22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97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58911753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20631</TotalTime>
  <Words>216</Words>
  <Application>Microsoft Macintosh PowerPoint</Application>
  <PresentationFormat>如螢幕大小 (16:9)</PresentationFormat>
  <Paragraphs>24</Paragraphs>
  <Slides>3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9" baseType="lpstr">
      <vt:lpstr>全宋體-2</vt:lpstr>
      <vt:lpstr>微軟正黑體</vt:lpstr>
      <vt:lpstr>新細明體</vt:lpstr>
      <vt:lpstr>Arial</vt:lpstr>
      <vt:lpstr>Calibri</vt:lpstr>
      <vt:lpstr>1_Office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4689</cp:revision>
  <dcterms:created xsi:type="dcterms:W3CDTF">2009-02-27T08:32:01Z</dcterms:created>
  <dcterms:modified xsi:type="dcterms:W3CDTF">2024-10-05T00:06:13Z</dcterms:modified>
</cp:coreProperties>
</file>