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84" r:id="rId2"/>
    <p:sldId id="5285" r:id="rId3"/>
    <p:sldId id="5286" r:id="rId4"/>
    <p:sldId id="5287" r:id="rId5"/>
    <p:sldId id="5288" r:id="rId6"/>
    <p:sldId id="5289" r:id="rId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32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奇妙聖名，至善閣美麗，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對譬喻及故事會通講起，</a:t>
            </a:r>
          </a:p>
          <a:p>
            <a:r>
              <a:rPr lang="zh-TW" altLang="zh-TW" dirty="0">
                <a:solidFill>
                  <a:schemeClr val="tx1"/>
                </a:solidFill>
                <a:latin typeface="華康中圓體"/>
                <a:ea typeface="華康中圓體"/>
              </a:rPr>
              <a:t>充滿榮耀、聖潔、疼痛主上帝。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謳咾和散那，奇妙聖名！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5648290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親像老母，日暝做無停，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計畫宇宙一切奇妙創造，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顯出極大智慧，萬有得平衡。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謳咾和散那，母性上帝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63280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親像老父，溫柔抱細子，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擔當人類所有拖磨重擔，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咱得關懷赦免，到復和相疼。 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謳咾和散那，父性上帝！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4010575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親像老人，操煩頭毛白，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看透世上一切邪惡、虛假，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意愛新奇世界，無絕望厭世。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謳咾和散那，年老上帝！ 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48276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親像少年，熱情向前行，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厭惡一切虛假、兇惡、不義，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將祢所有獻出，為公理拍拚。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謳咾和散那，少年上帝！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690851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永活上帝，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偉大</a:t>
            </a:r>
            <a:r>
              <a:rPr lang="zh-TW" altLang="zh-TW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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想像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深沉奧妙，超越人所理解，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做咱親密同伴，咱心靈家鄉。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謳咾和散那，永活上帝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！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122296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236</Words>
  <Application>Microsoft Macintosh PowerPoint</Application>
  <PresentationFormat>如螢幕大小 (4:3)</PresentationFormat>
  <Paragraphs>36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2016-01-02T17:33:25Z</dcterms:modified>
</cp:coreProperties>
</file>