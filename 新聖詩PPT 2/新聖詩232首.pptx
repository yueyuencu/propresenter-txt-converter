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6" r:id="rId3"/>
    <p:sldId id="5277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744" y="-2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92896"/>
            <a:ext cx="9114119" cy="3672408"/>
          </a:xfrm>
        </p:spPr>
        <p:txBody>
          <a:bodyPr/>
          <a:lstStyle/>
          <a:p>
            <a:r>
              <a:rPr lang="en-US" altLang="zh-TW" sz="3000" dirty="0" smtClean="0">
                <a:solidFill>
                  <a:srgbClr val="000000"/>
                </a:solidFill>
                <a:ea typeface="華康中圓體"/>
              </a:rPr>
              <a:t>【</a:t>
            </a:r>
            <a:r>
              <a:rPr lang="zh-TW" altLang="en-US" sz="3000" dirty="0" smtClean="0">
                <a:solidFill>
                  <a:srgbClr val="000000"/>
                </a:solidFill>
                <a:ea typeface="華康中圓體"/>
              </a:rPr>
              <a:t>複歌</a:t>
            </a:r>
            <a:r>
              <a:rPr lang="en-US" altLang="zh-TW" sz="3000" dirty="0" smtClean="0">
                <a:solidFill>
                  <a:srgbClr val="000000"/>
                </a:solidFill>
                <a:ea typeface="華康中圓體"/>
              </a:rPr>
              <a:t>/</a:t>
            </a:r>
            <a:r>
              <a:rPr lang="zh-TW" altLang="en-US" sz="3000" dirty="0" smtClean="0">
                <a:solidFill>
                  <a:srgbClr val="000000"/>
                </a:solidFill>
                <a:ea typeface="華康中圓體"/>
              </a:rPr>
              <a:t>重句</a:t>
            </a:r>
            <a:r>
              <a:rPr lang="en-US" altLang="zh-TW" sz="3000" dirty="0" smtClean="0">
                <a:solidFill>
                  <a:srgbClr val="000000"/>
                </a:solidFill>
                <a:ea typeface="華康中圓體"/>
              </a:rPr>
              <a:t>】</a:t>
            </a:r>
            <a:r>
              <a:rPr lang="zh-TW" altLang="en-US" sz="3000" dirty="0" smtClean="0">
                <a:solidFill>
                  <a:srgbClr val="000000"/>
                </a:solidFill>
                <a:ea typeface="華康中圓體"/>
              </a:rPr>
              <a:t>我心謳咾</a:t>
            </a:r>
            <a:r>
              <a:rPr lang="zh-TW" altLang="en-US" sz="3000" dirty="0">
                <a:solidFill>
                  <a:srgbClr val="000000"/>
                </a:solidFill>
                <a:ea typeface="華康中圓體"/>
              </a:rPr>
              <a:t>主</a:t>
            </a:r>
            <a:r>
              <a:rPr lang="zh-TW" altLang="en-US" sz="3000" dirty="0" smtClean="0">
                <a:solidFill>
                  <a:srgbClr val="000000"/>
                </a:solidFill>
                <a:ea typeface="華康中圓體"/>
              </a:rPr>
              <a:t>，謳咾上</a:t>
            </a:r>
            <a:r>
              <a:rPr lang="zh-TW" altLang="en-US" sz="3000" dirty="0">
                <a:solidFill>
                  <a:srgbClr val="000000"/>
                </a:solidFill>
                <a:ea typeface="華康中圓體"/>
              </a:rPr>
              <a:t>主聖名，</a:t>
            </a:r>
          </a:p>
          <a:p>
            <a:r>
              <a:rPr lang="zh-TW" altLang="en-US" sz="3000" dirty="0">
                <a:solidFill>
                  <a:srgbClr val="0000CC"/>
                </a:solidFill>
                <a:ea typeface="華康中圓體"/>
              </a:rPr>
              <a:t>我心謳咾主</a:t>
            </a:r>
            <a:r>
              <a:rPr lang="zh-TW" altLang="en-US" sz="3000" dirty="0" smtClean="0">
                <a:solidFill>
                  <a:srgbClr val="0000CC"/>
                </a:solidFill>
                <a:ea typeface="華康中圓體"/>
              </a:rPr>
              <a:t>，祂</a:t>
            </a:r>
            <a:r>
              <a:rPr lang="zh-TW" altLang="en-US" sz="3000" dirty="0">
                <a:solidFill>
                  <a:srgbClr val="0000CC"/>
                </a:solidFill>
                <a:ea typeface="華康中圓體"/>
              </a:rPr>
              <a:t>導我到永活</a:t>
            </a:r>
            <a:r>
              <a:rPr lang="zh-TW" altLang="en-US" sz="30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000" dirty="0" smtClean="0">
              <a:solidFill>
                <a:srgbClr val="0000CC"/>
              </a:solidFill>
              <a:ea typeface="華康中圓體"/>
            </a:endParaRPr>
          </a:p>
          <a:p>
            <a:r>
              <a:rPr lang="en-US" altLang="zh-TW" sz="30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1.</a:t>
            </a:r>
            <a:r>
              <a:rPr lang="zh-TW" altLang="en-US" sz="3000" dirty="0">
                <a:solidFill>
                  <a:srgbClr val="000000"/>
                </a:solidFill>
                <a:latin typeface="華康中圓體"/>
                <a:ea typeface="華康中圓體"/>
              </a:rPr>
              <a:t>主赦免你攏總的罪過</a:t>
            </a:r>
            <a:r>
              <a:rPr lang="zh-TW" altLang="en-US" sz="30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，醫好你攏總</a:t>
            </a:r>
            <a:r>
              <a:rPr lang="zh-TW" altLang="en-US" sz="3000" dirty="0">
                <a:solidFill>
                  <a:srgbClr val="000000"/>
                </a:solidFill>
                <a:latin typeface="華康中圓體"/>
                <a:ea typeface="華康中圓體"/>
              </a:rPr>
              <a:t>的病疼， </a:t>
            </a:r>
          </a:p>
          <a:p>
            <a:r>
              <a:rPr lang="zh-TW" altLang="en-US" sz="3000" dirty="0">
                <a:solidFill>
                  <a:srgbClr val="0000CC"/>
                </a:solidFill>
                <a:latin typeface="華康中圓體"/>
                <a:ea typeface="華康中圓體"/>
              </a:rPr>
              <a:t>救你性命脫離死無</a:t>
            </a:r>
            <a:r>
              <a:rPr lang="zh-TW" altLang="en-US" sz="30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，用</a:t>
            </a:r>
            <a:r>
              <a:rPr lang="zh-TW" altLang="en-US" sz="3000" dirty="0">
                <a:solidFill>
                  <a:srgbClr val="0000CC"/>
                </a:solidFill>
                <a:latin typeface="華康中圓體"/>
                <a:ea typeface="華康中圓體"/>
              </a:rPr>
              <a:t>仁愛、慈悲做你冕旒。 </a:t>
            </a:r>
            <a:endParaRPr lang="zh-TW" altLang="en-US" sz="3000" dirty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32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sz="3000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sz="3000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61</a:t>
            </a:r>
            <a:endParaRPr lang="zh-TW" altLang="en-US" sz="30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8820134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92896"/>
            <a:ext cx="9114119" cy="3672408"/>
          </a:xfrm>
        </p:spPr>
        <p:txBody>
          <a:bodyPr/>
          <a:lstStyle/>
          <a:p>
            <a:r>
              <a:rPr lang="en-US" altLang="zh-TW" sz="3000" dirty="0" smtClean="0">
                <a:solidFill>
                  <a:srgbClr val="000000"/>
                </a:solidFill>
                <a:ea typeface="華康中圓體"/>
              </a:rPr>
              <a:t>【</a:t>
            </a:r>
            <a:r>
              <a:rPr lang="zh-TW" altLang="en-US" sz="3000" dirty="0" smtClean="0">
                <a:solidFill>
                  <a:srgbClr val="000000"/>
                </a:solidFill>
                <a:ea typeface="華康中圓體"/>
              </a:rPr>
              <a:t>複歌</a:t>
            </a:r>
            <a:r>
              <a:rPr lang="en-US" altLang="zh-TW" sz="3000" dirty="0">
                <a:solidFill>
                  <a:srgbClr val="000000"/>
                </a:solidFill>
                <a:ea typeface="華康中圓體"/>
              </a:rPr>
              <a:t>/</a:t>
            </a:r>
            <a:r>
              <a:rPr lang="zh-TW" altLang="en-US" sz="3000" dirty="0">
                <a:solidFill>
                  <a:srgbClr val="000000"/>
                </a:solidFill>
                <a:ea typeface="華康中圓體"/>
              </a:rPr>
              <a:t>重句</a:t>
            </a:r>
            <a:r>
              <a:rPr lang="en-US" altLang="zh-TW" sz="3000" dirty="0" smtClean="0">
                <a:solidFill>
                  <a:srgbClr val="000000"/>
                </a:solidFill>
                <a:ea typeface="華康中圓體"/>
              </a:rPr>
              <a:t>】</a:t>
            </a:r>
            <a:r>
              <a:rPr lang="zh-TW" altLang="en-US" sz="3000" dirty="0" smtClean="0">
                <a:solidFill>
                  <a:srgbClr val="000000"/>
                </a:solidFill>
                <a:ea typeface="華康中圓體"/>
              </a:rPr>
              <a:t>我心謳咾</a:t>
            </a:r>
            <a:r>
              <a:rPr lang="zh-TW" altLang="en-US" sz="3000" dirty="0">
                <a:solidFill>
                  <a:srgbClr val="000000"/>
                </a:solidFill>
                <a:ea typeface="華康中圓體"/>
              </a:rPr>
              <a:t>主</a:t>
            </a:r>
            <a:r>
              <a:rPr lang="zh-TW" altLang="en-US" sz="3000" dirty="0" smtClean="0">
                <a:solidFill>
                  <a:srgbClr val="000000"/>
                </a:solidFill>
                <a:ea typeface="華康中圓體"/>
              </a:rPr>
              <a:t>，謳咾上</a:t>
            </a:r>
            <a:r>
              <a:rPr lang="zh-TW" altLang="en-US" sz="3000" dirty="0">
                <a:solidFill>
                  <a:srgbClr val="000000"/>
                </a:solidFill>
                <a:ea typeface="華康中圓體"/>
              </a:rPr>
              <a:t>主聖名，</a:t>
            </a:r>
          </a:p>
          <a:p>
            <a:r>
              <a:rPr lang="zh-TW" altLang="en-US" sz="3000" dirty="0">
                <a:solidFill>
                  <a:srgbClr val="0000CC"/>
                </a:solidFill>
                <a:ea typeface="華康中圓體"/>
              </a:rPr>
              <a:t>我心謳咾主</a:t>
            </a:r>
            <a:r>
              <a:rPr lang="zh-TW" altLang="en-US" sz="3000" dirty="0" smtClean="0">
                <a:solidFill>
                  <a:srgbClr val="0000CC"/>
                </a:solidFill>
                <a:ea typeface="華康中圓體"/>
              </a:rPr>
              <a:t>，祂</a:t>
            </a:r>
            <a:r>
              <a:rPr lang="zh-TW" altLang="en-US" sz="3000" dirty="0">
                <a:solidFill>
                  <a:srgbClr val="0000CC"/>
                </a:solidFill>
                <a:ea typeface="華康中圓體"/>
              </a:rPr>
              <a:t>導我到永活</a:t>
            </a:r>
            <a:r>
              <a:rPr lang="zh-TW" altLang="en-US" sz="30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000" dirty="0" smtClean="0">
              <a:solidFill>
                <a:srgbClr val="0000CC"/>
              </a:solidFill>
              <a:ea typeface="華康中圓體"/>
            </a:endParaRPr>
          </a:p>
          <a:p>
            <a:r>
              <a:rPr lang="en-US" altLang="zh-TW" sz="30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sz="3000" dirty="0">
                <a:solidFill>
                  <a:srgbClr val="000000"/>
                </a:solidFill>
                <a:latin typeface="華康中圓體"/>
                <a:ea typeface="華康中圓體"/>
              </a:rPr>
              <a:t>上主有憐憫、恩典</a:t>
            </a:r>
            <a:r>
              <a:rPr lang="zh-TW" altLang="en-US" sz="30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，無快受氣</a:t>
            </a:r>
            <a:r>
              <a:rPr lang="zh-TW" altLang="en-US" sz="3000" dirty="0">
                <a:solidFill>
                  <a:srgbClr val="000000"/>
                </a:solidFill>
                <a:latin typeface="華康中圓體"/>
                <a:ea typeface="華康中圓體"/>
              </a:rPr>
              <a:t>，有豐盛慈愛，</a:t>
            </a:r>
          </a:p>
          <a:p>
            <a:r>
              <a:rPr lang="zh-TW" altLang="en-US" sz="3000" dirty="0">
                <a:solidFill>
                  <a:srgbClr val="0000CC"/>
                </a:solidFill>
                <a:latin typeface="華康中圓體"/>
                <a:ea typeface="華康中圓體"/>
              </a:rPr>
              <a:t>祂無照咱所犯罪過款待咱</a:t>
            </a:r>
            <a:r>
              <a:rPr lang="zh-TW" altLang="en-US" sz="30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，無照所</a:t>
            </a:r>
            <a:r>
              <a:rPr lang="zh-TW" altLang="en-US" sz="3000" dirty="0">
                <a:solidFill>
                  <a:srgbClr val="0000CC"/>
                </a:solidFill>
                <a:latin typeface="華康中圓體"/>
                <a:ea typeface="華康中圓體"/>
              </a:rPr>
              <a:t>犯的過失報應咱</a:t>
            </a:r>
            <a:r>
              <a:rPr lang="zh-TW" altLang="en-US" sz="30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sz="30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32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zh-TW" altLang="zh-TW" sz="3000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61</a:t>
            </a:r>
            <a:endParaRPr lang="zh-TW" altLang="en-US" sz="30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869859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92896"/>
            <a:ext cx="9114119" cy="3672408"/>
          </a:xfrm>
        </p:spPr>
        <p:txBody>
          <a:bodyPr/>
          <a:lstStyle/>
          <a:p>
            <a:r>
              <a:rPr lang="en-US" altLang="zh-TW" sz="3000" dirty="0" smtClean="0">
                <a:solidFill>
                  <a:srgbClr val="000000"/>
                </a:solidFill>
                <a:ea typeface="華康中圓體"/>
              </a:rPr>
              <a:t>【</a:t>
            </a:r>
            <a:r>
              <a:rPr lang="zh-TW" altLang="en-US" sz="3000" dirty="0" smtClean="0">
                <a:solidFill>
                  <a:srgbClr val="000000"/>
                </a:solidFill>
                <a:ea typeface="華康中圓體"/>
              </a:rPr>
              <a:t>複歌</a:t>
            </a:r>
            <a:r>
              <a:rPr lang="en-US" altLang="zh-TW" sz="3000" dirty="0">
                <a:solidFill>
                  <a:srgbClr val="000000"/>
                </a:solidFill>
                <a:ea typeface="華康中圓體"/>
              </a:rPr>
              <a:t>/</a:t>
            </a:r>
            <a:r>
              <a:rPr lang="zh-TW" altLang="en-US" sz="3000" dirty="0">
                <a:solidFill>
                  <a:srgbClr val="000000"/>
                </a:solidFill>
                <a:ea typeface="華康中圓體"/>
              </a:rPr>
              <a:t>重句</a:t>
            </a:r>
            <a:r>
              <a:rPr lang="en-US" altLang="zh-TW" sz="3000" dirty="0" smtClean="0">
                <a:solidFill>
                  <a:srgbClr val="000000"/>
                </a:solidFill>
                <a:ea typeface="華康中圓體"/>
              </a:rPr>
              <a:t>】</a:t>
            </a:r>
            <a:r>
              <a:rPr lang="zh-TW" altLang="en-US" sz="3000" dirty="0" smtClean="0">
                <a:solidFill>
                  <a:srgbClr val="000000"/>
                </a:solidFill>
                <a:ea typeface="華康中圓體"/>
              </a:rPr>
              <a:t>我心謳咾</a:t>
            </a:r>
            <a:r>
              <a:rPr lang="zh-TW" altLang="en-US" sz="3000" dirty="0">
                <a:solidFill>
                  <a:srgbClr val="000000"/>
                </a:solidFill>
                <a:ea typeface="華康中圓體"/>
              </a:rPr>
              <a:t>主</a:t>
            </a:r>
            <a:r>
              <a:rPr lang="zh-TW" altLang="en-US" sz="3000" dirty="0" smtClean="0">
                <a:solidFill>
                  <a:srgbClr val="000000"/>
                </a:solidFill>
                <a:ea typeface="華康中圓體"/>
              </a:rPr>
              <a:t>，謳咾上</a:t>
            </a:r>
            <a:r>
              <a:rPr lang="zh-TW" altLang="en-US" sz="3000" dirty="0">
                <a:solidFill>
                  <a:srgbClr val="000000"/>
                </a:solidFill>
                <a:ea typeface="華康中圓體"/>
              </a:rPr>
              <a:t>主聖名，</a:t>
            </a:r>
          </a:p>
          <a:p>
            <a:r>
              <a:rPr lang="zh-TW" altLang="en-US" sz="3000" dirty="0">
                <a:solidFill>
                  <a:srgbClr val="0000CC"/>
                </a:solidFill>
                <a:ea typeface="華康中圓體"/>
              </a:rPr>
              <a:t>我心謳咾主</a:t>
            </a:r>
            <a:r>
              <a:rPr lang="zh-TW" altLang="en-US" sz="3000" dirty="0" smtClean="0">
                <a:solidFill>
                  <a:srgbClr val="0000CC"/>
                </a:solidFill>
                <a:ea typeface="華康中圓體"/>
              </a:rPr>
              <a:t>，祂</a:t>
            </a:r>
            <a:r>
              <a:rPr lang="zh-TW" altLang="en-US" sz="3000" dirty="0">
                <a:solidFill>
                  <a:srgbClr val="0000CC"/>
                </a:solidFill>
                <a:ea typeface="華康中圓體"/>
              </a:rPr>
              <a:t>導我到永活</a:t>
            </a:r>
            <a:r>
              <a:rPr lang="zh-TW" altLang="en-US" sz="30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000" dirty="0" smtClean="0">
              <a:solidFill>
                <a:srgbClr val="0000CC"/>
              </a:solidFill>
              <a:ea typeface="華康中圓體"/>
            </a:endParaRPr>
          </a:p>
          <a:p>
            <a:r>
              <a:rPr lang="en-US" altLang="zh-TW" sz="30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sz="3000" dirty="0">
                <a:solidFill>
                  <a:srgbClr val="000000"/>
                </a:solidFill>
                <a:latin typeface="華康中圓體"/>
                <a:ea typeface="華康中圓體"/>
              </a:rPr>
              <a:t>親像父母怎樣</a:t>
            </a:r>
            <a:r>
              <a:rPr lang="zh-TW" altLang="en-US" sz="30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疼</a:t>
            </a:r>
            <a:r>
              <a:rPr lang="en-US" altLang="zh-TW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en-US" sz="30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的</a:t>
            </a:r>
            <a:r>
              <a:rPr lang="zh-TW" altLang="en-US" sz="3000" dirty="0">
                <a:solidFill>
                  <a:srgbClr val="000000"/>
                </a:solidFill>
                <a:latin typeface="華康中圓體"/>
                <a:ea typeface="華康中圓體"/>
              </a:rPr>
              <a:t>子兒</a:t>
            </a:r>
            <a:r>
              <a:rPr lang="zh-TW" altLang="en-US" sz="30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</a:t>
            </a:r>
            <a:endParaRPr lang="en-US" altLang="zh-TW" sz="3000" dirty="0" smtClean="0">
              <a:solidFill>
                <a:srgbClr val="000000"/>
              </a:solidFill>
              <a:latin typeface="華康中圓體"/>
              <a:ea typeface="華康中圓體"/>
            </a:endParaRPr>
          </a:p>
          <a:p>
            <a:r>
              <a:rPr lang="zh-TW" altLang="en-US" sz="30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上主也憐憫敬畏祂</a:t>
            </a:r>
            <a:r>
              <a:rPr lang="zh-TW" altLang="en-US" sz="3000" dirty="0">
                <a:solidFill>
                  <a:srgbClr val="0000CC"/>
                </a:solidFill>
                <a:latin typeface="華康中圓體"/>
                <a:ea typeface="華康中圓體"/>
              </a:rPr>
              <a:t>的子民，</a:t>
            </a:r>
          </a:p>
          <a:p>
            <a:r>
              <a:rPr lang="zh-TW" altLang="en-US" sz="3000" dirty="0">
                <a:solidFill>
                  <a:srgbClr val="000000"/>
                </a:solidFill>
                <a:latin typeface="華康中圓體"/>
                <a:ea typeface="華康中圓體"/>
              </a:rPr>
              <a:t>因為祂知咱的體質</a:t>
            </a:r>
            <a:r>
              <a:rPr lang="zh-TW" altLang="en-US" sz="30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，數念咱</a:t>
            </a:r>
            <a:r>
              <a:rPr lang="zh-TW" altLang="en-US" sz="3000" dirty="0">
                <a:solidFill>
                  <a:srgbClr val="000000"/>
                </a:solidFill>
                <a:latin typeface="華康中圓體"/>
                <a:ea typeface="華康中圓體"/>
              </a:rPr>
              <a:t>是土粉</a:t>
            </a:r>
            <a:r>
              <a:rPr lang="zh-TW" altLang="en-US" sz="30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。</a:t>
            </a:r>
            <a:endParaRPr lang="en-US" altLang="zh-TW" sz="3000" dirty="0" smtClean="0">
              <a:solidFill>
                <a:srgbClr val="000000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32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61</a:t>
            </a:r>
            <a:endParaRPr lang="zh-TW" altLang="en-US" sz="30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3035695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20635</TotalTime>
  <Words>153</Words>
  <Application>Microsoft Macintosh PowerPoint</Application>
  <PresentationFormat>如螢幕大小 (4:3)</PresentationFormat>
  <Paragraphs>19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4700</cp:revision>
  <dcterms:created xsi:type="dcterms:W3CDTF">2009-02-27T08:32:01Z</dcterms:created>
  <dcterms:modified xsi:type="dcterms:W3CDTF">2016-02-27T16:45:25Z</dcterms:modified>
</cp:coreProperties>
</file>