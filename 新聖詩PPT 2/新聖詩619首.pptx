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417" r:id="rId2"/>
    <p:sldId id="25418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5" autoAdjust="0"/>
    <p:restoredTop sz="92279" autoAdjust="0"/>
  </p:normalViewPr>
  <p:slideViewPr>
    <p:cSldViewPr>
      <p:cViewPr varScale="1">
        <p:scale>
          <a:sx n="114" d="100"/>
          <a:sy n="114" d="100"/>
        </p:scale>
        <p:origin x="1472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4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838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694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19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167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52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833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955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5059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53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941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13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692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248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506738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咱向前行佇上帝的光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咱向前行佇上帝的光，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咱向前行佇上帝的光。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咱向前行佇上帝的光，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咱向前行佇上帝的光，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619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326304"/>
            <a:ext cx="11876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666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506738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咱向前行佇上帝的光</a:t>
            </a: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咱向前行，哦，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咱向前行佇上帝的光，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咱向前行，哦，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咱向前行佇上帝的光。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619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1AE1D1-6492-0E4D-84C7-60971647E1A0}"/>
              </a:ext>
            </a:extLst>
          </p:cNvPr>
          <p:cNvSpPr txBox="1"/>
          <p:nvPr/>
        </p:nvSpPr>
        <p:spPr>
          <a:xfrm>
            <a:off x="755576" y="1326304"/>
            <a:ext cx="11876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5889384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108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2024-09-27T18:35:53Z</dcterms:modified>
</cp:coreProperties>
</file>