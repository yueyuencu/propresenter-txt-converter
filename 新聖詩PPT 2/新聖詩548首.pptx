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5296" r:id="rId2"/>
    <p:sldId id="5297" r:id="rId3"/>
    <p:sldId id="5298" r:id="rId4"/>
    <p:sldId id="5299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040" y="-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24/2/23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xmlns="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xmlns="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2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xmlns="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xmlns="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2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xmlns="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xmlns="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2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xmlns="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xmlns="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2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30996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07289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48929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44823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87292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40652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30908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24348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48552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73444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6708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24/2/23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07182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xmlns="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xmlns="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8606292" cy="3384376"/>
          </a:xfrm>
        </p:spPr>
        <p:txBody>
          <a:bodyPr>
            <a:normAutofit lnSpcReduction="10000"/>
          </a:bodyPr>
          <a:lstStyle/>
          <a:p>
            <a:pPr>
              <a:spcBef>
                <a:spcPts val="9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我活是為基督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9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死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，得利益有福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9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心目向主的國，</a:t>
            </a:r>
          </a:p>
          <a:p>
            <a:pPr>
              <a:spcBef>
                <a:spcPts val="9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做祢盡忠奴僕。</a:t>
            </a:r>
          </a:p>
          <a:p>
            <a:pPr algn="r">
              <a:spcBef>
                <a:spcPts val="9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05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44D887F2-5300-9E66-7A42-BD85F5427A56}"/>
              </a:ext>
            </a:extLst>
          </p:cNvPr>
          <p:cNvSpPr txBox="1"/>
          <p:nvPr/>
        </p:nvSpPr>
        <p:spPr>
          <a:xfrm>
            <a:off x="1115616" y="1203598"/>
            <a:ext cx="5976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xmlns="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 smtClean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我</a:t>
            </a:r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活是為基督</a:t>
            </a:r>
            <a:endParaRPr lang="zh-TW" altLang="en-US" sz="4400" b="1" dirty="0">
              <a:solidFill>
                <a:prstClr val="black"/>
              </a:solidFill>
              <a:ea typeface="全宋體-2"/>
            </a:endParaRPr>
          </a:p>
        </p:txBody>
      </p:sp>
    </p:spTree>
    <p:extLst>
      <p:ext uri="{BB962C8B-B14F-4D97-AF65-F5344CB8AC3E}">
        <p14:creationId xmlns:p14="http://schemas.microsoft.com/office/powerpoint/2010/main" val="1465956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xmlns="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xmlns="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8606292" cy="3384376"/>
          </a:xfrm>
        </p:spPr>
        <p:txBody>
          <a:bodyPr>
            <a:normAutofit lnSpcReduction="10000"/>
          </a:bodyPr>
          <a:lstStyle/>
          <a:p>
            <a:pPr>
              <a:spcBef>
                <a:spcPts val="9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無論智慧、本事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9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抑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是尊貴、富裕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9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攏獻互主做祢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器具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9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做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主路用久久。</a:t>
            </a:r>
          </a:p>
          <a:p>
            <a:pPr algn="r">
              <a:spcBef>
                <a:spcPts val="9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05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xmlns="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 smtClean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我</a:t>
            </a:r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活是為基督</a:t>
            </a:r>
            <a:endParaRPr lang="zh-TW" altLang="en-US" sz="4400" b="1" dirty="0">
              <a:solidFill>
                <a:prstClr val="black"/>
              </a:solidFill>
              <a:ea typeface="全宋體-2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44D887F2-5300-9E66-7A42-BD85F5427A56}"/>
              </a:ext>
            </a:extLst>
          </p:cNvPr>
          <p:cNvSpPr txBox="1"/>
          <p:nvPr/>
        </p:nvSpPr>
        <p:spPr>
          <a:xfrm>
            <a:off x="1115616" y="1203598"/>
            <a:ext cx="5976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52304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xmlns="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xmlns="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8606292" cy="3384376"/>
          </a:xfrm>
        </p:spPr>
        <p:txBody>
          <a:bodyPr>
            <a:normAutofit lnSpcReduction="10000"/>
          </a:bodyPr>
          <a:lstStyle/>
          <a:p>
            <a:pPr>
              <a:spcBef>
                <a:spcPts val="9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無論困苦、枵餓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9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抑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是憂悶、煩惱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9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也為著主盡力傳報，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9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厭倦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、失志攏無。</a:t>
            </a:r>
          </a:p>
          <a:p>
            <a:pPr algn="r">
              <a:spcBef>
                <a:spcPts val="9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05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xmlns="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 smtClean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我</a:t>
            </a:r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活是為基督</a:t>
            </a:r>
            <a:endParaRPr lang="zh-TW" altLang="en-US" sz="4400" b="1" dirty="0">
              <a:solidFill>
                <a:prstClr val="black"/>
              </a:solidFill>
              <a:ea typeface="全宋體-2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44D887F2-5300-9E66-7A42-BD85F5427A56}"/>
              </a:ext>
            </a:extLst>
          </p:cNvPr>
          <p:cNvSpPr txBox="1"/>
          <p:nvPr/>
        </p:nvSpPr>
        <p:spPr>
          <a:xfrm>
            <a:off x="1115616" y="1203598"/>
            <a:ext cx="5976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74218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xmlns="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xmlns="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8606292" cy="3384376"/>
          </a:xfrm>
        </p:spPr>
        <p:txBody>
          <a:bodyPr>
            <a:normAutofit lnSpcReduction="10000"/>
          </a:bodyPr>
          <a:lstStyle/>
          <a:p>
            <a:pPr>
              <a:spcBef>
                <a:spcPts val="9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為主背十字架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9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好膽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進前無退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9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盡忠到死攏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無放下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9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為主拋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命到尾。</a:t>
            </a:r>
          </a:p>
          <a:p>
            <a:pPr algn="r">
              <a:spcBef>
                <a:spcPts val="9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05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xmlns="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 smtClean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我</a:t>
            </a:r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活是為基督</a:t>
            </a:r>
            <a:endParaRPr lang="zh-TW" altLang="en-US" sz="4400" b="1" dirty="0">
              <a:solidFill>
                <a:prstClr val="black"/>
              </a:solidFill>
              <a:ea typeface="全宋體-2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44D887F2-5300-9E66-7A42-BD85F5427A56}"/>
              </a:ext>
            </a:extLst>
          </p:cNvPr>
          <p:cNvSpPr txBox="1"/>
          <p:nvPr/>
        </p:nvSpPr>
        <p:spPr>
          <a:xfrm>
            <a:off x="1115616" y="1203598"/>
            <a:ext cx="5976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0907514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20638</TotalTime>
  <Words>156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1_Office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4703</cp:revision>
  <dcterms:created xsi:type="dcterms:W3CDTF">2009-02-27T08:32:01Z</dcterms:created>
  <dcterms:modified xsi:type="dcterms:W3CDTF">2024-02-23T15:17:40Z</dcterms:modified>
</cp:coreProperties>
</file>