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5276" r:id="rId2"/>
    <p:sldId id="5277" r:id="rId3"/>
    <p:sldId id="5278" r:id="rId4"/>
    <p:sldId id="5279" r:id="rId5"/>
    <p:sldId id="5280" r:id="rId6"/>
    <p:sldId id="5281" r:id="rId7"/>
    <p:sldId id="5282" r:id="rId8"/>
    <p:sldId id="5283" r:id="rId9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1872" y="-39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printerSettings" Target="printerSettings/printerSettings1.bin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23/6/24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1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2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3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4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5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6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7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8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23/6/24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23/6/24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23/6/24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23/6/24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23/6/24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23/6/24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23/6/24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23/6/24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23/6/24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23/6/24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23/6/24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23/6/24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1275606"/>
            <a:ext cx="9114119" cy="3600400"/>
          </a:xfrm>
        </p:spPr>
        <p:txBody>
          <a:bodyPr/>
          <a:lstStyle/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求主教示阮祈禱</a:t>
            </a:r>
            <a:r>
              <a:rPr lang="zh-TW" altLang="en-US" sz="4000" b="1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好膽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近前對祢討；</a:t>
            </a:r>
          </a:p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賜阮信心愈堅定</a:t>
            </a:r>
            <a:r>
              <a:rPr lang="zh-TW" altLang="en-US" sz="4000" b="1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聽祢聲音及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命令。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348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261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339502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</a:t>
            </a:r>
            <a:r>
              <a:rPr lang="en-US" altLang="zh-TW" sz="38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1-1.</a:t>
            </a:r>
            <a:endParaRPr lang="zh-TW" altLang="en-US" sz="38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405076692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1275606"/>
            <a:ext cx="9114119" cy="3528392"/>
          </a:xfrm>
        </p:spPr>
        <p:txBody>
          <a:bodyPr/>
          <a:lstStyle/>
          <a:p>
            <a:r>
              <a:rPr lang="zh-TW" altLang="en-US" sz="4000" b="1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求祢俯落聽阮祈禱，</a:t>
            </a:r>
            <a:endParaRPr lang="en-US" altLang="zh-TW" sz="4000" b="1" dirty="0" smtClean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祢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的子兒謙卑求討，</a:t>
            </a:r>
          </a:p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阮若所求合祢旨意</a:t>
            </a:r>
            <a:r>
              <a:rPr lang="zh-TW" altLang="en-US" sz="4000" b="1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願祢應允顯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出慈悲。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348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261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339502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</a:t>
            </a:r>
            <a:r>
              <a:rPr lang="en-US" altLang="zh-TW" sz="38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1-2.</a:t>
            </a:r>
            <a:endParaRPr lang="zh-TW" altLang="en-US" sz="38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827584" y="1275606"/>
            <a:ext cx="2016224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</a:t>
            </a:r>
            <a:r>
              <a:rPr lang="zh-TW" altLang="en-US" sz="32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複歌</a:t>
            </a:r>
            <a:r>
              <a:rPr lang="en-US" altLang="zh-TW" sz="32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)</a:t>
            </a:r>
            <a:endParaRPr lang="zh-TW" altLang="en-US" sz="32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73203546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1275606"/>
            <a:ext cx="9114119" cy="3600400"/>
          </a:xfrm>
        </p:spPr>
        <p:txBody>
          <a:bodyPr/>
          <a:lstStyle/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助阮明知祢旨意</a:t>
            </a:r>
            <a:r>
              <a:rPr lang="zh-TW" altLang="en-US" sz="4000" b="1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盡使命擒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住真理；</a:t>
            </a:r>
          </a:p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天國聖工阮有份</a:t>
            </a:r>
            <a:r>
              <a:rPr lang="zh-TW" altLang="en-US" sz="4000" b="1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干證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福音報主恩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。</a:t>
            </a:r>
            <a:endParaRPr lang="zh-TW" altLang="en-US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348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261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339502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</a:t>
            </a:r>
            <a:r>
              <a:rPr lang="en-US" altLang="zh-TW" sz="38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2-1.</a:t>
            </a:r>
            <a:endParaRPr lang="zh-TW" altLang="en-US" sz="38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72935426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1275606"/>
            <a:ext cx="9114119" cy="3528392"/>
          </a:xfrm>
        </p:spPr>
        <p:txBody>
          <a:bodyPr/>
          <a:lstStyle/>
          <a:p>
            <a:r>
              <a:rPr lang="zh-TW" altLang="en-US" sz="4000" b="1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求祢俯落聽阮祈禱，</a:t>
            </a:r>
            <a:endParaRPr lang="en-US" altLang="zh-TW" sz="4000" b="1" dirty="0" smtClean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祢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的子兒謙卑求討，</a:t>
            </a:r>
          </a:p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阮若所求合祢旨意</a:t>
            </a:r>
            <a:r>
              <a:rPr lang="zh-TW" altLang="en-US" sz="4000" b="1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願祢應允顯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出慈悲。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348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261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339502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</a:t>
            </a:r>
            <a:r>
              <a:rPr lang="en-US" altLang="zh-TW" sz="38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2-2.</a:t>
            </a:r>
            <a:endParaRPr lang="zh-TW" altLang="en-US" sz="38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827584" y="1275606"/>
            <a:ext cx="2016224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</a:t>
            </a:r>
            <a:r>
              <a:rPr lang="zh-TW" altLang="en-US" sz="32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複歌</a:t>
            </a:r>
            <a:r>
              <a:rPr lang="en-US" altLang="zh-TW" sz="32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)</a:t>
            </a:r>
            <a:endParaRPr lang="zh-TW" altLang="en-US" sz="32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99925574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1275606"/>
            <a:ext cx="9114119" cy="3600400"/>
          </a:xfrm>
        </p:spPr>
        <p:txBody>
          <a:bodyPr/>
          <a:lstStyle/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求主堅固祢聖會</a:t>
            </a:r>
            <a:r>
              <a:rPr lang="zh-TW" altLang="en-US" sz="4000" b="1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做光燈導人反悔；</a:t>
            </a:r>
            <a:endParaRPr lang="en-US" altLang="zh-TW" sz="40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報人知識主耶穌，</a:t>
            </a:r>
            <a:endParaRPr lang="en-US" altLang="zh-TW" sz="4000" b="1" dirty="0" smtClean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互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主引導行活路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。</a:t>
            </a:r>
            <a:endParaRPr lang="zh-TW" altLang="en-US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348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261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339502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</a:t>
            </a:r>
            <a:r>
              <a:rPr lang="en-US" altLang="zh-TW" sz="38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3-1.</a:t>
            </a:r>
            <a:endParaRPr lang="zh-TW" altLang="en-US" sz="38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81485614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1275606"/>
            <a:ext cx="9114119" cy="3528392"/>
          </a:xfrm>
        </p:spPr>
        <p:txBody>
          <a:bodyPr/>
          <a:lstStyle/>
          <a:p>
            <a:r>
              <a:rPr lang="zh-TW" altLang="en-US" sz="4000" b="1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求祢俯落聽阮祈禱，</a:t>
            </a:r>
            <a:endParaRPr lang="en-US" altLang="zh-TW" sz="4000" b="1" dirty="0" smtClean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祢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的子兒謙卑求討，</a:t>
            </a:r>
          </a:p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阮若所求合祢旨意</a:t>
            </a:r>
            <a:r>
              <a:rPr lang="zh-TW" altLang="en-US" sz="4000" b="1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願祢應允顯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出慈悲。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348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261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339502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</a:t>
            </a:r>
            <a:r>
              <a:rPr lang="en-US" altLang="zh-TW" sz="38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3-2.</a:t>
            </a:r>
            <a:endParaRPr lang="zh-TW" altLang="en-US" sz="38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827584" y="1275606"/>
            <a:ext cx="2016224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</a:t>
            </a:r>
            <a:r>
              <a:rPr lang="zh-TW" altLang="en-US" sz="32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複歌</a:t>
            </a:r>
            <a:r>
              <a:rPr lang="en-US" altLang="zh-TW" sz="32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)</a:t>
            </a:r>
            <a:endParaRPr lang="zh-TW" altLang="en-US" sz="32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26906640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1275606"/>
            <a:ext cx="9114119" cy="3600400"/>
          </a:xfrm>
        </p:spPr>
        <p:txBody>
          <a:bodyPr/>
          <a:lstStyle/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求祢聖神常引導</a:t>
            </a:r>
            <a:r>
              <a:rPr lang="zh-TW" altLang="en-US" sz="4000" b="1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互阮及祢愈近倚；</a:t>
            </a:r>
            <a:endParaRPr lang="en-US" altLang="zh-TW" sz="40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行踏學主聖模樣，</a:t>
            </a:r>
            <a:endParaRPr lang="en-US" altLang="zh-TW" sz="4000" b="1" dirty="0" smtClean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榮光主佇地面上。</a:t>
            </a:r>
            <a:endParaRPr lang="zh-TW" altLang="en-US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348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261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339502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</a:t>
            </a:r>
            <a:r>
              <a:rPr lang="en-US" altLang="zh-TW" sz="38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4-1.</a:t>
            </a:r>
            <a:endParaRPr lang="zh-TW" altLang="en-US" sz="38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419631749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1275606"/>
            <a:ext cx="9114119" cy="3528392"/>
          </a:xfrm>
        </p:spPr>
        <p:txBody>
          <a:bodyPr/>
          <a:lstStyle/>
          <a:p>
            <a:r>
              <a:rPr lang="zh-TW" altLang="en-US" sz="4000" b="1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求祢俯落聽阮祈禱，</a:t>
            </a:r>
            <a:endParaRPr lang="en-US" altLang="zh-TW" sz="4000" b="1" dirty="0" smtClean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祢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的子兒謙卑求討，</a:t>
            </a:r>
          </a:p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阮若所求合祢旨意</a:t>
            </a:r>
            <a:r>
              <a:rPr lang="zh-TW" altLang="en-US" sz="4000" b="1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願祢應允顯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出慈悲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。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阿們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。</a:t>
            </a:r>
            <a:endParaRPr lang="zh-TW" altLang="en-US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348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261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339502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</a:t>
            </a:r>
            <a:r>
              <a:rPr lang="en-US" altLang="zh-TW" sz="38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4-2.</a:t>
            </a:r>
            <a:endParaRPr lang="zh-TW" altLang="en-US" sz="38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827584" y="1275606"/>
            <a:ext cx="2016224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</a:t>
            </a:r>
            <a:r>
              <a:rPr lang="zh-TW" altLang="en-US" sz="32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複歌</a:t>
            </a:r>
            <a:r>
              <a:rPr lang="en-US" altLang="zh-TW" sz="32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)</a:t>
            </a:r>
            <a:endParaRPr lang="zh-TW" altLang="en-US" sz="32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76918206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20645</TotalTime>
  <Words>255</Words>
  <Application>Microsoft Macintosh PowerPoint</Application>
  <PresentationFormat>如螢幕大小 (16:9)</PresentationFormat>
  <Paragraphs>60</Paragraphs>
  <Slides>8</Slides>
  <Notes>8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9" baseType="lpstr"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4711</cp:revision>
  <dcterms:created xsi:type="dcterms:W3CDTF">2009-02-27T08:32:01Z</dcterms:created>
  <dcterms:modified xsi:type="dcterms:W3CDTF">2023-06-24T09:35:58Z</dcterms:modified>
</cp:coreProperties>
</file>