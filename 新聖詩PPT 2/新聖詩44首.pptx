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82" r:id="rId2"/>
    <p:sldId id="5283" r:id="rId3"/>
    <p:sldId id="5284" r:id="rId4"/>
    <p:sldId id="5285" r:id="rId5"/>
    <p:sldId id="5286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240" y="-9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22/12/23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22/12/23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22/12/23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22/12/23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22/12/23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22/12/23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22/12/23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22/12/23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22/12/23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22/12/23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22/12/23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22/12/23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22/12/23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672408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我心尊敬我主做大，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為祂我來歡喜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看顧卑微施恩救我，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萬世講我福氣。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99592" y="555526"/>
            <a:ext cx="7560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853140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672408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全能上帝為我來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偉大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奇妙代誌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聖神氣力佇我來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成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願聖名受舉起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99592" y="555526"/>
            <a:ext cx="7560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4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6733552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672408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敬畏主的，祂憐憫</a:t>
            </a:r>
            <a:r>
              <a:rPr lang="zh-TW" altLang="en-US" sz="39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endParaRPr lang="en-US" altLang="zh-TW" sz="39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直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到世世代代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驕傲的人祂趕散</a:t>
            </a:r>
            <a:r>
              <a:rPr lang="zh-TW" altLang="en-US" sz="39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𪜶，</a:t>
            </a:r>
            <a:endParaRPr lang="en-US" altLang="zh-TW" sz="39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聖手無礙。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99592" y="555526"/>
            <a:ext cx="7560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208669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672408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掌權的人受拖落位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卑微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升</a:t>
            </a: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高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枵餓的人好物歸堆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</a:t>
            </a: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飽足溫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暖。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99592" y="555526"/>
            <a:ext cx="7560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4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136869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672408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祂趕好額空手出去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扶助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上帝子民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應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允祖先憐憫慈悲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享受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恩典無盡。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99592" y="555526"/>
            <a:ext cx="7560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785177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20638</TotalTime>
  <Words>143</Words>
  <Application>Microsoft Macintosh PowerPoint</Application>
  <PresentationFormat>如螢幕大小 (16:9)</PresentationFormat>
  <Paragraphs>35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4703</cp:revision>
  <dcterms:created xsi:type="dcterms:W3CDTF">2009-02-27T08:32:01Z</dcterms:created>
  <dcterms:modified xsi:type="dcterms:W3CDTF">2022-12-23T15:01:34Z</dcterms:modified>
</cp:coreProperties>
</file>