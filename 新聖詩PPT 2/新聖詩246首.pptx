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277" r:id="rId2"/>
    <p:sldId id="5278" r:id="rId3"/>
    <p:sldId id="5279" r:id="rId4"/>
    <p:sldId id="5280" r:id="rId5"/>
    <p:sldId id="5281" r:id="rId6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560" y="-4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15/6/13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15/6/13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15/6/13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15/6/13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15/6/13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15/6/13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15/6/13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15/6/13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15/6/13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15/6/13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15/6/13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15/6/13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15/6/13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34239" y="2924944"/>
            <a:ext cx="9178239" cy="2376264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chemeClr val="tx1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chemeClr val="tx1"/>
                </a:solidFill>
                <a:ea typeface="華康中圓體"/>
              </a:rPr>
              <a:t>我對</a:t>
            </a:r>
            <a:r>
              <a:rPr lang="zh-TW" altLang="zh-TW" dirty="0" smtClean="0">
                <a:solidFill>
                  <a:schemeClr val="tx1"/>
                </a:solidFill>
                <a:ea typeface="華康中圓體"/>
              </a:rPr>
              <a:t>深深陷坑</a:t>
            </a:r>
            <a:r>
              <a:rPr lang="zh-TW" altLang="en-US" dirty="0" smtClean="0">
                <a:solidFill>
                  <a:schemeClr val="tx1"/>
                </a:solidFill>
                <a:ea typeface="華康中圓體"/>
              </a:rPr>
              <a:t>  </a:t>
            </a:r>
            <a:r>
              <a:rPr lang="zh-TW" altLang="zh-TW" dirty="0" smtClean="0">
                <a:solidFill>
                  <a:schemeClr val="tx1"/>
                </a:solidFill>
                <a:ea typeface="華康中圓體"/>
              </a:rPr>
              <a:t>求叫</a:t>
            </a:r>
            <a:r>
              <a:rPr lang="zh-TW" altLang="zh-TW" dirty="0">
                <a:solidFill>
                  <a:schemeClr val="tx1"/>
                </a:solidFill>
                <a:ea typeface="華康中圓體"/>
              </a:rPr>
              <a:t>我主的名；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主，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求祢俯耳孔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 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 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聽我懇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求的聲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>
              <a:spcBef>
                <a:spcPts val="2568"/>
              </a:spcBef>
            </a:pP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3733957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34239" y="2924944"/>
            <a:ext cx="9178239" cy="2376264"/>
          </a:xfrm>
        </p:spPr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罪惡主若究勘</a:t>
            </a:r>
            <a:r>
              <a:rPr lang="zh-TW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，甚麼人徛會</a:t>
            </a:r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住？</a:t>
            </a:r>
          </a:p>
          <a:p>
            <a:r>
              <a:rPr lang="zh-TW" altLang="zh-TW" dirty="0">
                <a:solidFill>
                  <a:srgbClr val="0000CC"/>
                </a:solidFill>
                <a:latin typeface="華康中圓體"/>
                <a:ea typeface="華康中圓體"/>
              </a:rPr>
              <a:t>總是祢有憐憫</a:t>
            </a:r>
            <a:r>
              <a:rPr lang="zh-TW" altLang="zh-TW" dirty="0" smtClean="0">
                <a:solidFill>
                  <a:srgbClr val="0000CC"/>
                </a:solidFill>
                <a:latin typeface="華康中圓體"/>
                <a:ea typeface="華康中圓體"/>
              </a:rPr>
              <a:t>，赦</a:t>
            </a:r>
            <a:r>
              <a:rPr lang="zh-TW" altLang="zh-TW" dirty="0">
                <a:solidFill>
                  <a:srgbClr val="0000CC"/>
                </a:solidFill>
                <a:latin typeface="華康中圓體"/>
                <a:ea typeface="華康中圓體"/>
              </a:rPr>
              <a:t>罪的恩奇妙</a:t>
            </a:r>
            <a:r>
              <a:rPr lang="zh-TW" altLang="zh-TW" dirty="0" smtClean="0">
                <a:solidFill>
                  <a:srgbClr val="0000CC"/>
                </a:solidFill>
                <a:latin typeface="華康中圓體"/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>
              <a:spcBef>
                <a:spcPts val="2568"/>
              </a:spcBef>
            </a:pP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1437555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34239" y="2924944"/>
            <a:ext cx="9178239" cy="2376264"/>
          </a:xfrm>
        </p:spPr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我</a:t>
            </a:r>
            <a:r>
              <a:rPr lang="zh-CN" altLang="zh-TW" b="1" dirty="0" smtClean="0">
                <a:solidFill>
                  <a:schemeClr val="tx1"/>
                </a:solidFill>
                <a:latin typeface="EUDC" pitchFamily="49" charset="-120"/>
                <a:ea typeface="EUDC" pitchFamily="49" charset="-120"/>
              </a:rPr>
              <a:t>啲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聽候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上帝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，心神定定</a:t>
            </a:r>
            <a:r>
              <a:rPr lang="zh-CN" altLang="zh-TW" b="1" dirty="0" smtClean="0">
                <a:solidFill>
                  <a:schemeClr val="tx1"/>
                </a:solidFill>
                <a:latin typeface="EUDC" pitchFamily="49" charset="-120"/>
                <a:ea typeface="EUDC" pitchFamily="49" charset="-120"/>
              </a:rPr>
              <a:t>啲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等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；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我仰望主的話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，心神就</a:t>
            </a:r>
            <a:r>
              <a:rPr lang="en-US" altLang="zh-TW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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厭懶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。 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>
              <a:spcBef>
                <a:spcPts val="2568"/>
              </a:spcBef>
            </a:pP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5890440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34239" y="2924944"/>
            <a:ext cx="9178239" cy="2376264"/>
          </a:xfrm>
        </p:spPr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比人暗時守更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 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 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向望天光卡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切；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比人守更望光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  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我心望主卡熱。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>
              <a:spcBef>
                <a:spcPts val="2568"/>
              </a:spcBef>
            </a:pP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5907162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34239" y="2924944"/>
            <a:ext cx="9178239" cy="2376264"/>
          </a:xfrm>
        </p:spPr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恁眾以色列人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 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 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著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向望主上帝； 　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  祂有豐盛救贖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，恩典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、憐憫無替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>
              <a:spcBef>
                <a:spcPts val="2568"/>
              </a:spcBef>
            </a:pP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9937442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20632</TotalTime>
  <Words>123</Words>
  <Application>Microsoft Macintosh PowerPoint</Application>
  <PresentationFormat>如螢幕大小 (4:3)</PresentationFormat>
  <Paragraphs>20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4693</cp:revision>
  <dcterms:created xsi:type="dcterms:W3CDTF">2009-02-27T08:32:01Z</dcterms:created>
  <dcterms:modified xsi:type="dcterms:W3CDTF">2015-06-13T15:06:06Z</dcterms:modified>
</cp:coreProperties>
</file>