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68" r:id="rId2"/>
    <p:sldId id="5269" r:id="rId3"/>
    <p:sldId id="5270" r:id="rId4"/>
    <p:sldId id="5271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80" y="-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ea typeface="華康中圓體"/>
              </a:rPr>
              <a:t>1.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上帝交代人類管理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所造萬物豐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富無比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；</a:t>
            </a:r>
            <a:endParaRPr lang="en-US" altLang="zh-TW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可惜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世人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知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寶貴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CN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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踏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土地，破壞青翠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53566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咱人毀壞樹林綠地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污染河川、空氣、土地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；</a:t>
            </a:r>
            <a:endParaRPr lang="en-US" altLang="zh-TW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貪心、浪費、造成災禍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未曾真實面對後果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4186826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千萬性命等待養飼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毒害深入每日食物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；</a:t>
            </a:r>
            <a:endParaRPr lang="en-US" altLang="zh-TW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看這萬物做咱警戒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人類豈會克服災害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？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842261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求主赦免貪慾咒詛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互人醒悟無閣糊塗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；</a:t>
            </a:r>
            <a:endParaRPr lang="en-US" altLang="zh-TW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閣再恢復清靜地土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海洋、天空、生機復到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6265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20623</TotalTime>
  <Words>117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4685</cp:revision>
  <dcterms:created xsi:type="dcterms:W3CDTF">2009-02-27T08:32:01Z</dcterms:created>
  <dcterms:modified xsi:type="dcterms:W3CDTF">2014-05-31T03:21:17Z</dcterms:modified>
</cp:coreProperties>
</file>