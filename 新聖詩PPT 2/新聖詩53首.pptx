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001" r:id="rId2"/>
    <p:sldId id="25002" r:id="rId3"/>
    <p:sldId id="25003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347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745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3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5621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7224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0486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3703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660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2066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2453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1711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336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378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962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2024/12/21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45790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6341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佇清靜的暗暝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F93816D-1D8A-0347-BCC0-D58C1A5AA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2573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佇清靜的暗暝，主耶穌出世，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祂面貌真古錐，安歇佇槽裡；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牧者抱羊仔來，進入羊廄內，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奉獻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的羊仔，表示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的疼。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69220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6341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佇清靜的暗暝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7E4F45E-A709-CD47-BC8E-A5C6D7602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3415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佇清靜的暗暝，主耶穌出世，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看眾人啲歡喜，祂也笑瞇瞇；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東方的博士到，看著祂面貌，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就獻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的寶貝，感謝父上帝。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35559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6341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佇清靜的暗暝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2DD3577-E89F-7A40-8AE9-D01EB6E83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3415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主耶穌我疼祢，請</a:t>
            </a:r>
            <a:r>
              <a:rPr lang="en-US" altLang="zh-TW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我心裡，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互我專心一意，疼祢盡一世；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我愛獻我所有，報答祢恩賜，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成做祢所歡喜，做光明子兒。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151733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181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2024-12-21T04:56:26Z</dcterms:modified>
</cp:coreProperties>
</file>