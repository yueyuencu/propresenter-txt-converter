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5288" r:id="rId2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16" y="-10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23/10/21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23/10/21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23/10/21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23/10/21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23/10/21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23/10/21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23/10/21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87574"/>
            <a:ext cx="9174088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耶穌，著記得我，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祢的聖國臨到彼時。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耶穌，著記得我，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祢的聖國臨到彼時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63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0" y="339502"/>
            <a:ext cx="84595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zh-TW" sz="4200" b="1" dirty="0"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546001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20634</TotalTime>
  <Words>39</Words>
  <Application>Microsoft Macintosh PowerPoint</Application>
  <PresentationFormat>如螢幕大小 (16:9)</PresentationFormat>
  <Paragraphs>7</Paragraphs>
  <Slides>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佈景主題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4699</cp:revision>
  <dcterms:created xsi:type="dcterms:W3CDTF">2009-02-27T08:32:01Z</dcterms:created>
  <dcterms:modified xsi:type="dcterms:W3CDTF">2023-10-21T12:03:49Z</dcterms:modified>
</cp:coreProperties>
</file>