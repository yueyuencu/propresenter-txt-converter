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125" r:id="rId2"/>
    <p:sldId id="25130" r:id="rId3"/>
    <p:sldId id="25126" r:id="rId4"/>
    <p:sldId id="25127" r:id="rId5"/>
    <p:sldId id="25128" r:id="rId6"/>
    <p:sldId id="25129" r:id="rId7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46" autoAdjust="0"/>
    <p:restoredTop sz="92302" autoAdjust="0"/>
  </p:normalViewPr>
  <p:slideViewPr>
    <p:cSldViewPr>
      <p:cViewPr varScale="1">
        <p:scale>
          <a:sx n="109" d="100"/>
          <a:sy n="109" d="100"/>
        </p:scale>
        <p:origin x="808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2024/4/19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746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7330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5507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1067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518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9007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41737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01119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4312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68032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9729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8637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44456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5109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4046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22570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95949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9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2024/4/19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1038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6095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121914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82870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2438278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457178" indent="-457178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0" indent="-38098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5" indent="-30478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51450" y="414693"/>
            <a:ext cx="921702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>
              <a:defRPr/>
            </a:pPr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59" y="1604797"/>
            <a:ext cx="12194459" cy="4896544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求主用祢聖神來充滿我心，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求主用祢聖神來充滿我心，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求主用祢聖神來充滿我心，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求主用祢聖神來充滿我心，</a:t>
            </a:r>
          </a:p>
          <a:p>
            <a:pPr algn="r">
              <a:spcBef>
                <a:spcPts val="1600"/>
              </a:spcBef>
            </a:pP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zh-TW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(1/6)</a:t>
            </a:r>
            <a:r>
              <a:rPr lang="zh-CN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152</a:t>
            </a:r>
            <a:endParaRPr lang="en-US" altLang="zh-TW" sz="4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51450" y="430048"/>
            <a:ext cx="9217023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867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求主用祢聖神來充滿我心</a:t>
            </a:r>
            <a:endParaRPr lang="zh-TW" altLang="en-US" sz="5867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2CA78F-FF34-9246-894C-928A274C69A1}"/>
              </a:ext>
            </a:extLst>
          </p:cNvPr>
          <p:cNvSpPr txBox="1"/>
          <p:nvPr/>
        </p:nvSpPr>
        <p:spPr>
          <a:xfrm>
            <a:off x="0" y="1486682"/>
            <a:ext cx="1821744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219140">
              <a:defRPr/>
            </a:pPr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lang="zh-TW" altLang="en-US" sz="4267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97096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51450" y="414693"/>
            <a:ext cx="921702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>
              <a:defRPr/>
            </a:pPr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59" y="1604797"/>
            <a:ext cx="12194459" cy="4896544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助我親身感受祢火熱的慈愛，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求主仁愛充滿心內。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助我親身感受祢火熱的慈愛，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求主仁愛充滿心內。</a:t>
            </a:r>
          </a:p>
          <a:p>
            <a:pPr algn="r">
              <a:spcBef>
                <a:spcPts val="1600"/>
              </a:spcBef>
            </a:pP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zh-TW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(2/6)</a:t>
            </a:r>
            <a:r>
              <a:rPr lang="zh-CN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152</a:t>
            </a:r>
            <a:endParaRPr lang="en-US" altLang="zh-TW" sz="4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51450" y="430048"/>
            <a:ext cx="9217023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867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求主用祢聖神來充滿我心</a:t>
            </a:r>
            <a:endParaRPr lang="zh-TW" altLang="en-US" sz="5867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03E3AD5-94F3-F740-9C9B-1FBC40265F0E}"/>
              </a:ext>
            </a:extLst>
          </p:cNvPr>
          <p:cNvSpPr txBox="1"/>
          <p:nvPr/>
        </p:nvSpPr>
        <p:spPr>
          <a:xfrm>
            <a:off x="0" y="1486682"/>
            <a:ext cx="1821744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219140">
              <a:defRPr/>
            </a:pPr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lang="zh-TW" altLang="en-US" sz="4267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88252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51450" y="414693"/>
            <a:ext cx="921702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>
              <a:defRPr/>
            </a:pPr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59" y="1604797"/>
            <a:ext cx="12194459" cy="4896544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求主用祢聖神來施恩賜福，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求主用祢聖神來施恩賜福，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求主用祢聖神來施恩賜福，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求主用祢聖神來施恩賜福，</a:t>
            </a:r>
          </a:p>
          <a:p>
            <a:pPr algn="r">
              <a:spcBef>
                <a:spcPts val="1600"/>
              </a:spcBef>
            </a:pP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zh-TW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(3/6)</a:t>
            </a:r>
            <a:r>
              <a:rPr lang="zh-CN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152</a:t>
            </a:r>
            <a:endParaRPr lang="en-US" altLang="zh-TW" sz="4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51450" y="430048"/>
            <a:ext cx="9217023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867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求主用祢聖神來充滿我心</a:t>
            </a:r>
            <a:endParaRPr lang="zh-TW" altLang="en-US" sz="5867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4EF4BB3-47FA-1A42-BD55-23CA4316AABA}"/>
              </a:ext>
            </a:extLst>
          </p:cNvPr>
          <p:cNvSpPr txBox="1"/>
          <p:nvPr/>
        </p:nvSpPr>
        <p:spPr>
          <a:xfrm>
            <a:off x="0" y="1486682"/>
            <a:ext cx="1821744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219140">
              <a:defRPr/>
            </a:pPr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lang="zh-TW" altLang="en-US" sz="4267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84184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51450" y="414693"/>
            <a:ext cx="921702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>
              <a:defRPr/>
            </a:pPr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59" y="1604797"/>
            <a:ext cx="12194459" cy="4896544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助我親身感受祢喜樂的慈愛，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時刻體驗心神和諧。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助我親身感受祢喜樂的慈愛，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時刻體驗心神和諧。</a:t>
            </a:r>
          </a:p>
          <a:p>
            <a:pPr algn="r">
              <a:spcBef>
                <a:spcPts val="1600"/>
              </a:spcBef>
            </a:pP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zh-TW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(4/6)</a:t>
            </a:r>
            <a:r>
              <a:rPr lang="zh-CN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152</a:t>
            </a:r>
            <a:endParaRPr lang="en-US" altLang="zh-TW" sz="4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51450" y="430048"/>
            <a:ext cx="9217023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867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求主用祢聖神來充滿我心</a:t>
            </a:r>
            <a:endParaRPr lang="zh-TW" altLang="en-US" sz="5867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03E3AD5-94F3-F740-9C9B-1FBC40265F0E}"/>
              </a:ext>
            </a:extLst>
          </p:cNvPr>
          <p:cNvSpPr txBox="1"/>
          <p:nvPr/>
        </p:nvSpPr>
        <p:spPr>
          <a:xfrm>
            <a:off x="0" y="1486682"/>
            <a:ext cx="1821744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219140">
              <a:defRPr/>
            </a:pPr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lang="zh-TW" altLang="en-US" sz="4267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76400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51450" y="414693"/>
            <a:ext cx="921702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>
              <a:defRPr/>
            </a:pPr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59" y="1604797"/>
            <a:ext cx="12194459" cy="4896544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求主用祢聖神來差我出去，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求主用祢聖神來差我出去，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求主用祢聖神來差我出去，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求主用祢聖神來差我出去，</a:t>
            </a:r>
          </a:p>
          <a:p>
            <a:pPr algn="r">
              <a:spcBef>
                <a:spcPts val="1600"/>
              </a:spcBef>
            </a:pP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zh-TW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(5/6)</a:t>
            </a:r>
            <a:r>
              <a:rPr lang="zh-CN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152</a:t>
            </a:r>
            <a:endParaRPr lang="en-US" altLang="zh-TW" sz="4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51450" y="430048"/>
            <a:ext cx="9217023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867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求主用祢聖神來充滿我心</a:t>
            </a:r>
            <a:endParaRPr lang="zh-TW" altLang="en-US" sz="5867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4EF4BB3-47FA-1A42-BD55-23CA4316AABA}"/>
              </a:ext>
            </a:extLst>
          </p:cNvPr>
          <p:cNvSpPr txBox="1"/>
          <p:nvPr/>
        </p:nvSpPr>
        <p:spPr>
          <a:xfrm>
            <a:off x="0" y="1486682"/>
            <a:ext cx="1821744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219140">
              <a:defRPr/>
            </a:pPr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lang="zh-TW" altLang="en-US" sz="4267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55488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151450" y="414693"/>
            <a:ext cx="9217023" cy="102592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>
              <a:defRPr/>
            </a:pPr>
            <a:endParaRPr lang="zh-TW" altLang="en-US" sz="2400" dirty="0">
              <a:solidFill>
                <a:prstClr val="white"/>
              </a:solidFill>
              <a:latin typeface="Calibri"/>
              <a:ea typeface="新細明體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459" y="1604797"/>
            <a:ext cx="12194459" cy="4896544"/>
          </a:xfrm>
        </p:spPr>
        <p:txBody>
          <a:bodyPr/>
          <a:lstStyle/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助我親身感受祢心中的慈愛，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對全世界宣揚仁愛。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助我親身感受祢心中的慈愛，</a:t>
            </a:r>
          </a:p>
          <a:p>
            <a:pPr>
              <a:spcBef>
                <a:spcPts val="1600"/>
              </a:spcBef>
            </a:pPr>
            <a:r>
              <a:rPr lang="zh-TW" altLang="en-US" sz="5333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對全世界宣揚仁愛。</a:t>
            </a:r>
          </a:p>
          <a:p>
            <a:pPr algn="r">
              <a:spcBef>
                <a:spcPts val="1600"/>
              </a:spcBef>
            </a:pP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zh-TW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zh-TW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(6/6)</a:t>
            </a:r>
            <a:r>
              <a:rPr lang="zh-CN" altLang="en-US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CN" sz="4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152</a:t>
            </a:r>
            <a:endParaRPr lang="en-US" altLang="zh-TW" sz="4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151450" y="430048"/>
            <a:ext cx="9217023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40"/>
            <a:r>
              <a:rPr lang="zh-TW" altLang="en-US" sz="5867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求主用祢聖神來充滿我心</a:t>
            </a:r>
            <a:endParaRPr lang="zh-TW" altLang="en-US" sz="5867" b="1" dirty="0">
              <a:solidFill>
                <a:prstClr val="black"/>
              </a:solidFill>
              <a:ea typeface="全宋體-2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4EF4BB3-47FA-1A42-BD55-23CA4316AABA}"/>
              </a:ext>
            </a:extLst>
          </p:cNvPr>
          <p:cNvSpPr txBox="1"/>
          <p:nvPr/>
        </p:nvSpPr>
        <p:spPr>
          <a:xfrm>
            <a:off x="0" y="1486682"/>
            <a:ext cx="1821744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219140">
              <a:defRPr/>
            </a:pPr>
            <a:r>
              <a:rPr lang="en-US" altLang="zh-TW" sz="58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267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lang="zh-TW" altLang="en-US" sz="4267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8459406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20653</TotalTime>
  <Words>358</Words>
  <Application>Microsoft Macintosh PowerPoint</Application>
  <PresentationFormat>寬螢幕</PresentationFormat>
  <Paragraphs>48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4697</cp:revision>
  <dcterms:created xsi:type="dcterms:W3CDTF">2009-02-27T08:32:01Z</dcterms:created>
  <dcterms:modified xsi:type="dcterms:W3CDTF">2024-04-19T14:44:12Z</dcterms:modified>
</cp:coreProperties>
</file>