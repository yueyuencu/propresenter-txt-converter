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72" r:id="rId2"/>
    <p:sldId id="5273" r:id="rId3"/>
    <p:sldId id="5274" r:id="rId4"/>
    <p:sldId id="5275" r:id="rId5"/>
    <p:sldId id="5276" r:id="rId6"/>
    <p:sldId id="5277" r:id="rId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68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16/4/17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至聖救主，罪人朋友，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軟弱的人是祢所救；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盡一世人牽我的手，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助我來倚靠祢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及主交陪永有福氣，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失落家業也免掛意；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結連相通若樹及枝，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猶原是倚靠祢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3608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一生拖磨、厭倦、憂悶，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救主逐位互我親近；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受祢照顧心肝安穩，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攏是對倚靠祢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443414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有時憂悶受祢教督，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攑目無親，也無快樂；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甘願忍受，歡喜降服，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決意欲倚靠祢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93882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豈採行到凄凊路途，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光景好，莿仔滿埔；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得著救主安慰照顧，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因為我倚靠祢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56044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我若向望天堂福氣，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及主交通攏免失志；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吞愞聽候，攏無僥疑，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專心欲倚靠祢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319383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167</Words>
  <Application>Microsoft Macintosh PowerPoint</Application>
  <PresentationFormat>如螢幕大小 (4:3)</PresentationFormat>
  <Paragraphs>36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2016-04-17T09:41:19Z</dcterms:modified>
</cp:coreProperties>
</file>