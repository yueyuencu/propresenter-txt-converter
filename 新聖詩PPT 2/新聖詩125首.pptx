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810" r:id="rId2"/>
    <p:sldId id="27811" r:id="rId3"/>
    <p:sldId id="27812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535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320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6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078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63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9180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1301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1276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636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0684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695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3057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818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568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8744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63FC1BB0-675D-244D-A06D-3EE378BF1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美妙主耶穌，萬有祢眷顧，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祢本是神成做世人；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主我所信仰，主我所尊崇，</a:t>
            </a:r>
            <a:endParaRPr lang="en-US" altLang="zh-TW" sz="4000" b="1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歡喜主作我君王。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3908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2" name="副標題 6">
            <a:extLst>
              <a:ext uri="{FF2B5EF4-FFF2-40B4-BE49-F238E27FC236}">
                <a16:creationId xmlns:a16="http://schemas.microsoft.com/office/drawing/2014/main" id="{D46DBE53-83B6-3A46-A963-15817BF3C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青翠的草埔，樹林的甘露，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春天美麗樹木草花，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攏不及耶穌，攏不及耶穌，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祢互我憂傷變快樂。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5446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圓角 2">
            <a:extLst>
              <a:ext uri="{FF2B5EF4-FFF2-40B4-BE49-F238E27FC236}">
                <a16:creationId xmlns:a16="http://schemas.microsoft.com/office/drawing/2014/main" id="{783CAC30-FC90-C343-A091-B524F15564AD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51574EF-9AC9-6D44-9007-97688D07652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A799-FD24-6845-BAFE-18001807FA04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D228C53-5D61-D144-BEB2-698004830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美妙的君王，萬邦所敬奉，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為著我罪歡喜降世；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榮光及尊貴，恩典及慈悲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永遠到永遠攏屬祢。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49a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6085625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145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2025-12-13T03:49:39Z</dcterms:modified>
</cp:coreProperties>
</file>