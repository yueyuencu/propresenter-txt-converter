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125" r:id="rId2"/>
    <p:sldId id="25126" r:id="rId3"/>
    <p:sldId id="25127" r:id="rId4"/>
    <p:sldId id="25128" r:id="rId5"/>
    <p:sldId id="25129" r:id="rId6"/>
    <p:sldId id="25130" r:id="rId7"/>
    <p:sldId id="25131" r:id="rId8"/>
    <p:sldId id="25132" r:id="rId9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09" autoAdjust="0"/>
    <p:restoredTop sz="92238" autoAdjust="0"/>
  </p:normalViewPr>
  <p:slideViewPr>
    <p:cSldViewPr>
      <p:cViewPr varScale="1">
        <p:scale>
          <a:sx n="116" d="100"/>
          <a:sy n="116" d="100"/>
        </p:scale>
        <p:origin x="672" y="176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2024/4/25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1922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4531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70654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51669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44132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6904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80522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8752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85848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84894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32369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26708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85585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5691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938975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753629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4058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9138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A1A98-A4E7-4F22-B6A0-1F12C5F135FA}" type="datetimeFigureOut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2024/4/25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823173-8EDA-4B7D-BB8D-E543550488CE}" type="slidenum">
              <a:rPr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/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9964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14" tIns="45707" rIns="91414" bIns="45707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4"/>
            <a:ext cx="8229600" cy="3394472"/>
          </a:xfrm>
          <a:prstGeom prst="rect">
            <a:avLst/>
          </a:prstGeom>
        </p:spPr>
        <p:txBody>
          <a:bodyPr vert="horz" lIns="91414" tIns="45707" rIns="91414" bIns="45707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79A1A98-A4E7-4F22-B6A0-1F12C5F135FA}" type="datetimeFigureOut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2024/4/25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95823173-8EDA-4B7D-BB8D-E543550488CE}" type="slidenum">
              <a:rPr kumimoji="0" lang="zh-TW" altLang="en-US" smtClean="0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037713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084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776" indent="-342776" algn="l" defTabSz="914084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defTabSz="914084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defTabSz="914084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defTabSz="914084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0E50BB6B-5496-8244-B437-BB5E0BEFD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你若欠缺真失望，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我著盡力來幫助；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救主看了就歡喜，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顯明真實趁道理。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73338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A7633D3-B628-3245-9647-E93561243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求聖神來幫助。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3992771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5A8C0F45-E57C-6E49-BEF1-88306F56A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我若抵著心煩惱，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你著替我來祈禱；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救主看了就歡喜，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顯明真實趁道理。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903654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2-2.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A7633D3-B628-3245-9647-E93561243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求聖神來幫助。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99262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485AAFB3-E74A-1645-A644-E04EA23158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你若致到心欲冷，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我欲喚起你熱情；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救主看了就歡喜，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顯明真實趁道理。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6839349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A7633D3-B628-3245-9647-E93561243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求聖神來幫助。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0814263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4-1.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E2B010E4-44BA-9B4B-BF2E-032E598732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44000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相疼你我著勉勵，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就會榮光歸天父；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救主看了就歡喜，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顯明真實趁道理。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7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70586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863588" y="311020"/>
            <a:ext cx="6912767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863588" y="322536"/>
            <a:ext cx="69127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55"/>
            <a:r>
              <a:rPr lang="zh-CN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你</a:t>
            </a:r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若欠缺真失望</a:t>
            </a:r>
            <a:endParaRPr kumimoji="1" lang="zh-TW" alt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全宋體-2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F2CA78F-FF34-9246-894C-928A274C69A1}"/>
              </a:ext>
            </a:extLst>
          </p:cNvPr>
          <p:cNvSpPr txBox="1"/>
          <p:nvPr/>
        </p:nvSpPr>
        <p:spPr>
          <a:xfrm>
            <a:off x="611560" y="1103493"/>
            <a:ext cx="1667433" cy="76944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91435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kumimoji="1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4-2.</a:t>
            </a:r>
            <a:endParaRPr kumimoji="1" lang="zh-TW" alt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BA7633D3-B628-3245-9647-E93561243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312368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咱決意相疼，</a:t>
            </a:r>
            <a:endParaRPr lang="en-US" altLang="zh-TW" sz="42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2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求聖神來幫助。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21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8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17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5674014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20639</TotalTime>
  <Words>345</Words>
  <Application>Microsoft Macintosh PowerPoint</Application>
  <PresentationFormat>如螢幕大小 (16:9)</PresentationFormat>
  <Paragraphs>64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4" baseType="lpstr">
      <vt:lpstr>全宋體-2</vt:lpstr>
      <vt:lpstr>微軟正黑體</vt:lpstr>
      <vt:lpstr>新細明體</vt:lpstr>
      <vt:lpstr>Arial</vt:lpstr>
      <vt:lpstr>Calibri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4696</cp:revision>
  <dcterms:created xsi:type="dcterms:W3CDTF">2009-02-27T08:32:01Z</dcterms:created>
  <dcterms:modified xsi:type="dcterms:W3CDTF">2024-04-25T13:48:29Z</dcterms:modified>
</cp:coreProperties>
</file>