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001" r:id="rId2"/>
    <p:sldId id="25002" r:id="rId3"/>
    <p:sldId id="25003" r:id="rId4"/>
    <p:sldId id="25004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2024/5/3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7834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2215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603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063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9300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3704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99077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97797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0551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1512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80689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8741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7880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51422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2024/5/3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12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2024/5/3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2520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上帝權能實在奧妙，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宇宙萬有表現奇巧；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獨生聖子臨到世間，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拯救罪人脫出災難。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(1/4)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253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1516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上帝權能實在奧妙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63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聖子真理古今不變，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甘願成做喪鄉卑賤；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厭倦著磨憂傷慘死，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為著疼人獻衪家己。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(2/4)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253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1516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上帝權能實在奧妙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1191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奇妙疼痛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𬿪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得講明，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罪過受贖感激心靈；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主疼罪人愈識愈深，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十架榮耀通古及今。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(3/4)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253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1516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上帝權能實在奧妙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679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844" y="1203598"/>
            <a:ext cx="9145844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救恩即大咱著疼主，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心內惡毒一盡掃除；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救主恩典時常充滿，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誠心疼主愈久愈大。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新聖詩1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20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(4/4)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253</a:t>
            </a:r>
            <a:r>
              <a:rPr lang="zh-TW" altLang="en-US" sz="3000" b="1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en-US" altLang="zh-TW" sz="3000" b="1" u="sng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755576" y="1151651"/>
            <a:ext cx="1440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上帝權能實在奧妙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5524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20646</TotalTime>
  <Words>179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4705</cp:revision>
  <dcterms:created xsi:type="dcterms:W3CDTF">2009-02-27T08:32:01Z</dcterms:created>
  <dcterms:modified xsi:type="dcterms:W3CDTF">2024-05-03T15:14:49Z</dcterms:modified>
</cp:coreProperties>
</file>