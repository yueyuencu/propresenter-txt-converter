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273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16" y="-9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32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5980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8558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55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1577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6" indent="0">
              <a:buNone/>
              <a:defRPr sz="2000" b="1"/>
            </a:lvl2pPr>
            <a:lvl3pPr marL="914108" indent="0">
              <a:buNone/>
              <a:defRPr sz="1800" b="1"/>
            </a:lvl3pPr>
            <a:lvl4pPr marL="1371158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59" indent="0">
              <a:buNone/>
              <a:defRPr sz="1600" b="1"/>
            </a:lvl6pPr>
            <a:lvl7pPr marL="2742305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6" indent="0">
              <a:buNone/>
              <a:defRPr sz="2000" b="1"/>
            </a:lvl2pPr>
            <a:lvl3pPr marL="914108" indent="0">
              <a:buNone/>
              <a:defRPr sz="1800" b="1"/>
            </a:lvl3pPr>
            <a:lvl4pPr marL="1371158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59" indent="0">
              <a:buNone/>
              <a:defRPr sz="1600" b="1"/>
            </a:lvl6pPr>
            <a:lvl7pPr marL="2742305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119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3090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685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0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46" indent="0">
              <a:buNone/>
              <a:defRPr sz="1200"/>
            </a:lvl2pPr>
            <a:lvl3pPr marL="914108" indent="0">
              <a:buNone/>
              <a:defRPr sz="1000"/>
            </a:lvl3pPr>
            <a:lvl4pPr marL="1371158" indent="0">
              <a:buNone/>
              <a:defRPr sz="900"/>
            </a:lvl4pPr>
            <a:lvl5pPr marL="1828214" indent="0">
              <a:buNone/>
              <a:defRPr sz="900"/>
            </a:lvl5pPr>
            <a:lvl6pPr marL="2285259" indent="0">
              <a:buNone/>
              <a:defRPr sz="900"/>
            </a:lvl6pPr>
            <a:lvl7pPr marL="2742305" indent="0">
              <a:buNone/>
              <a:defRPr sz="900"/>
            </a:lvl7pPr>
            <a:lvl8pPr marL="3199360" indent="0">
              <a:buNone/>
              <a:defRPr sz="900"/>
            </a:lvl8pPr>
            <a:lvl9pPr marL="3656411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1821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46" indent="0">
              <a:buNone/>
              <a:defRPr sz="2800"/>
            </a:lvl2pPr>
            <a:lvl3pPr marL="914108" indent="0">
              <a:buNone/>
              <a:defRPr sz="2400"/>
            </a:lvl3pPr>
            <a:lvl4pPr marL="1371158" indent="0">
              <a:buNone/>
              <a:defRPr sz="2000"/>
            </a:lvl4pPr>
            <a:lvl5pPr marL="1828214" indent="0">
              <a:buNone/>
              <a:defRPr sz="2000"/>
            </a:lvl5pPr>
            <a:lvl6pPr marL="2285259" indent="0">
              <a:buNone/>
              <a:defRPr sz="2000"/>
            </a:lvl6pPr>
            <a:lvl7pPr marL="2742305" indent="0">
              <a:buNone/>
              <a:defRPr sz="2000"/>
            </a:lvl7pPr>
            <a:lvl8pPr marL="3199360" indent="0">
              <a:buNone/>
              <a:defRPr sz="2000"/>
            </a:lvl8pPr>
            <a:lvl9pPr marL="3656411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1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46" indent="0">
              <a:buNone/>
              <a:defRPr sz="1200"/>
            </a:lvl2pPr>
            <a:lvl3pPr marL="914108" indent="0">
              <a:buNone/>
              <a:defRPr sz="1000"/>
            </a:lvl3pPr>
            <a:lvl4pPr marL="1371158" indent="0">
              <a:buNone/>
              <a:defRPr sz="900"/>
            </a:lvl4pPr>
            <a:lvl5pPr marL="1828214" indent="0">
              <a:buNone/>
              <a:defRPr sz="900"/>
            </a:lvl5pPr>
            <a:lvl6pPr marL="2285259" indent="0">
              <a:buNone/>
              <a:defRPr sz="900"/>
            </a:lvl6pPr>
            <a:lvl7pPr marL="2742305" indent="0">
              <a:buNone/>
              <a:defRPr sz="900"/>
            </a:lvl7pPr>
            <a:lvl8pPr marL="3199360" indent="0">
              <a:buNone/>
              <a:defRPr sz="900"/>
            </a:lvl8pPr>
            <a:lvl9pPr marL="3656411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2731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707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3529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23/10/21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534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4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10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5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21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85" indent="-34278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5" indent="-28565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0" indent="-22852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0" indent="-22852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36" indent="-22852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81" indent="-228522" algn="l" defTabSz="9141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8" indent="-228522" algn="l" defTabSz="9141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9" indent="-228522" algn="l" defTabSz="9141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9" indent="-228522" algn="l" defTabSz="9141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6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8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8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9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5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1" algn="l" defTabSz="9141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87574"/>
            <a:ext cx="9174088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主，懇求祢聽祢子民哀求，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主，懇求祢聽祢子民哀求，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賜阮祢不變勇氣，有力用信心來活。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主，聽阮求！主，聽阮求！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0" y="339502"/>
            <a:ext cx="8459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63380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40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2_Office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2023-10-21T12:07:10Z</dcterms:modified>
</cp:coreProperties>
</file>