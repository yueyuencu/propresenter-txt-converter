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4872" r:id="rId2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2024/3/15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341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7200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438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818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1343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08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0867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094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0772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5470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086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2024/3/15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0389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2024/3/15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9032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68" y="1275606"/>
            <a:ext cx="9145844" cy="3672408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願主賜福保護你，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願上帝的榮光遍照你，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也用慈悲款待你，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願主上帝常常看顧你，</a:t>
            </a:r>
          </a:p>
          <a:p>
            <a:pPr>
              <a:spcBef>
                <a:spcPts val="1200"/>
              </a:spcBef>
            </a:pPr>
            <a:r>
              <a:rPr lang="zh-TW" altLang="en-US" sz="43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賞賜你平安。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397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153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259632" y="1108943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prstClr val="black"/>
                </a:solidFill>
                <a:latin typeface="arial" panose="020B0604020202020204" pitchFamily="34" charset="0"/>
                <a:ea typeface="全宋體-2"/>
              </a:rPr>
              <a:t>願主賜福保護你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86448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50</Words>
  <Application>Microsoft Macintosh PowerPoint</Application>
  <PresentationFormat>如螢幕大小 (16:9)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Arial</vt:lpstr>
      <vt:lpstr>Calibri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2024-03-15T14:46:09Z</dcterms:modified>
</cp:coreProperties>
</file>