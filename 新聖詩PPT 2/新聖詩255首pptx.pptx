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35" r:id="rId2"/>
    <p:sldId id="25636" r:id="rId3"/>
    <p:sldId id="25637" r:id="rId4"/>
    <p:sldId id="2563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28" autoAdjust="0"/>
    <p:restoredTop sz="92302" autoAdjust="0"/>
  </p:normalViewPr>
  <p:slideViewPr>
    <p:cSldViewPr>
      <p:cViewPr varScale="1">
        <p:scale>
          <a:sx n="142" d="100"/>
          <a:sy n="142" d="100"/>
        </p:scale>
        <p:origin x="936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65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264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053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786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336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060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094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836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649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173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9333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758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75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7757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377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198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124" y="1368452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聖會獨一的地基，是主耶穌基督，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對主真道來建置，設立永遠天國；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對天降臨贖回伊，作主聖潔新娘，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用血用愛來買伊，替死佇地面上。</a:t>
            </a:r>
          </a:p>
          <a:p>
            <a:pPr algn="r">
              <a:spcBef>
                <a:spcPts val="1200"/>
              </a:spcBef>
            </a:pP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255</a:t>
            </a: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165</a:t>
            </a:r>
            <a:endParaRPr lang="ja-JP" altLang="en-US" sz="28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55676" y="475961"/>
            <a:ext cx="51485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55676" y="456004"/>
            <a:ext cx="5148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聖會獨一的地基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410128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7488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124" y="1368452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逐國受召，受主揀成做一體廣闊，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大家遵奉這聖經，同心信主來活；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獨一聖名咱稱呼，承受天的米糧，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相及向望大欣慕，所受恩典一樣。</a:t>
            </a:r>
          </a:p>
          <a:p>
            <a:pPr algn="r">
              <a:spcBef>
                <a:spcPts val="1200"/>
              </a:spcBef>
            </a:pP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255</a:t>
            </a: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165</a:t>
            </a:r>
            <a:endParaRPr lang="ja-JP" altLang="en-US" sz="28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55676" y="475961"/>
            <a:ext cx="51485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55676" y="456004"/>
            <a:ext cx="5148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聖會獨一的地基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410128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7602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124" y="1368452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雖有世人的譏莿，有時抵著擾亂，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有時大家相分離，辨明真理異端；</a:t>
            </a: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心目看主佇頭前，榮光滿意完成，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直到聖會攏得勝，享受安寧平定。</a:t>
            </a:r>
          </a:p>
          <a:p>
            <a:pPr algn="r">
              <a:spcBef>
                <a:spcPts val="1200"/>
              </a:spcBef>
            </a:pP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255</a:t>
            </a: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165</a:t>
            </a:r>
            <a:endParaRPr lang="ja-JP" altLang="en-US" sz="28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55676" y="475961"/>
            <a:ext cx="51485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55676" y="456004"/>
            <a:ext cx="5148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聖會獨一的地基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410128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4748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124" y="1368452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聖會設立佇地上，結連三位一體；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屬主過往的朋友，及主交陪無替；</a:t>
            </a: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咱對稱義得著救，攏是對主恩惠；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願咱會及祂同樣，佇天及主做堆。</a:t>
            </a:r>
          </a:p>
          <a:p>
            <a:pPr algn="r">
              <a:spcBef>
                <a:spcPts val="1200"/>
              </a:spcBef>
            </a:pP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255</a:t>
            </a: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28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28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165</a:t>
            </a:r>
            <a:endParaRPr lang="ja-JP" altLang="en-US" sz="28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55676" y="475961"/>
            <a:ext cx="51485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55676" y="456004"/>
            <a:ext cx="5148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聖會獨一的地基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410128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5890345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20640</TotalTime>
  <Words>256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2024-07-26T14:32:01Z</dcterms:modified>
</cp:coreProperties>
</file>