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001" r:id="rId2"/>
    <p:sldId id="25002" r:id="rId3"/>
    <p:sldId id="25003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48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082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336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176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5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895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5604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668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550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305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702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33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864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845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85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53999" y="52039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祈禱的時此時極好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祈禱的時此時極好，我心脫離俗情煩惱，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閣通就近天父面前，將心所愛祈禱無停；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我曾抵著災禍艱難，祈禱的時會得平安，</a:t>
            </a:r>
            <a:endParaRPr lang="en-US" altLang="zh-TW" sz="36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閣我專心祈禱的時，會互魔鬼及我相離。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1168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53999" y="52039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祈禱的時此時極好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祈禱的時此時極好，天父歡喜聽我祈禱，</a:t>
            </a:r>
            <a:endParaRPr lang="en-US" altLang="zh-TW" sz="36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萬有主宰極其富有，迫切懇求祂就賞賜；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天父教我及祂親近，愛我信靠受祂大恩，</a:t>
            </a:r>
            <a:endParaRPr lang="en-US" altLang="zh-TW" sz="36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今將逐項掛慮靠祂，歡喜聽候祈禱的時。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1966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53999" y="52039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祈禱的時此時極好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祈禱的時此時極好，互我的心無閣煩惱，</a:t>
            </a:r>
            <a:endParaRPr lang="en-US" altLang="zh-TW" sz="36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盡一世人倚靠祈禱，臨終氣斷心靈安和；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彼時靈魂離開身軀，就會朝見疼我的主，</a:t>
            </a:r>
            <a:endParaRPr lang="en-US" altLang="zh-TW" sz="36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無閣煩惱無閣傷悲，永遠享受天堂福氣。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4799618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210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2025-07-18T13:40:06Z</dcterms:modified>
</cp:coreProperties>
</file>