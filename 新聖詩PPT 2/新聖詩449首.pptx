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76" y="-8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18/6/16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18/6/16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18/6/16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18/6/16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18/6/16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18/6/16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18/6/16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18/6/16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18/6/16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18/6/16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18/6/16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18/6/16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18/6/16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基督是咱家庭的主，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男女老幼向這標語；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或是飲食抑是講話，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或是做工抑是交陪。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7574311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基督是咱家庭的主，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選擇同信結做夫婦，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誠實相疼同心同情，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才會建設美滿家庭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3782053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基督是咱家庭的主，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所有子兒天父賞賜；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細漢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導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親近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天父，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信心堅固續到後裔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560685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基督是咱家庭的主，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致意引導全家歸主；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早晚實行家庭禮拜，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遵主教示誠心服事。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833184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5.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基督同在家庭和諧，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喜樂充滿逐人心內；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佇主相疼真正幸福，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地上家庭變做天國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0646801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149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4696</cp:revision>
  <dcterms:created xsi:type="dcterms:W3CDTF">2009-02-27T08:32:01Z</dcterms:created>
  <dcterms:modified xsi:type="dcterms:W3CDTF">2018-06-16T15:57:46Z</dcterms:modified>
</cp:coreProperties>
</file>