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8" r:id="rId2"/>
    <p:sldId id="5279" r:id="rId3"/>
    <p:sldId id="5280" r:id="rId4"/>
    <p:sldId id="5281" r:id="rId5"/>
    <p:sldId id="5282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00" y="-12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上主作我至好牧者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我無欠缺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一件；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青翠草埔互我徛起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導到安靜水邊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01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1.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59153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互我靈魂精英醒悟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導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我行義的路；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我雖行過死蔭山谷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免驚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死無兇惡。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01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42633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雖有危險免驚災害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因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為我主同在；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用祢的棍顧守、保庇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用柺安慰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扶持。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01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14969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對敵面前排設宴席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互我逐項夠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額；   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佇我頭殼，用油來抹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互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我的杯滿滿。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01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569834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恩典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慈悲的確隨我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到盡一世無息；    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我欲永遠快樂安住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佇主上帝的厝。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01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072806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20632</TotalTime>
  <Words>154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2021-09-11T06:28:29Z</dcterms:modified>
</cp:coreProperties>
</file>