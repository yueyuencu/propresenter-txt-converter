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90" r:id="rId2"/>
    <p:sldId id="5291" r:id="rId3"/>
    <p:sldId id="5292" r:id="rId4"/>
    <p:sldId id="5293" r:id="rId5"/>
    <p:sldId id="5294" r:id="rId6"/>
    <p:sldId id="5295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22/7/23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境遇好歹變化無定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en-US" altLang="zh-TW" sz="3800" b="1" kern="100" dirty="0" smtClean="0">
                <a:solidFill>
                  <a:schemeClr val="tx1"/>
                </a:solidFill>
                <a:latin typeface="全宋體-2" panose="02020500000000000000" pitchFamily="18" charset="-120"/>
                <a:ea typeface="全宋體-2" panose="02020500000000000000" pitchFamily="18" charset="-120"/>
              </a:rPr>
              <a:t>𫢶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翼下穩當免驚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上帝啲照顧你。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70824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逐日啲顧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，逐日導路，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516216" y="411510"/>
            <a:ext cx="23762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/>
              <a:t>【</a:t>
            </a:r>
            <a:r>
              <a:rPr lang="zh-TW" altLang="en-US" sz="3000" b="1" dirty="0"/>
              <a:t>複歌</a:t>
            </a:r>
            <a:r>
              <a:rPr lang="en-US" altLang="zh-TW" sz="3000" b="1" dirty="0" smtClean="0"/>
              <a:t>】</a:t>
            </a:r>
            <a:endParaRPr lang="en-US" altLang="zh-TW" sz="3000" b="1" dirty="0"/>
          </a:p>
        </p:txBody>
      </p:sp>
    </p:spTree>
    <p:extLst>
      <p:ext uri="{BB962C8B-B14F-4D97-AF65-F5344CB8AC3E}">
        <p14:creationId xmlns:p14="http://schemas.microsoft.com/office/powerpoint/2010/main" val="36087812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為主做工攏免失志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路途嵁硈危險彼時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51410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逐日啲顧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，逐日導路，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516216" y="411510"/>
            <a:ext cx="23762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/>
              <a:t>【</a:t>
            </a:r>
            <a:r>
              <a:rPr lang="zh-TW" altLang="en-US" sz="3000" b="1" dirty="0"/>
              <a:t>複歌</a:t>
            </a:r>
            <a:r>
              <a:rPr lang="en-US" altLang="zh-TW" sz="3000" b="1" dirty="0" smtClean="0"/>
              <a:t>】</a:t>
            </a:r>
            <a:endParaRPr lang="en-US" altLang="zh-TW" sz="3000" b="1" dirty="0"/>
          </a:p>
        </p:txBody>
      </p:sp>
    </p:spTree>
    <p:extLst>
      <p:ext uri="{BB962C8B-B14F-4D97-AF65-F5344CB8AC3E}">
        <p14:creationId xmlns:p14="http://schemas.microsoft.com/office/powerpoint/2010/main" val="3097887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無論抵著偌大試煉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得主扶持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</a:t>
            </a:r>
            <a:r>
              <a:rPr lang="zh-TW" altLang="zh-TW" sz="3800" b="1" kern="100" dirty="0" smtClean="0">
                <a:solidFill>
                  <a:schemeClr val="tx1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厭倦，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32969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逐日啲顧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，逐日導路，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上帝啲照顧你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516216" y="411510"/>
            <a:ext cx="23762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/>
              <a:t>【</a:t>
            </a:r>
            <a:r>
              <a:rPr lang="zh-TW" altLang="en-US" sz="3000" b="1" dirty="0"/>
              <a:t>複歌</a:t>
            </a:r>
            <a:r>
              <a:rPr lang="en-US" altLang="zh-TW" sz="3000" b="1" dirty="0" smtClean="0"/>
              <a:t>】</a:t>
            </a:r>
            <a:endParaRPr lang="en-US" altLang="zh-TW" sz="3000" b="1" dirty="0"/>
          </a:p>
        </p:txBody>
      </p:sp>
    </p:spTree>
    <p:extLst>
      <p:ext uri="{BB962C8B-B14F-4D97-AF65-F5344CB8AC3E}">
        <p14:creationId xmlns:p14="http://schemas.microsoft.com/office/powerpoint/2010/main" val="1151596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179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2022-07-23T11:05:44Z</dcterms:modified>
</cp:coreProperties>
</file>