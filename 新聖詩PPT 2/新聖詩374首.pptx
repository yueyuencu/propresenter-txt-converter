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2" r:id="rId2"/>
    <p:sldId id="5273" r:id="rId3"/>
    <p:sldId id="5274" r:id="rId4"/>
    <p:sldId id="5275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2056" y="-7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19/6/22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19/6/22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19/6/22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19/6/22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19/6/22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19/6/22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19/6/22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19/6/22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19/6/22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19/6/22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19/6/22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19/6/22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19/6/22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708920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聽見救主出聲</a:t>
            </a:r>
            <a:r>
              <a:rPr lang="zh-CN" altLang="zh-TW" sz="3600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啲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叫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，甚麼人</a:t>
            </a:r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欲去做工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？</a:t>
            </a:r>
            <a:endParaRPr lang="zh-TW" altLang="zh-TW" sz="3600" dirty="0">
              <a:solidFill>
                <a:srgbClr val="000000"/>
              </a:solidFill>
              <a:ea typeface="華康中圓體"/>
            </a:endParaRPr>
          </a:p>
          <a:p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田攏到時，稻也熟熟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，甚麼人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欲去收冬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？</a:t>
            </a:r>
            <a:endParaRPr lang="zh-TW" altLang="zh-TW" sz="3600" dirty="0">
              <a:solidFill>
                <a:srgbClr val="0000CC"/>
              </a:solidFill>
              <a:ea typeface="華康中圓體"/>
            </a:endParaRPr>
          </a:p>
          <a:p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救主真久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就</a:t>
            </a:r>
            <a:r>
              <a:rPr lang="zh-CN" altLang="zh-TW" sz="3600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啲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叫</a:t>
            </a:r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你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，祂報</a:t>
            </a:r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賞實在極大，</a:t>
            </a:r>
          </a:p>
          <a:p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啥人歡喜隨時應講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，我佇遮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，差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我差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我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6285930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708920"/>
            <a:ext cx="9114119" cy="3672408"/>
          </a:xfrm>
        </p:spPr>
        <p:txBody>
          <a:bodyPr/>
          <a:lstStyle/>
          <a:p>
            <a:r>
              <a:rPr lang="zh-TW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設使</a:t>
            </a:r>
            <a:r>
              <a:rPr lang="en-US" altLang="zh-TW" sz="3600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會去到真遠</a:t>
            </a:r>
            <a:r>
              <a:rPr lang="en-US" altLang="zh-TW" sz="3600" dirty="0" smtClean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來報揚福音真聲</a:t>
            </a:r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，</a:t>
            </a:r>
            <a:r>
              <a:rPr lang="en-US" altLang="zh-TW" sz="3600" dirty="0">
                <a:solidFill>
                  <a:srgbClr val="000000"/>
                </a:solidFill>
                <a:ea typeface="華康中圓體"/>
              </a:rPr>
              <a:t> </a:t>
            </a:r>
            <a:endParaRPr lang="zh-TW" altLang="zh-TW" sz="3600" dirty="0">
              <a:solidFill>
                <a:srgbClr val="000000"/>
              </a:solidFill>
              <a:ea typeface="華康中圓體"/>
            </a:endParaRPr>
          </a:p>
          <a:p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恁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的厝邊四圍有人</a:t>
            </a:r>
            <a:r>
              <a:rPr lang="en-US" altLang="zh-TW" sz="3600" dirty="0" smtClean="0">
                <a:solidFill>
                  <a:srgbClr val="0000CC"/>
                </a:solidFill>
                <a:ea typeface="華康中圓體"/>
              </a:rPr>
              <a:t>  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未曾聽救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主的名；</a:t>
            </a:r>
          </a:p>
          <a:p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設使捐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銀</a:t>
            </a:r>
            <a:r>
              <a:rPr lang="en-US" altLang="zh-TW" sz="3600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到</a:t>
            </a:r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成千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，也會獻寡婦一釐</a:t>
            </a:r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為著救主歡喜做工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，祂會鑒納賜福氣。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6265959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708920"/>
            <a:ext cx="9114119" cy="3672408"/>
          </a:xfrm>
        </p:spPr>
        <p:txBody>
          <a:bodyPr/>
          <a:lstStyle/>
          <a:p>
            <a:r>
              <a:rPr lang="zh-TW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雖然言語不比天使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，傳道理</a:t>
            </a:r>
            <a:r>
              <a:rPr lang="en-US" altLang="zh-TW" sz="3600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達</a:t>
            </a:r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保羅，</a:t>
            </a:r>
          </a:p>
          <a:p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  你會報揚主的疼痛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，互人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明救世真道；</a:t>
            </a:r>
          </a:p>
          <a:p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  設使</a:t>
            </a:r>
            <a:r>
              <a:rPr lang="zh-TW" altLang="zh-TW" sz="3600" b="1" dirty="0">
                <a:solidFill>
                  <a:srgbClr val="000000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會叫醒歹人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，互</a:t>
            </a:r>
            <a:r>
              <a:rPr lang="zh-TW" altLang="zh-TW" sz="3600" b="1" dirty="0" smtClean="0">
                <a:solidFill>
                  <a:srgbClr val="000000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知後日審判， </a:t>
            </a:r>
          </a:p>
          <a:p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你會引導攏總細子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，牽</a:t>
            </a:r>
            <a:r>
              <a:rPr lang="zh-TW" altLang="zh-TW" sz="3600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來互主手按。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6722422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708920"/>
            <a:ext cx="9114119" cy="3672408"/>
          </a:xfrm>
        </p:spPr>
        <p:txBody>
          <a:bodyPr/>
          <a:lstStyle/>
          <a:p>
            <a:r>
              <a:rPr lang="zh-TW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莫得閒閒徛</a:t>
            </a:r>
            <a:r>
              <a:rPr lang="zh-CN" altLang="zh-TW" sz="3600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啲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推辭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，我無力通做啥工，</a:t>
            </a:r>
            <a:endParaRPr lang="zh-TW" altLang="zh-TW" sz="3600" dirty="0">
              <a:solidFill>
                <a:srgbClr val="000000"/>
              </a:solidFill>
              <a:ea typeface="華康中圓體"/>
            </a:endParaRPr>
          </a:p>
          <a:p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世人多多日日沉淪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，主愛你助祂救人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；</a:t>
            </a:r>
          </a:p>
          <a:p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  歡喜聽趁救主命令</a:t>
            </a:r>
            <a:r>
              <a:rPr lang="zh-TW" altLang="zh-TW" sz="3600" dirty="0" smtClean="0">
                <a:solidFill>
                  <a:srgbClr val="000000"/>
                </a:solidFill>
                <a:ea typeface="華康中圓體"/>
              </a:rPr>
              <a:t>，盡力做</a:t>
            </a:r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，福氣是大，</a:t>
            </a:r>
          </a:p>
          <a:p>
            <a:r>
              <a:rPr lang="zh-TW" altLang="zh-TW" sz="3600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主</a:t>
            </a:r>
            <a:r>
              <a:rPr lang="zh-CN" altLang="zh-TW" sz="3600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啲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叫你緊緊著應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，我佇遮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，差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我差</a:t>
            </a:r>
            <a:r>
              <a:rPr lang="zh-TW" altLang="zh-TW" sz="3600" dirty="0">
                <a:solidFill>
                  <a:srgbClr val="0000CC"/>
                </a:solidFill>
                <a:ea typeface="華康中圓體"/>
              </a:rPr>
              <a:t>我</a:t>
            </a:r>
            <a:r>
              <a:rPr lang="zh-TW" altLang="zh-TW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394583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20634</TotalTime>
  <Words>171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4690</cp:revision>
  <dcterms:created xsi:type="dcterms:W3CDTF">2009-02-27T08:32:01Z</dcterms:created>
  <dcterms:modified xsi:type="dcterms:W3CDTF">2019-06-22T16:01:10Z</dcterms:modified>
</cp:coreProperties>
</file>