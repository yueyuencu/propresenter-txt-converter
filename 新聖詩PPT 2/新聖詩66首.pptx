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001" r:id="rId2"/>
    <p:sldId id="25009" r:id="rId3"/>
    <p:sldId id="25010" r:id="rId4"/>
    <p:sldId id="25011" r:id="rId5"/>
    <p:sldId id="25012" r:id="rId6"/>
    <p:sldId id="25013" r:id="rId7"/>
    <p:sldId id="25014" r:id="rId8"/>
    <p:sldId id="25015" r:id="rId9"/>
    <p:sldId id="25016" r:id="rId10"/>
    <p:sldId id="25017" r:id="rId11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2024/12/21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10562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70379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57490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92818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3662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69200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21019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86629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13358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2352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32631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86231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27752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53313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61240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92963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44214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93277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458477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1830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96182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03027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275606"/>
            <a:ext cx="1800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聖子耶穌對天降臨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聖子耶穌對天降臨，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為咱世間有罪的人；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天頂地下開聲來吟，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謳咾聖主成做咱人。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66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/10)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91</a:t>
            </a:r>
          </a:p>
        </p:txBody>
      </p:sp>
    </p:spTree>
    <p:extLst>
      <p:ext uri="{BB962C8B-B14F-4D97-AF65-F5344CB8AC3E}">
        <p14:creationId xmlns:p14="http://schemas.microsoft.com/office/powerpoint/2010/main" val="2307485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275606"/>
            <a:ext cx="1800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聖子耶穌對天降臨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哈利路亞謳咾齊聲，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天父差祂獨生聖子，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為我罪人放拺性命，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天父上帝真正是疼。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66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(2/10)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91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71224CA-7F96-7C47-B297-A3A93552B8E9}"/>
              </a:ext>
            </a:extLst>
          </p:cNvPr>
          <p:cNvSpPr txBox="1"/>
          <p:nvPr/>
        </p:nvSpPr>
        <p:spPr>
          <a:xfrm>
            <a:off x="251520" y="1873156"/>
            <a:ext cx="19442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247502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275606"/>
            <a:ext cx="1800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聖子耶穌對天降臨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耶穌降生睏佇槽內，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無嫌地上卑微所在；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天軍天使作樂和諧，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好聽到極流傳萬代。 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66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(3/10)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91</a:t>
            </a:r>
          </a:p>
        </p:txBody>
      </p:sp>
    </p:spTree>
    <p:extLst>
      <p:ext uri="{BB962C8B-B14F-4D97-AF65-F5344CB8AC3E}">
        <p14:creationId xmlns:p14="http://schemas.microsoft.com/office/powerpoint/2010/main" val="1159379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275606"/>
            <a:ext cx="1800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聖子耶穌對天降臨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哈利路亞謳咾齊聲，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天父差祂獨生聖子，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為我罪人放拺性命，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天父上帝真正是疼。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66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(4/10)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91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71224CA-7F96-7C47-B297-A3A93552B8E9}"/>
              </a:ext>
            </a:extLst>
          </p:cNvPr>
          <p:cNvSpPr txBox="1"/>
          <p:nvPr/>
        </p:nvSpPr>
        <p:spPr>
          <a:xfrm>
            <a:off x="251520" y="1873156"/>
            <a:ext cx="19442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954855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275606"/>
            <a:ext cx="1800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聖子耶穌對天降臨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降生彼暝曠野牧者，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做伙守更顧𪜶羊群；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天使降臨報𪜶知影，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去看救主面貌溫純。  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66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(5/10)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91</a:t>
            </a:r>
          </a:p>
        </p:txBody>
      </p:sp>
    </p:spTree>
    <p:extLst>
      <p:ext uri="{BB962C8B-B14F-4D97-AF65-F5344CB8AC3E}">
        <p14:creationId xmlns:p14="http://schemas.microsoft.com/office/powerpoint/2010/main" val="1086275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275606"/>
            <a:ext cx="1800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聖子耶穌對天降臨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哈利路亞謳咾齊聲，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天父差祂獨生聖子，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為我罪人放拺性命，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天父上帝真正是疼。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66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(6/10)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91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71224CA-7F96-7C47-B297-A3A93552B8E9}"/>
              </a:ext>
            </a:extLst>
          </p:cNvPr>
          <p:cNvSpPr txBox="1"/>
          <p:nvPr/>
        </p:nvSpPr>
        <p:spPr>
          <a:xfrm>
            <a:off x="251520" y="1873156"/>
            <a:ext cx="19442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397037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275606"/>
            <a:ext cx="1800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聖子耶穌對天降臨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救主消息傳到東方，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遐有博士攑目看天；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主顯金星奇異真光，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𪜶對真遠也來拜祂。   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66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(7/10)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91</a:t>
            </a:r>
          </a:p>
        </p:txBody>
      </p:sp>
    </p:spTree>
    <p:extLst>
      <p:ext uri="{BB962C8B-B14F-4D97-AF65-F5344CB8AC3E}">
        <p14:creationId xmlns:p14="http://schemas.microsoft.com/office/powerpoint/2010/main" val="1001467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275606"/>
            <a:ext cx="1800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4-2.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聖子耶穌對天降臨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哈利路亞謳咾齊聲，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天父差祂獨生聖子，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為我罪人放拺性命，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天父上帝真正是疼。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66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(8/10)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91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71224CA-7F96-7C47-B297-A3A93552B8E9}"/>
              </a:ext>
            </a:extLst>
          </p:cNvPr>
          <p:cNvSpPr txBox="1"/>
          <p:nvPr/>
        </p:nvSpPr>
        <p:spPr>
          <a:xfrm>
            <a:off x="251520" y="1873156"/>
            <a:ext cx="19442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031681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275606"/>
            <a:ext cx="1800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5-1.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聖子耶穌對天降臨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救主降生愛人攏知，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祂是真理活命道路；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愛咱直到樂園彼內，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只有信靠咱主耶穌。 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66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(9/10)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91</a:t>
            </a:r>
          </a:p>
        </p:txBody>
      </p:sp>
    </p:spTree>
    <p:extLst>
      <p:ext uri="{BB962C8B-B14F-4D97-AF65-F5344CB8AC3E}">
        <p14:creationId xmlns:p14="http://schemas.microsoft.com/office/powerpoint/2010/main" val="262870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275606"/>
            <a:ext cx="1800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聖子耶穌對天降臨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哈利路亞謳咾齊聲，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天父差祂獨生聖子，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為我罪人放拺性命，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天父上帝真正是疼。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66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10/10)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91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71224CA-7F96-7C47-B297-A3A93552B8E9}"/>
              </a:ext>
            </a:extLst>
          </p:cNvPr>
          <p:cNvSpPr txBox="1"/>
          <p:nvPr/>
        </p:nvSpPr>
        <p:spPr>
          <a:xfrm>
            <a:off x="251520" y="1873156"/>
            <a:ext cx="19442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927125193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20662</TotalTime>
  <Words>458</Words>
  <Application>Microsoft Macintosh PowerPoint</Application>
  <PresentationFormat>如螢幕大小 (16:9)</PresentationFormat>
  <Paragraphs>85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4710</cp:revision>
  <dcterms:created xsi:type="dcterms:W3CDTF">2009-02-27T08:32:01Z</dcterms:created>
  <dcterms:modified xsi:type="dcterms:W3CDTF">2024-12-21T04:51:52Z</dcterms:modified>
</cp:coreProperties>
</file>