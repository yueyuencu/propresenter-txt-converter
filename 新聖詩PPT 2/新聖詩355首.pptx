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4861" r:id="rId2"/>
    <p:sldId id="24862" r:id="rId3"/>
    <p:sldId id="24863" r:id="rId4"/>
    <p:sldId id="24864" r:id="rId5"/>
    <p:sldId id="24865" r:id="rId6"/>
    <p:sldId id="24866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226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782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668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5301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533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373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76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60981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06323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0616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2953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364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6289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2580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60877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83139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47198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2024/3/8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215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阮今聚集及主坐桌，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專心來聽祢的話，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助阮明白主的臨在，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激動心靈得栽培。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1203598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阮今聚集及主坐桌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041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直到聖經信仰故事，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入阮心內做模範，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教阮通過至聖宴席，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疼的勝利逐位傳。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1203598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阮今聚集及主坐桌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561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將阮禮拜變做行動，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聖潔生活做見證，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差阮出去用疼服務，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衝突所在求和平。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1203598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2-1.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阮今聚集及主坐桌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557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基督，求祢賜阮疼心，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學祢赦免無怨嘆，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互阮看見主祢形像，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佇祢救贖的世間。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2-2.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阮今聚集及主坐桌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5580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慈悲聖神助阮邀請，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其他人客來分享，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疼得勝利熱情歡迎，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受看輕、微細、喪鄉。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阮今聚集及主坐桌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6691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嫉妒、驕傲無閣捆縛，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破壞人類得和平，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當阮加入天使聖徒，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歡喜謳咾永無停。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阮今聚集及主坐桌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34762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281</Words>
  <Application>Microsoft Macintosh PowerPoint</Application>
  <PresentationFormat>如螢幕大小 (16:9)</PresentationFormat>
  <Paragraphs>48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全宋體-2</vt:lpstr>
      <vt:lpstr>微軟正黑體</vt:lpstr>
      <vt:lpstr>新細明體</vt:lpstr>
      <vt:lpstr>Arial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4698</cp:revision>
  <dcterms:created xsi:type="dcterms:W3CDTF">2009-02-27T08:32:01Z</dcterms:created>
  <dcterms:modified xsi:type="dcterms:W3CDTF">2024-03-08T15:38:48Z</dcterms:modified>
</cp:coreProperties>
</file>