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4861" r:id="rId2"/>
    <p:sldId id="24862" r:id="rId3"/>
    <p:sldId id="24863" r:id="rId4"/>
    <p:sldId id="24864" r:id="rId5"/>
    <p:sldId id="24865" r:id="rId6"/>
    <p:sldId id="24866" r:id="rId7"/>
    <p:sldId id="24867" r:id="rId8"/>
    <p:sldId id="24868" r:id="rId9"/>
    <p:sldId id="24869" r:id="rId10"/>
    <p:sldId id="24870" r:id="rId11"/>
    <p:sldId id="24871" r:id="rId12"/>
    <p:sldId id="24872" r:id="rId13"/>
    <p:sldId id="24873" r:id="rId14"/>
    <p:sldId id="24874" r:id="rId1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19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114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52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92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316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4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516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727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651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772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1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887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295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43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758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90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819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79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705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093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46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904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9457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628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2069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55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A85F3B7-DA92-8F49-91B8-3960AD73A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這樣聲音實在好聽，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咱著謳咾救主尊名。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(1/14)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0A2711-417F-6945-B639-350BC3B641D9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5041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0528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67FC480-E5C6-BA45-B930-03044CABE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祂是上帝獨生的子，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咱著敬畏救主尊名。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916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4135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B582531F-5491-8940-8BF7-BCDC2578A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208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天使傳講，恁攏免驚，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我報救主奇妙的名。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90729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5917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41359DE-D341-024D-B303-314BAA0F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槽內嬰仔包布做號，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欲救世間，互人倚靠。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32836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656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DF34B6A-F9FE-8C41-AF15-E932AD7DA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天頂天軍同心謳咾，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地面眾人大家和好。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(9/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54871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(10/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4253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453C47B-76AE-8A44-933B-F752DB5B8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75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救主出世大闢的城，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祂互上帝立做救主，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救人永活長長久久。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(11/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70637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6-2.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(12/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781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B23602-AA42-4A4C-9AF1-814F477FD557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7-1.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D5334DE-729B-3A43-8C3F-AB1DB8DBE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9" y="1275606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今咱大家著學天使，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報揚福音導人敬拜，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常常報人聽主的聲，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向望逐人隨主來行。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(13/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29520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777647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請聽天使歡喜的聲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657E7A-0C6E-3045-9D12-2AD73B1B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843" y="1995686"/>
            <a:ext cx="9114119" cy="244827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歡喜，歡喜，歡喜，歡喜，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天國君王今日出世。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(14/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B8184D-994A-8E41-A991-1FC5362EC8E4}"/>
              </a:ext>
            </a:extLst>
          </p:cNvPr>
          <p:cNvSpPr txBox="1"/>
          <p:nvPr/>
        </p:nvSpPr>
        <p:spPr>
          <a:xfrm>
            <a:off x="359532" y="1487816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0090698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594</Words>
  <Application>Microsoft Macintosh PowerPoint</Application>
  <PresentationFormat>如螢幕大小 (16:9)</PresentationFormat>
  <Paragraphs>105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2025-12-20T03:06:20Z</dcterms:modified>
</cp:coreProperties>
</file>