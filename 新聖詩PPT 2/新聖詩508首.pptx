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6708" r:id="rId2"/>
    <p:sldId id="26709" r:id="rId3"/>
    <p:sldId id="26710" r:id="rId4"/>
    <p:sldId id="26711" r:id="rId5"/>
    <p:sldId id="26712" r:id="rId6"/>
    <p:sldId id="26713" r:id="rId7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31" autoAdjust="0"/>
    <p:restoredTop sz="92210" autoAdjust="0"/>
  </p:normalViewPr>
  <p:slideViewPr>
    <p:cSldViewPr>
      <p:cViewPr varScale="1">
        <p:scale>
          <a:sx n="160" d="100"/>
          <a:sy n="160" d="100"/>
        </p:scale>
        <p:origin x="6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2025/3/21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90403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07488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55248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209275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93059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50444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2025/3/21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542984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2025/3/21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423951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2025/3/21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86366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2025/3/21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1906115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2025/3/21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991275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2025/3/21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745132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2025/3/21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922293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2025/3/21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117116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2025/3/21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562193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2025/3/21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708040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2025/3/21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157851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2025/3/21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797497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627784" y="339502"/>
            <a:ext cx="381642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627784" y="339501"/>
            <a:ext cx="38164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耶穌憐憫人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611560" y="1341391"/>
            <a:ext cx="13681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7690FE40-C1E3-7C4F-B983-63F51CBF79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1391"/>
            <a:ext cx="9174088" cy="367863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耶穌憐憫人，</a:t>
            </a:r>
            <a:r>
              <a:rPr lang="en-US" altLang="zh-TW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zh-TW" altLang="en-US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憐憫人</a:t>
            </a:r>
            <a:r>
              <a:rPr lang="en-US" altLang="zh-TW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)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若羊無牧者，</a:t>
            </a:r>
            <a:r>
              <a:rPr lang="en-US" altLang="zh-TW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zh-TW" altLang="en-US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無牧者</a:t>
            </a:r>
            <a:r>
              <a:rPr lang="en-US" altLang="zh-TW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)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吩咐眾學生，</a:t>
            </a:r>
            <a:r>
              <a:rPr lang="en-US" altLang="zh-TW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zh-TW" altLang="en-US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眾學生</a:t>
            </a:r>
            <a:r>
              <a:rPr lang="en-US" altLang="zh-TW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)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設法互𪜶食；</a:t>
            </a:r>
            <a:r>
              <a:rPr lang="en-US" altLang="zh-TW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zh-TW" altLang="en-US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互𪜶食</a:t>
            </a:r>
            <a:r>
              <a:rPr lang="en-US" altLang="zh-TW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)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508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（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/6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236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7206911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627784" y="339502"/>
            <a:ext cx="381642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627784" y="339501"/>
            <a:ext cx="38164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耶穌憐憫人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611560" y="1341391"/>
            <a:ext cx="13681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7690FE40-C1E3-7C4F-B983-63F51CBF79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1391"/>
            <a:ext cx="9174088" cy="367863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𪜶</a:t>
            </a: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有五個餅，</a:t>
            </a:r>
            <a:r>
              <a:rPr lang="en-US" altLang="zh-TW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zh-TW" altLang="en-US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五個餅</a:t>
            </a:r>
            <a:r>
              <a:rPr lang="en-US" altLang="zh-TW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)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也有兩尾魚，</a:t>
            </a:r>
            <a:r>
              <a:rPr lang="en-US" altLang="zh-TW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zh-TW" altLang="en-US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兩尾魚</a:t>
            </a:r>
            <a:r>
              <a:rPr lang="en-US" altLang="zh-TW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)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耶穌來祝謝，</a:t>
            </a:r>
            <a:r>
              <a:rPr lang="en-US" altLang="zh-TW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zh-TW" altLang="en-US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來祝謝</a:t>
            </a:r>
            <a:r>
              <a:rPr lang="en-US" altLang="zh-TW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)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眾人食到飽。</a:t>
            </a:r>
            <a:r>
              <a:rPr lang="en-US" altLang="zh-TW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zh-TW" altLang="en-US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食到飽</a:t>
            </a:r>
            <a:r>
              <a:rPr lang="en-US" altLang="zh-TW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)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508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2/6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236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02302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627784" y="339502"/>
            <a:ext cx="381642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627784" y="339501"/>
            <a:ext cx="38164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耶穌憐憫人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611560" y="1341391"/>
            <a:ext cx="13681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7690FE40-C1E3-7C4F-B983-63F51CBF79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1391"/>
            <a:ext cx="9174088" cy="367863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耶穌吩咐咱，</a:t>
            </a:r>
            <a:r>
              <a:rPr lang="en-US" altLang="zh-TW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zh-TW" altLang="en-US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吩咐咱</a:t>
            </a:r>
            <a:r>
              <a:rPr lang="en-US" altLang="zh-TW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)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關心相幫助，</a:t>
            </a:r>
            <a:r>
              <a:rPr lang="en-US" altLang="zh-TW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zh-TW" altLang="en-US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相幫助</a:t>
            </a:r>
            <a:r>
              <a:rPr lang="en-US" altLang="zh-TW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)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伸出咱雙手，</a:t>
            </a:r>
            <a:r>
              <a:rPr lang="en-US" altLang="zh-TW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zh-TW" altLang="en-US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咱雙手</a:t>
            </a:r>
            <a:r>
              <a:rPr lang="en-US" altLang="zh-TW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)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將疼分互人；</a:t>
            </a:r>
            <a:r>
              <a:rPr lang="en-US" altLang="zh-TW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zh-TW" altLang="en-US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分互人</a:t>
            </a:r>
            <a:r>
              <a:rPr lang="en-US" altLang="zh-TW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)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508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3/6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236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8123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627784" y="339502"/>
            <a:ext cx="381642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627784" y="339501"/>
            <a:ext cx="38164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耶穌憐憫人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611560" y="1341391"/>
            <a:ext cx="13681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40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7690FE40-C1E3-7C4F-B983-63F51CBF79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1391"/>
            <a:ext cx="9174088" cy="367863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枵餓得飽足，</a:t>
            </a:r>
            <a:r>
              <a:rPr lang="en-US" altLang="zh-TW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zh-TW" altLang="en-US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得飽足</a:t>
            </a:r>
            <a:r>
              <a:rPr lang="en-US" altLang="zh-TW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)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悲傷得安慰，</a:t>
            </a:r>
            <a:r>
              <a:rPr lang="en-US" altLang="zh-TW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zh-TW" altLang="en-US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得安慰</a:t>
            </a:r>
            <a:r>
              <a:rPr lang="en-US" altLang="zh-TW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)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烏暗變光明，</a:t>
            </a:r>
            <a:r>
              <a:rPr lang="en-US" altLang="zh-TW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zh-TW" altLang="en-US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變光明</a:t>
            </a:r>
            <a:r>
              <a:rPr lang="en-US" altLang="zh-TW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)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壓迫得解放。</a:t>
            </a:r>
            <a:r>
              <a:rPr lang="en-US" altLang="zh-TW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zh-TW" altLang="en-US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得解放</a:t>
            </a:r>
            <a:r>
              <a:rPr lang="en-US" altLang="zh-TW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)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508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4/6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236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868938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627784" y="339502"/>
            <a:ext cx="381642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627784" y="339501"/>
            <a:ext cx="38164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耶穌憐憫人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611560" y="1341391"/>
            <a:ext cx="13681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3-1.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7690FE40-C1E3-7C4F-B983-63F51CBF79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1391"/>
            <a:ext cx="9174088" cy="367863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受召做學生，</a:t>
            </a:r>
            <a:r>
              <a:rPr lang="en-US" altLang="zh-TW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zh-TW" altLang="en-US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做學生</a:t>
            </a:r>
            <a:r>
              <a:rPr lang="en-US" altLang="zh-TW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)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及主立新約，</a:t>
            </a:r>
            <a:r>
              <a:rPr lang="en-US" altLang="zh-TW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zh-TW" altLang="en-US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立新約</a:t>
            </a:r>
            <a:r>
              <a:rPr lang="en-US" altLang="zh-TW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) 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成做疼團契，</a:t>
            </a:r>
            <a:r>
              <a:rPr lang="en-US" altLang="zh-TW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zh-TW" altLang="en-US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疼團契</a:t>
            </a:r>
            <a:r>
              <a:rPr lang="en-US" altLang="zh-TW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)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效法主基督；</a:t>
            </a:r>
            <a:r>
              <a:rPr lang="en-US" altLang="zh-TW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zh-TW" altLang="en-US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主基督</a:t>
            </a:r>
            <a:r>
              <a:rPr lang="en-US" altLang="zh-TW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)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508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5/6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236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9621503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2627784" y="339502"/>
            <a:ext cx="381642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2627784" y="339501"/>
            <a:ext cx="38164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耶穌憐憫人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611560" y="1341391"/>
            <a:ext cx="13681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3-2.</a:t>
            </a:r>
            <a:endParaRPr kumimoji="1" lang="zh-TW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7690FE40-C1E3-7C4F-B983-63F51CBF79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1391"/>
            <a:ext cx="9174088" cy="367863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心靈得換新，</a:t>
            </a:r>
            <a:r>
              <a:rPr lang="en-US" altLang="zh-TW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zh-TW" altLang="en-US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得換新</a:t>
            </a:r>
            <a:r>
              <a:rPr lang="en-US" altLang="zh-TW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)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獻身志堅定，</a:t>
            </a:r>
            <a:r>
              <a:rPr lang="en-US" altLang="zh-TW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zh-TW" altLang="en-US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志堅定</a:t>
            </a:r>
            <a:r>
              <a:rPr lang="en-US" altLang="zh-TW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)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聖神來引導，</a:t>
            </a:r>
            <a:r>
              <a:rPr lang="en-US" altLang="zh-TW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zh-TW" altLang="en-US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來引導</a:t>
            </a:r>
            <a:r>
              <a:rPr lang="en-US" altLang="zh-TW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)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實現上帝國。</a:t>
            </a:r>
            <a:r>
              <a:rPr lang="en-US" altLang="zh-TW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(</a:t>
            </a:r>
            <a:r>
              <a:rPr lang="zh-TW" altLang="en-US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上帝國</a:t>
            </a:r>
            <a:r>
              <a:rPr lang="en-US" altLang="zh-TW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)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508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6/6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236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436831849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20658</TotalTime>
  <Words>315</Words>
  <Application>Microsoft Macintosh PowerPoint</Application>
  <PresentationFormat>如螢幕大小 (16:9)</PresentationFormat>
  <Paragraphs>48</Paragraphs>
  <Slides>6</Slides>
  <Notes>6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2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4711</cp:revision>
  <dcterms:created xsi:type="dcterms:W3CDTF">2009-02-27T08:32:01Z</dcterms:created>
  <dcterms:modified xsi:type="dcterms:W3CDTF">2025-03-21T14:36:01Z</dcterms:modified>
</cp:coreProperties>
</file>