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5286" r:id="rId2"/>
    <p:sldId id="5287" r:id="rId3"/>
    <p:sldId id="5288" r:id="rId4"/>
    <p:sldId id="5289" r:id="rId5"/>
    <p:sldId id="5290" r:id="rId6"/>
    <p:sldId id="5291" r:id="rId7"/>
    <p:sldId id="5292" r:id="rId8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72" y="-8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interSettings" Target="printerSettings/printerSettings1.bin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23/6/24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至聖的神，聽阮祈禱，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願遮做祢聖殿；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祢來會賜恩典無限，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請來，莫得延延。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176360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求祢若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光大照顯明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的罪惡無數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導阮擒住救主耶穌，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來行赦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罪活路。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398740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求祢若火鍛鍊我心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歹代一盡洗除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 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終身全獻做祭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歸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順我的救主。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499669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求祢若雨及時降落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潤澤眾人的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</a:t>
            </a:r>
            <a:r>
              <a:rPr lang="zh-TW" altLang="en-US" sz="39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有力結好果子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疼人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日日愈深。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066726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求祢親像鴿仔飛來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賞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仁愛平安；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互祢聖會佇地若天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得著福氣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無限。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17493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求祢親像大風吹來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五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旬節的恩典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賞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賜天下萬國萬民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攏會及祢結連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138348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聖的神，聽阮祈禱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換世界做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聖殿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祢來會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賜恩典無限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，莫得延延。阿們。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59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010290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20640</TotalTime>
  <Words>219</Words>
  <Application>Microsoft Macintosh PowerPoint</Application>
  <PresentationFormat>如螢幕大小 (16:9)</PresentationFormat>
  <Paragraphs>49</Paragraphs>
  <Slides>7</Slides>
  <Notes>7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4706</cp:revision>
  <dcterms:created xsi:type="dcterms:W3CDTF">2009-02-27T08:32:01Z</dcterms:created>
  <dcterms:modified xsi:type="dcterms:W3CDTF">2023-06-24T08:52:29Z</dcterms:modified>
</cp:coreProperties>
</file>