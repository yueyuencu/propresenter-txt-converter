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5281" r:id="rId2"/>
    <p:sldId id="5282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72" y="-8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23/5/27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23/5/27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23/5/27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23/5/27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23/5/27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23/5/27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23/5/27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131590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耶穌雙手慈悲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，行好幫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助人，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賜福所有細子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，醫治咱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苦痛；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洗清厭倦雙腳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，救跋倒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的人，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耶穌雙手慈悲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，行好幫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助人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50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97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23528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563887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131590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耶穌牽我雙手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為祢來做工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互阮溫柔勇壯，凡事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𠢕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教我學祢模樣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，溫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柔款待人，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助我雙手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慈悲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常為祢做工。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50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97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23528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108681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75</Words>
  <Application>Microsoft Macintosh PowerPoint</Application>
  <PresentationFormat>如螢幕大小 (16:9)</PresentationFormat>
  <Paragraphs>14</Paragraphs>
  <Slides>2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4705</cp:revision>
  <dcterms:created xsi:type="dcterms:W3CDTF">2009-02-27T08:32:01Z</dcterms:created>
  <dcterms:modified xsi:type="dcterms:W3CDTF">2023-05-27T10:47:21Z</dcterms:modified>
</cp:coreProperties>
</file>