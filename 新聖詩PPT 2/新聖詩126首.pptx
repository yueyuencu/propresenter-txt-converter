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6194" r:id="rId2"/>
    <p:sldId id="26195" r:id="rId3"/>
    <p:sldId id="26196" r:id="rId4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2024/11/16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8433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63725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6011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2024/11/16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606735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2024/11/16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572856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2024/11/16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916411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2024/11/16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197625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2024/11/16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860897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2024/11/16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353561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2024/11/16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439722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2024/11/16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490946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2024/11/16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889562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2024/11/16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042988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2024/11/16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862972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2024/11/16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973685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2051720" y="339502"/>
            <a:ext cx="482453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2051720" y="339502"/>
            <a:ext cx="48245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美妙主耶穌</a:t>
            </a:r>
            <a:endParaRPr lang="zh-TW" altLang="en-US" sz="43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883DF77B-C255-1B42-ADAE-F1F062E242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9144000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美妙主耶穌，萬有祢眷顧，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祢本是神成做世人；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主我所信仰，主我所尊崇，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我歡喜主作我君王。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26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（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49b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14D3B53-DBFC-2D4A-A44D-FE6E62D68F1B}"/>
              </a:ext>
            </a:extLst>
          </p:cNvPr>
          <p:cNvSpPr txBox="1"/>
          <p:nvPr/>
        </p:nvSpPr>
        <p:spPr>
          <a:xfrm>
            <a:off x="539552" y="1347614"/>
            <a:ext cx="10801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514152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2051720" y="339502"/>
            <a:ext cx="482453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2051720" y="339502"/>
            <a:ext cx="48245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美妙主耶穌</a:t>
            </a:r>
            <a:endParaRPr lang="zh-TW" altLang="en-US" sz="43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14D3B53-DBFC-2D4A-A44D-FE6E62D68F1B}"/>
              </a:ext>
            </a:extLst>
          </p:cNvPr>
          <p:cNvSpPr txBox="1"/>
          <p:nvPr/>
        </p:nvSpPr>
        <p:spPr>
          <a:xfrm>
            <a:off x="539552" y="1347614"/>
            <a:ext cx="10801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C5583CBA-5B62-E544-92F2-DDCD202A49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9114119" cy="331236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青翠的草埔，樹林的甘露，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春天美麗樹木草花，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攏不及耶穌，攏不及耶穌，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祢互我憂傷變快樂。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26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49b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861418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2051720" y="339502"/>
            <a:ext cx="482453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2051720" y="339502"/>
            <a:ext cx="48245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美妙主耶穌</a:t>
            </a:r>
            <a:endParaRPr lang="zh-TW" altLang="en-US" sz="43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14D3B53-DBFC-2D4A-A44D-FE6E62D68F1B}"/>
              </a:ext>
            </a:extLst>
          </p:cNvPr>
          <p:cNvSpPr txBox="1"/>
          <p:nvPr/>
        </p:nvSpPr>
        <p:spPr>
          <a:xfrm>
            <a:off x="539552" y="1347614"/>
            <a:ext cx="10801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1E6CFA2E-1262-DB42-B5A5-FC5E4E0BF1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9114119" cy="331236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美妙的君王，萬邦所敬奉，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為著我罪歡喜降世；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榮光及尊貴，恩典及慈悲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永遠到永遠攏屬祢。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26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49b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553020025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20639</TotalTime>
  <Words>148</Words>
  <Application>Microsoft Macintosh PowerPoint</Application>
  <PresentationFormat>如螢幕大小 (16:9)</PresentationFormat>
  <Paragraphs>24</Paragraphs>
  <Slides>3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9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4701</cp:revision>
  <dcterms:created xsi:type="dcterms:W3CDTF">2009-02-27T08:32:01Z</dcterms:created>
  <dcterms:modified xsi:type="dcterms:W3CDTF">2024-11-16T01:54:41Z</dcterms:modified>
</cp:coreProperties>
</file>