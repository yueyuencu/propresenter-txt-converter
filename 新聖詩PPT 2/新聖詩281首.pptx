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417" r:id="rId2"/>
    <p:sldId id="25418" r:id="rId3"/>
    <p:sldId id="25419" r:id="rId4"/>
    <p:sldId id="25420" r:id="rId5"/>
    <p:sldId id="25421" r:id="rId6"/>
    <p:sldId id="2542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68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01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515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066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781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上帝此時臨在，大家同心敬拜，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佇主面前虔誠服事；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上帝佇聖殿內，大家恬靜禮拜，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F2738DC-2541-A743-8D15-2DDF9D940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心肝專一敬虔跪拜。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獨一真父上帝，信靠祢免掛礙，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謳咾祢到萬代。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3536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72F3CB7-5752-A640-9FFF-F717CDDB7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上帝永遠存在，聽彈琴瑟和諧，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萬姓萬族圍纍敬拜；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聖哉聖哉聖哉！音韻透到天涯，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6618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75F2E611-D426-5E4B-B484-77CB940A5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天使聖徒近前服事。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懇求主俯落聽  阮所吟卑微聲，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欲謳咾祢尊名。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9718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61594E9-2DC9-E745-A30A-9BD4917D0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懇求萬福源頭，清氣我心齊透，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只靠聖主慈悲長流；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親像聖使齊齊  看祢燦爛榮耀，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9257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03648" y="475961"/>
            <a:ext cx="56166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4649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上帝此時臨在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916713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4D19F75-392B-4440-B578-90514276E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93821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互阮謳咾透到父兜。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聖旨意到永遠，萬軍的主臨到，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管理聖會做頭。阿們。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9405508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20638</TotalTime>
  <Words>260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2024-09-20T15:36:38Z</dcterms:modified>
</cp:coreProperties>
</file>