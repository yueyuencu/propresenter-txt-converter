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1" r:id="rId2"/>
    <p:sldId id="5272" r:id="rId3"/>
    <p:sldId id="5273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00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2014/7/12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耶穌身軀替咱釘死，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擘餅傳授奧妙道理；</a:t>
            </a:r>
          </a:p>
          <a:p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寶血流出會救學生，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葡萄紅汁代代表明。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365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215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24884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聖會眾人相及食餅，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成做一體，大家相疼；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攏總飲杯，同坐禮宴，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兄弟姊妹及主結連。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365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215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831987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主，祢受難，阮得安穩，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謳咾感謝拯救大恩；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 願主仁愛催迫阮心，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助阮疼祢日日愈深。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365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215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7347468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20625</TotalTime>
  <Words>92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4688</cp:revision>
  <dcterms:created xsi:type="dcterms:W3CDTF">2009-02-27T08:32:01Z</dcterms:created>
  <dcterms:modified xsi:type="dcterms:W3CDTF">2014-07-12T08:37:30Z</dcterms:modified>
</cp:coreProperties>
</file>