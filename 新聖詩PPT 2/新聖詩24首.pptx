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7" r:id="rId2"/>
    <p:sldId id="25418" r:id="rId3"/>
    <p:sldId id="25419" r:id="rId4"/>
    <p:sldId id="25420" r:id="rId5"/>
    <p:sldId id="2542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9CFD202-B98D-5845-ACC2-8ECD498FBAB6}">
          <p14:sldIdLst>
            <p14:sldId id="25417"/>
            <p14:sldId id="25418"/>
            <p14:sldId id="25419"/>
            <p14:sldId id="25420"/>
            <p14:sldId id="254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62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475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404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97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30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2024/6/29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63411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我心謳咾至高上帝，萬民仆拜祂腳下；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贖回醫治赦免滿滿，咱著謳咾來近倚。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謳咾敬奉謳咾敬奉，謳咾永遠活君王。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63411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謳咾我主恩典疼痛，施落歷代困苦人；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謳咾我主永遠無變，賜福人類大恩典。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謳咾我主謳咾我主，榮光無變大富有。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2924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63411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慈悲憐憫仁愛天父，知咱軟弱快受迷；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用祂溫柔聖手抱咱，救咱脫出眾苦難。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謳咾稱讚謳咾稱讚，謳咾主疼到永遠。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3649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63411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人若夏天花草茂盛，大風吹來就掃清；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雖然人類歷史變遷，上帝永遠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改變。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謳咾我主謳咾我主，謳咾我主大仁慈。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2050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我心謳咾至高上帝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63411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天使世人同心敬拜，朝見祂面同服事；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日月星辰仆拜恭敬，吟詩謳咾永無停。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謳咾稱讚謳咾稱讚，謳咾主名到永遠。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0740502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277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2024-06-28T18:21:41Z</dcterms:modified>
</cp:coreProperties>
</file>