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336" r:id="rId2"/>
    <p:sldId id="26337" r:id="rId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2025/4/4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349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274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18491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73932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2329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73354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69203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36164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42646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8613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57162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44355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88676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2025/4/4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2539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75371" y="339502"/>
            <a:ext cx="478486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75371" y="339502"/>
            <a:ext cx="47848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願全能主上帝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FBF74C2-F712-DC40-9F00-63C8AAB8417B}"/>
              </a:ext>
            </a:extLst>
          </p:cNvPr>
          <p:cNvSpPr txBox="1"/>
          <p:nvPr/>
        </p:nvSpPr>
        <p:spPr>
          <a:xfrm>
            <a:off x="323528" y="868239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E7845CF-AF14-1642-9EF5-F236FB12A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496633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願全能主上帝，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保守賜福永無替；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賜平安，完全平安，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堅心勇敢除萬難。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187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67794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75371" y="339502"/>
            <a:ext cx="478486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75371" y="339502"/>
            <a:ext cx="47848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願全能主上帝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FBF74C2-F712-DC40-9F00-63C8AAB8417B}"/>
              </a:ext>
            </a:extLst>
          </p:cNvPr>
          <p:cNvSpPr txBox="1"/>
          <p:nvPr/>
        </p:nvSpPr>
        <p:spPr>
          <a:xfrm>
            <a:off x="323528" y="868239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副標題 6">
            <a:extLst>
              <a:ext uri="{FF2B5EF4-FFF2-40B4-BE49-F238E27FC236}">
                <a16:creationId xmlns:a16="http://schemas.microsoft.com/office/drawing/2014/main" id="{9F5CC4BE-7FF5-C745-9071-D684834B6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46" y="1347614"/>
            <a:ext cx="9114119" cy="3496633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攑目仰望主的面，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享受恩典永無盡；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願全能主上帝，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保守賜福永無替。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187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407433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20643</TotalTime>
  <Words>83</Words>
  <Application>Microsoft Macintosh PowerPoint</Application>
  <PresentationFormat>如螢幕大小 (16:9)</PresentationFormat>
  <Paragraphs>16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4705</cp:revision>
  <dcterms:created xsi:type="dcterms:W3CDTF">2009-02-27T08:32:01Z</dcterms:created>
  <dcterms:modified xsi:type="dcterms:W3CDTF">2025-04-04T14:44:02Z</dcterms:modified>
</cp:coreProperties>
</file>