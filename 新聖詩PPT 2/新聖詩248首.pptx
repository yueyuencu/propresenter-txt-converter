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001" r:id="rId2"/>
    <p:sldId id="25002" r:id="rId3"/>
    <p:sldId id="25003" r:id="rId4"/>
    <p:sldId id="25004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9" autoAdjust="0"/>
    <p:restoredTop sz="92222" autoAdjust="0"/>
  </p:normalViewPr>
  <p:slideViewPr>
    <p:cSldViewPr>
      <p:cViewPr varScale="1">
        <p:scale>
          <a:sx n="113" d="100"/>
          <a:sy n="113" d="100"/>
        </p:scale>
        <p:origin x="72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2025/6/13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374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866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1513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055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1360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3317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394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5679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209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380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768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3559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2797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89819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7223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2846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我的上帝，全能君王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6FA1911-9B7E-8D44-9190-3383651D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我的上帝，全能君王，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祢名我欲永遠尊崇；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主我上帝，至高至大，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𣍐通測𢜬，恩惠滿滿。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(1/4)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80226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3966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我的上帝，全能君王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6FA1911-9B7E-8D44-9190-3383651D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此代欲對彼代謳咾，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祢的權能四界傳報；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我欲想祢奇妙所做，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尊貴、榮光、威嚴𣍐廢。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(2/4)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80226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4841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我的上帝，全能君王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6FA1911-9B7E-8D44-9190-3383651D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祢的公義、權能偉大，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我欲講起互人攏知；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𪜶欲報揚主祢大恩，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唱歌謳咾，暝日敬尊。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(3/4)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80226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7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我的上帝，全能君王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6FA1911-9B7E-8D44-9190-3383651D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祢有恩惠閣有憐憫，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無快受氣，慈愛無盡，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施恩致蔭一切受造；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用心感謝，用嘴謳咾。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(4/4)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971600" y="1280226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9032565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20664</TotalTime>
  <Words>200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4715</cp:revision>
  <dcterms:created xsi:type="dcterms:W3CDTF">2009-02-27T08:32:01Z</dcterms:created>
  <dcterms:modified xsi:type="dcterms:W3CDTF">2025-06-13T06:05:24Z</dcterms:modified>
</cp:coreProperties>
</file>