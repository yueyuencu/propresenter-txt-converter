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041" r:id="rId2"/>
    <p:sldId id="25042" r:id="rId3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36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2026/4/28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7420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443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2026/4/28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50603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2026/4/28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14175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2026/4/28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84499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2026/4/28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03615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2026/4/28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22804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2026/4/28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21078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2026/4/28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03521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2026/4/28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77701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2026/4/28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64057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2026/4/28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11866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2026/4/28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44861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2026/4/28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39924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35596" y="339502"/>
            <a:ext cx="667676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03598"/>
            <a:ext cx="14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35596" y="343243"/>
            <a:ext cx="66767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仁愛是𠢕寬容閣有慈悲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7" name="副標題 6">
            <a:extLst>
              <a:ext uri="{FF2B5EF4-FFF2-40B4-BE49-F238E27FC236}">
                <a16:creationId xmlns:a16="http://schemas.microsoft.com/office/drawing/2014/main" id="{4DBCE1BD-F785-014E-8249-ED40BF5EB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26579"/>
            <a:ext cx="9114119" cy="369253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仁愛是𠢕寬容閣有慈悲，</a:t>
            </a:r>
          </a:p>
          <a:p>
            <a:pPr>
              <a:spcBef>
                <a:spcPts val="600"/>
              </a:spcBef>
            </a:pP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仁愛𣍐嫉妒，仁愛是𣍐誇口𣍐驕傲， </a:t>
            </a:r>
          </a:p>
          <a:p>
            <a:pPr>
              <a:spcBef>
                <a:spcPts val="6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𣍐做見誚的事；</a:t>
            </a:r>
          </a:p>
          <a:p>
            <a:pPr>
              <a:spcBef>
                <a:spcPts val="600"/>
              </a:spcBef>
            </a:pP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𣍐求家己的利益，也𣍐快受氣，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273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27349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35596" y="339502"/>
            <a:ext cx="667676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35596" y="343243"/>
            <a:ext cx="66767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仁愛是𠢕寬容閣有慈悲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7" name="副標題 6">
            <a:extLst>
              <a:ext uri="{FF2B5EF4-FFF2-40B4-BE49-F238E27FC236}">
                <a16:creationId xmlns:a16="http://schemas.microsoft.com/office/drawing/2014/main" id="{4DBCE1BD-F785-014E-8249-ED40BF5EB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2866" y="1213134"/>
            <a:ext cx="9114119" cy="369253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𣍐為著人的歹拾恨， </a:t>
            </a:r>
          </a:p>
          <a:p>
            <a:pPr>
              <a:spcBef>
                <a:spcPts val="600"/>
              </a:spcBef>
            </a:pP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𣍐愛不義，只有歡喜真理。</a:t>
            </a:r>
          </a:p>
          <a:p>
            <a:pPr>
              <a:spcBef>
                <a:spcPts val="6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凡事吞愞，凡事相信，凡事向望，</a:t>
            </a:r>
          </a:p>
          <a:p>
            <a:pPr>
              <a:spcBef>
                <a:spcPts val="600"/>
              </a:spcBef>
            </a:pP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凡事吞愞，凡事著吞愞，</a:t>
            </a:r>
            <a:endParaRPr lang="en-US" altLang="zh-TW" sz="36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6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仁愛永𣍐無去。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273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BC7B506-B27D-3E44-96AD-B48475ADB11A}"/>
              </a:ext>
            </a:extLst>
          </p:cNvPr>
          <p:cNvSpPr txBox="1"/>
          <p:nvPr/>
        </p:nvSpPr>
        <p:spPr>
          <a:xfrm>
            <a:off x="323528" y="1203598"/>
            <a:ext cx="14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259183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20647</TotalTime>
  <Words>121</Words>
  <Application>Microsoft Macintosh PowerPoint</Application>
  <PresentationFormat>如螢幕大小 (16:9)</PresentationFormat>
  <Paragraphs>17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4703</cp:revision>
  <dcterms:created xsi:type="dcterms:W3CDTF">2009-02-27T08:32:01Z</dcterms:created>
  <dcterms:modified xsi:type="dcterms:W3CDTF">2026-04-28T13:19:06Z</dcterms:modified>
</cp:coreProperties>
</file>