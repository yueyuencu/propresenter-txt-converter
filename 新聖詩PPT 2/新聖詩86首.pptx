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63" r:id="rId2"/>
    <p:sldId id="5264" r:id="rId3"/>
    <p:sldId id="5265" r:id="rId4"/>
    <p:sldId id="5266" r:id="rId5"/>
    <p:sldId id="5267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80" y="-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威嚴君王騎驢進前，</a:t>
            </a:r>
            <a:endParaRPr lang="zh-TW" altLang="en-US" dirty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百姓沿路出聲歡迎，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路上鋪衫鋪棕樹枝，</a:t>
            </a:r>
            <a:endParaRPr lang="en-US" altLang="zh-TW" dirty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溫柔救主對遐過去。</a:t>
            </a: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86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107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65484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威嚴君王騎驢進前，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謙卑自在向死進行；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這是基督凱旋路程，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卡贏死失罪惡權柄。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86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188399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威嚴君王騎驢進前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天頂天軍看這情形</a:t>
            </a:r>
            <a:r>
              <a:rPr lang="en-US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    </a:t>
            </a:r>
            <a:endParaRPr lang="zh-TW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顯出悲傷可憐同情</a:t>
            </a:r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zh-TW" altLang="zh-TW" dirty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觀看救主面臨犧牲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zh-TW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86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754435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4.威嚴君王騎驢進前，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最後交戰迫近目前；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  天父坐佇榮光聖城，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  啲等祂所抹油聖子。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86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573440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14313" y="3071813"/>
            <a:ext cx="8786812" cy="3571875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5.威嚴君王騎驢進前，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謙卑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自在向死進行， 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　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  俯頭忍受肉體苦刑，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然後上天執掌權柄。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86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107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910450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20613</TotalTime>
  <Words>128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4677</cp:revision>
  <dcterms:created xsi:type="dcterms:W3CDTF">2009-02-27T08:32:01Z</dcterms:created>
  <dcterms:modified xsi:type="dcterms:W3CDTF">2014-04-12T03:36:33Z</dcterms:modified>
</cp:coreProperties>
</file>