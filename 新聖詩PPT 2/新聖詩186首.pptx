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1" r:id="rId2"/>
    <p:sldId id="262" r:id="rId3"/>
    <p:sldId id="263" r:id="rId4"/>
    <p:sldId id="264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83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5CECD-AAA0-4C25-A2F4-1134510AD270}" type="datetimeFigureOut">
              <a:rPr lang="zh-TW" altLang="en-US" smtClean="0"/>
              <a:t>20/9/13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29C0D-172D-47F2-B5D8-A822FB1DAB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9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96076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2029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659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1189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3475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39917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608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80519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4574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27873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31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6760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1.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聖經親像面鏡，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照咱心內錯誤，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互咱知罪，言行四正，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倚靠救主耶穌。</a:t>
            </a:r>
            <a:endParaRPr lang="en-US" altLang="zh-TW" sz="3600" dirty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186</a:t>
            </a:r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1/4</a:t>
            </a:r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183</a:t>
            </a:r>
            <a:endParaRPr lang="zh-TW" altLang="en-US" dirty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81737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2.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聖經親像路燈，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著捾來行天路，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用伊來照，路途光明，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親近救主耶穌。</a:t>
            </a: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186</a:t>
            </a:r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2/4</a:t>
            </a:r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3028237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3.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聖經親像批信，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 給咱指示招呼；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  大家著讀，會得深信，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  欣慕救主耶穌。</a:t>
            </a: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186</a:t>
            </a:r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3/4</a:t>
            </a:r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31551008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4.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聖經親像金銀，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  咱著出力圖謀；  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  天父賞賜逐人有份，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  信靠救主耶穌。</a:t>
            </a: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186</a:t>
            </a:r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4/4</a:t>
            </a:r>
            <a:r>
              <a:rPr lang="zh-TW" altLang="en-US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3007003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5_Office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ＭＡＣ</cp:lastModifiedBy>
  <cp:revision>3</cp:revision>
  <dcterms:created xsi:type="dcterms:W3CDTF">2012-09-14T14:15:30Z</dcterms:created>
  <dcterms:modified xsi:type="dcterms:W3CDTF">2020-09-12T16:08:31Z</dcterms:modified>
</cp:coreProperties>
</file>