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35" r:id="rId2"/>
    <p:sldId id="25636" r:id="rId3"/>
    <p:sldId id="25637" r:id="rId4"/>
    <p:sldId id="2563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65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134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211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402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336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06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094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836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64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173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333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758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75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757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377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198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聖徒聚集主聖殿，哈利路亞！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謳咾上帝大榮顯，哈利路亞！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天使圍纍祂寶座，哈利路亞！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為祂仁愛同謳咾，哈利路亞！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聖徒聚集主聖殿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347614"/>
            <a:ext cx="7920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48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對地到天天到地，哈利路亞！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傳主奇妙及寶貝，哈利路亞！</a:t>
            </a: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天邊海角逐時代，哈利路亞！</a:t>
            </a: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謳咾稱讚主仁愛，哈利路亞！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聖徒聚集主聖殿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347614"/>
            <a:ext cx="7920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7256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謳咾上帝大慈悲，哈利路亞！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感謝鴻恩及攝理，哈利路亞！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祂差聖子來世間，哈利路亞！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甘願受苦拯救咱，哈利路亞！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聖徒聚集主聖殿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347614"/>
            <a:ext cx="7920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92170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心肝歡喜手彈琴，哈利路亞！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音韻和諧出聲吟，哈利路亞！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同心一意敬拜主，哈利路亞！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謳咾祂長長久久，哈利路亞！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聖徒聚集主聖殿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67544" y="1347614"/>
            <a:ext cx="7920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1233878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197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4694</cp:revision>
  <dcterms:created xsi:type="dcterms:W3CDTF">2009-02-27T08:32:01Z</dcterms:created>
  <dcterms:modified xsi:type="dcterms:W3CDTF">2024-07-26T14:23:11Z</dcterms:modified>
</cp:coreProperties>
</file>