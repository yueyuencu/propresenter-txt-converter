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808" y="-6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主，我上帝至尊至大，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著謳咾祂的名，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宇宙萬有以及人類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攏是對祂造成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62407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主的律法極其完全，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著降服順趁祂，</a:t>
            </a:r>
          </a:p>
          <a:p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世間</a:t>
            </a:r>
            <a:r>
              <a:rPr lang="zh-TW" altLang="zh-TW" sz="36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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人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愚戇自專，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驕傲去行不義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1539428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主，我上帝慈悲仁愛，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親像父母疼子，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主的疼痛直到萬代，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所應允攏欲成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8219130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主的道理永遠存在，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至尊至貴無比，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主的審判公明正大，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咱通安心歡喜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548810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5.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主的聖神無所不在，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感化人反悔罪， 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　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棄惡歸善誠心服事，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歡喜屬主聖會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365103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133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4698</cp:revision>
  <dcterms:created xsi:type="dcterms:W3CDTF">2009-02-27T08:32:01Z</dcterms:created>
  <dcterms:modified xsi:type="dcterms:W3CDTF">2020-05-09T13:23:37Z</dcterms:modified>
</cp:coreProperties>
</file>