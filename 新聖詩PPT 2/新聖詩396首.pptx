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4862" r:id="rId2"/>
    <p:sldId id="24863" r:id="rId3"/>
    <p:sldId id="24864" r:id="rId4"/>
    <p:sldId id="24865" r:id="rId5"/>
    <p:sldId id="24866" r:id="rId6"/>
    <p:sldId id="24867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902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071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308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053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350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64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7419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9473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63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124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156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690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58799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053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301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3767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3576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2024/3/8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1282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今欲散會，求主賜福，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互阮心中常快樂；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大家結連，親愛扶助，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歡喜跟隨主腳步，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今欲散會，求主賜福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45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45844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隨主腳步，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隨主腳步，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經過曠野主導路。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今欲散會，求主賜福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28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榮光權柄歸主聖名，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壯阮心志免驚惶；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真理傳報，百倍收成，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四界為主做見證，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今欲散會，求主賜福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68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45844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做主見證，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做主見證，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無論叨去做光燈。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今欲散會，求主賜福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84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教會奮興對阮做起，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所受靈恩愈加添；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阮的信心求主幫助，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愈久愈知恩無限， 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今欲散會，求主賜福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45844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恩典無限，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恩典無限，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久長充滿通世間。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514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8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今欲散會，求主賜福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8697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249</Words>
  <Application>Microsoft Macintosh PowerPoint</Application>
  <PresentationFormat>如螢幕大小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2024-03-08T15:54:57Z</dcterms:modified>
</cp:coreProperties>
</file>