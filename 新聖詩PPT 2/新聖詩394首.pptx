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5292" r:id="rId2"/>
    <p:sldId id="5293" r:id="rId3"/>
    <p:sldId id="5294" r:id="rId4"/>
    <p:sldId id="5295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2024/8/31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4026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4026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4026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402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2024/8/31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685371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2024/8/31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78318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2024/8/31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53633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2024/8/31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848121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2024/8/31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94740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2024/8/31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48670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2024/8/31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10379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2024/8/31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67797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2024/8/31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795613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2024/8/31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153067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2024/8/31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35753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2024/8/31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87591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prstClr val="white"/>
              </a:solidFill>
              <a:latin typeface="Calibri"/>
              <a:ea typeface="新細明體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8606292" cy="3384376"/>
          </a:xfrm>
        </p:spPr>
        <p:txBody>
          <a:bodyPr>
            <a:normAutofit lnSpcReduction="10000"/>
          </a:bodyPr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此時禮拜啲欲息，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大家吟詩通四散；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心肝常常相交陪，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向望後期閣聚會。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115616" y="1203598"/>
            <a:ext cx="59766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此時禮拜啲欲息</a:t>
            </a:r>
            <a:endParaRPr lang="zh-TW" altLang="en-US" sz="4400" b="1" dirty="0">
              <a:solidFill>
                <a:prstClr val="black"/>
              </a:solidFill>
              <a:ea typeface="全宋體-2"/>
            </a:endParaRPr>
          </a:p>
        </p:txBody>
      </p:sp>
    </p:spTree>
    <p:extLst>
      <p:ext uri="{BB962C8B-B14F-4D97-AF65-F5344CB8AC3E}">
        <p14:creationId xmlns:p14="http://schemas.microsoft.com/office/powerpoint/2010/main" val="1057565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prstClr val="white"/>
              </a:solidFill>
              <a:latin typeface="Calibri"/>
              <a:ea typeface="新細明體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8606292" cy="3384376"/>
          </a:xfrm>
        </p:spPr>
        <p:txBody>
          <a:bodyPr>
            <a:normAutofit lnSpcReduction="10000"/>
          </a:bodyPr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六日所做著細膩，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逐項照主所教示；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士農工商照法度，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才通向望主保護。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115616" y="1203598"/>
            <a:ext cx="59766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此時禮拜啲欲息</a:t>
            </a:r>
            <a:endParaRPr lang="zh-TW" altLang="en-US" sz="4400" b="1" dirty="0">
              <a:solidFill>
                <a:prstClr val="black"/>
              </a:solidFill>
              <a:ea typeface="全宋體-2"/>
            </a:endParaRPr>
          </a:p>
        </p:txBody>
      </p:sp>
    </p:spTree>
    <p:extLst>
      <p:ext uri="{BB962C8B-B14F-4D97-AF65-F5344CB8AC3E}">
        <p14:creationId xmlns:p14="http://schemas.microsoft.com/office/powerpoint/2010/main" val="4199403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prstClr val="white"/>
              </a:solidFill>
              <a:latin typeface="Calibri"/>
              <a:ea typeface="新細明體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8606292" cy="3384376"/>
          </a:xfrm>
        </p:spPr>
        <p:txBody>
          <a:bodyPr>
            <a:normAutofit lnSpcReduction="10000"/>
          </a:bodyPr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豈採有時受艱苦，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吞愞、倚靠主照顧；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懇求天父施恩惠，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得著聖神大安慰。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115616" y="1203598"/>
            <a:ext cx="59766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此時禮拜啲欲息</a:t>
            </a:r>
            <a:endParaRPr lang="zh-TW" altLang="en-US" sz="4400" b="1" dirty="0">
              <a:solidFill>
                <a:prstClr val="black"/>
              </a:solidFill>
              <a:ea typeface="全宋體-2"/>
            </a:endParaRPr>
          </a:p>
        </p:txBody>
      </p:sp>
    </p:spTree>
    <p:extLst>
      <p:ext uri="{BB962C8B-B14F-4D97-AF65-F5344CB8AC3E}">
        <p14:creationId xmlns:p14="http://schemas.microsoft.com/office/powerpoint/2010/main" val="1918134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prstClr val="white"/>
              </a:solidFill>
              <a:latin typeface="Calibri"/>
              <a:ea typeface="新細明體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8606292" cy="3384376"/>
          </a:xfrm>
        </p:spPr>
        <p:txBody>
          <a:bodyPr>
            <a:normAutofit lnSpcReduction="10000"/>
          </a:bodyPr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經過試煉愈堅固，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親像黃金落火爐；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世間艱苦莫失志，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天堂安樂永福氣。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115616" y="1203598"/>
            <a:ext cx="59766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此時禮拜啲欲息</a:t>
            </a:r>
            <a:endParaRPr lang="zh-TW" altLang="en-US" sz="4400" b="1" dirty="0">
              <a:solidFill>
                <a:prstClr val="black"/>
              </a:solidFill>
              <a:ea typeface="全宋體-2"/>
            </a:endParaRPr>
          </a:p>
        </p:txBody>
      </p:sp>
    </p:spTree>
    <p:extLst>
      <p:ext uri="{BB962C8B-B14F-4D97-AF65-F5344CB8AC3E}">
        <p14:creationId xmlns:p14="http://schemas.microsoft.com/office/powerpoint/2010/main" val="37526173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20634</TotalTime>
  <Words>156</Words>
  <Application>Microsoft Macintosh PowerPoint</Application>
  <PresentationFormat>如螢幕大小 (16:9)</PresentationFormat>
  <Paragraphs>32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1" baseType="lpstr">
      <vt:lpstr>全宋體-2</vt:lpstr>
      <vt:lpstr>微軟正黑體</vt:lpstr>
      <vt:lpstr>新細明體</vt:lpstr>
      <vt:lpstr>Arial</vt:lpstr>
      <vt:lpstr>Arial</vt:lpstr>
      <vt:lpstr>Calibri</vt:lpstr>
      <vt:lpstr>1_Office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4698</cp:revision>
  <dcterms:created xsi:type="dcterms:W3CDTF">2009-02-27T08:32:01Z</dcterms:created>
  <dcterms:modified xsi:type="dcterms:W3CDTF">2024-08-31T00:54:23Z</dcterms:modified>
</cp:coreProperties>
</file>