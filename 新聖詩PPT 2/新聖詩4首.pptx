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0" r:id="rId2"/>
    <p:sldId id="5281" r:id="rId3"/>
    <p:sldId id="5282" r:id="rId4"/>
    <p:sldId id="528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64" y="-8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456384"/>
          </a:xfrm>
        </p:spPr>
        <p:txBody>
          <a:bodyPr/>
          <a:lstStyle/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天下萬國眾人著聽，大家進前歸主免驚；</a:t>
            </a: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地上萬類同心服事，上帝獨一應該敬拜。</a:t>
            </a:r>
          </a:p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全地服事，盡心敬奉，</a:t>
            </a: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萬主的主，萬王的王。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825556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456384"/>
          </a:xfrm>
        </p:spPr>
        <p:txBody>
          <a:bodyPr/>
          <a:lstStyle/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天頂主宰極大權能，治理萬邦執掌權柄；</a:t>
            </a:r>
          </a:p>
          <a:p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全地順趁服事敬奉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，萬主的</a:t>
            </a: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主萬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王的王。</a:t>
            </a:r>
          </a:p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全地服事，盡心敬奉，</a:t>
            </a: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萬主的主，萬王的王。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034944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456384"/>
          </a:xfrm>
        </p:spPr>
        <p:txBody>
          <a:bodyPr/>
          <a:lstStyle/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貧賤富貴無分地位，服事上帝謳咾拜跪</a:t>
            </a:r>
            <a:r>
              <a:rPr lang="zh-TW" altLang="en-US" sz="37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7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眾人攏總齊聲吟講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，祂名尊貴應該敬奉</a:t>
            </a: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37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全地服事，盡心敬奉，</a:t>
            </a: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萬主的主，萬王的王。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250561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456384"/>
          </a:xfrm>
        </p:spPr>
        <p:txBody>
          <a:bodyPr/>
          <a:lstStyle/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主的公義永遠不變，眾人干證無厭無倦</a:t>
            </a:r>
            <a:r>
              <a:rPr lang="zh-TW" altLang="en-US" sz="37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7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歷代聖徒傳報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人知，主的功勞奇異偉大</a:t>
            </a: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37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全地服事，盡心敬奉，</a:t>
            </a: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萬主的主，萬王的王。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775137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161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2023-02-02T13:14:36Z</dcterms:modified>
</cp:coreProperties>
</file>