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6907" r:id="rId2"/>
    <p:sldId id="26908" r:id="rId3"/>
    <p:sldId id="26909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2025/4/26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477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16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6649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3865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47665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15940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84714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27842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6289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03140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03267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81096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92821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2025/4/26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2827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2025/4/26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59703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63688" y="339502"/>
            <a:ext cx="496855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63688" y="339502"/>
            <a:ext cx="49685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清早起來謳咾主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AE1C5623-2B8E-DF48-B089-807BC6A3A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清早起來謳咾主，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一暝平安受主恩；</a:t>
            </a:r>
          </a:p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今日懇求主保守，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為主做工心安穩。</a:t>
            </a:r>
          </a:p>
          <a:p>
            <a:pPr algn="r"/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(1/3)</a:t>
            </a:r>
            <a:r>
              <a:rPr lang="zh-CN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189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15616" y="1271052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94558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63688" y="339502"/>
            <a:ext cx="496855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63688" y="339502"/>
            <a:ext cx="49685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清早起來謳咾主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AE1C5623-2B8E-DF48-B089-807BC6A3A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上帝榮光照四邊，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光輝充滿地及天；</a:t>
            </a:r>
          </a:p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真光照佇我心內，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疼深恩長常吟詩。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(2/3)</a:t>
            </a:r>
            <a:r>
              <a:rPr lang="zh-CN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189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15616" y="1271052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929200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63688" y="339502"/>
            <a:ext cx="496855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63688" y="339502"/>
            <a:ext cx="49685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清早起來謳咾主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AE1C5623-2B8E-DF48-B089-807BC6A3A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00400"/>
          </a:xfrm>
        </p:spPr>
        <p:txBody>
          <a:bodyPr/>
          <a:lstStyle/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懇求聖神大權能，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除我罪惡得新生；</a:t>
            </a:r>
          </a:p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謙卑溫柔學基督，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哈利路亞頌主榮。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408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(3/3)</a:t>
            </a:r>
            <a:r>
              <a:rPr lang="zh-CN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189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15616" y="1271052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8699586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20649</TotalTime>
  <Words>122</Words>
  <Application>Microsoft Macintosh PowerPoint</Application>
  <PresentationFormat>如螢幕大小 (16:9)</PresentationFormat>
  <Paragraphs>24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4710</cp:revision>
  <dcterms:created xsi:type="dcterms:W3CDTF">2009-02-27T08:32:01Z</dcterms:created>
  <dcterms:modified xsi:type="dcterms:W3CDTF">2025-04-26T01:15:23Z</dcterms:modified>
</cp:coreProperties>
</file>