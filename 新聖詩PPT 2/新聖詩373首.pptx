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253" r:id="rId2"/>
    <p:sldId id="25254" r:id="rId3"/>
    <p:sldId id="25255" r:id="rId4"/>
    <p:sldId id="25256" r:id="rId5"/>
    <p:sldId id="25257" r:id="rId6"/>
    <p:sldId id="25258" r:id="rId7"/>
    <p:sldId id="25259" r:id="rId8"/>
    <p:sldId id="25260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68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5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001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025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87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298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100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898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31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3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882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067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29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37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51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908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31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07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13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23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我立志永遠欲隨我主，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願祢常常近倚我，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我主，至好朋友；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222834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救主若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我心裡，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及歹交戰穩贏，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救主導我來進前，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正路穩當會行。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34021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目睭所看會迷我，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世間的歹我驚，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求主永及我同在，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互我聽祢的聲；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183069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對敵時常欲害我，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圍我，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救主，求祢近倚我，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靠祢就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受害。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17861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救主，祢有應允阮，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若用盡心隨祢，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榮光的所在，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祢眾奴僕會去；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552513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今，主耶穌，我立志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永遠欲隨我主，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願祢常常近倚我，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我主，至好朋友。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299186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准我看祢的腳跡，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若無，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敢去行，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我真愛直直隨祢，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靠祢就會得成；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154744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45878"/>
            <a:ext cx="1656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救主耶穌，我立志</a:t>
            </a:r>
            <a:endParaRPr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求祢引導招呼我，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扶持直到一世，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後來佇天接納我，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至好朋友是祢。阿們。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313</a:t>
            </a:r>
          </a:p>
        </p:txBody>
      </p:sp>
    </p:spTree>
    <p:extLst>
      <p:ext uri="{BB962C8B-B14F-4D97-AF65-F5344CB8AC3E}">
        <p14:creationId xmlns:p14="http://schemas.microsoft.com/office/powerpoint/2010/main" val="407743641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20717</TotalTime>
  <Words>376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2025-03-28T23:39:18Z</dcterms:modified>
</cp:coreProperties>
</file>