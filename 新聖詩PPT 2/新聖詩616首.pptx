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10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佇主的疼痛，心攏無驚變遷，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此款信靠真穩當，佇遮永遠不變；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設使四圍風湧大，我心操煩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主佇身邊保護我，何必煩惱驚惶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？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(1/3)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37718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主導無論叨位去，我無回頭失望，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大牧者佇我身邊，我攏無欠半項；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主極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智慧極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光明，目睭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霧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祂認識所行路徑，我欲跟隨我主。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458812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青翠草埔佇頭前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，雖然猶未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本來烏雲遮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天頂，無久欲變青天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心希望無限量，通行活命路程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我寶貝佇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主手中，祂欲及我同行。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387913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130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4706</cp:revision>
  <dcterms:created xsi:type="dcterms:W3CDTF">2009-02-27T08:32:01Z</dcterms:created>
  <dcterms:modified xsi:type="dcterms:W3CDTF">2023-12-16T10:55:26Z</dcterms:modified>
</cp:coreProperties>
</file>