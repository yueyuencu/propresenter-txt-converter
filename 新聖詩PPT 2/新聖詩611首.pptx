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368" r:id="rId2"/>
    <p:sldId id="26369" r:id="rId3"/>
    <p:sldId id="26370" r:id="rId4"/>
    <p:sldId id="26371" r:id="rId5"/>
    <p:sldId id="26372" r:id="rId6"/>
    <p:sldId id="26373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9446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170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3768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2463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214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9571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3735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4282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45139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09364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5789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7321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88076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0297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35713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866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7801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2026/2/13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4428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隨主的人有幸福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395536" y="84355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1-1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D1D9A8E7-4F59-104B-80CD-A6D7AC534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72408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隨主的人有幸福，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若準遊賞真快樂；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逐時刻謳咾吟詩，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滿心平安真得意。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0494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隨主的人有幸福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395536" y="84355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3A4AFD6-0719-BF47-9377-886E71400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13554"/>
            <a:ext cx="9114119" cy="3927470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會得快樂，隨主的人快樂，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主的快樂無通比；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心底趒跳大歡喜，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擒住主</a:t>
            </a:r>
            <a:r>
              <a:rPr lang="zh-TW" altLang="zh-TW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通放離，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就得快樂，永遠通得主快樂。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97247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隨主的人有幸福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395536" y="84355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62F0BD95-631D-EE4F-9E19-12E2131BA0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48" y="1275606"/>
            <a:ext cx="9114119" cy="3744416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隨主的人有幸福，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卡贏苦痛得快樂；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得主福音入我心，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嘴</a:t>
            </a:r>
            <a:r>
              <a:rPr lang="zh-TW" altLang="zh-TW" sz="3600" b="1" dirty="0">
                <a:solidFill>
                  <a:srgbClr val="0000CC"/>
                </a:solidFill>
              </a:rPr>
              <a:t>𣍐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禁得開聲吟。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33268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隨主的人有幸福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395536" y="84355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3A4AFD6-0719-BF47-9377-886E71400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13554"/>
            <a:ext cx="9114119" cy="3927470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會得快樂，隨主的人快樂，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主的快樂無通比；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心底趒跳大歡喜，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擒住主</a:t>
            </a:r>
            <a:r>
              <a:rPr lang="zh-TW" altLang="zh-TW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通放離，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就得快樂，永遠通得主快樂。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9337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隨主的人有幸福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395536" y="84355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0" name="副標題 6">
            <a:extLst>
              <a:ext uri="{FF2B5EF4-FFF2-40B4-BE49-F238E27FC236}">
                <a16:creationId xmlns:a16="http://schemas.microsoft.com/office/drawing/2014/main" id="{195FC1B1-DB97-9248-9282-3829E231E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14119" cy="3744416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隨主的人有幸福，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雖然行烏暗山谷；</a:t>
            </a: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若隨耶穌的腳步，</a:t>
            </a:r>
            <a:endParaRPr lang="en-US" altLang="zh-TW" sz="36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會得主給咱導路。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26332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03648" y="332948"/>
            <a:ext cx="57606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latin typeface="全宋體-2" pitchFamily="18" charset="-120"/>
                <a:ea typeface="全宋體-2" pitchFamily="18" charset="-120"/>
                <a:cs typeface="微軟正黑體"/>
              </a:rPr>
              <a:t>隨主的人有幸福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A343FA9-B5E8-B34C-917A-8659727AED81}"/>
              </a:ext>
            </a:extLst>
          </p:cNvPr>
          <p:cNvSpPr txBox="1"/>
          <p:nvPr/>
        </p:nvSpPr>
        <p:spPr>
          <a:xfrm>
            <a:off x="395536" y="843558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2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83A4AFD6-0719-BF47-9377-886E71400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13554"/>
            <a:ext cx="9114119" cy="3927470"/>
          </a:xfrm>
        </p:spPr>
        <p:txBody>
          <a:bodyPr/>
          <a:lstStyle/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會得快樂，隨主的人快樂，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主的快樂無通比；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心底趒跳大歡喜，</a:t>
            </a:r>
          </a:p>
          <a:p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擒住主</a:t>
            </a:r>
            <a:r>
              <a:rPr lang="zh-TW" altLang="zh-TW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36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通放離，</a:t>
            </a:r>
            <a:endParaRPr lang="en-US" altLang="zh-TW" sz="36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r>
              <a:rPr lang="zh-TW" altLang="en-US" sz="36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就得快樂，永遠通得主快樂。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90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8644582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317</Words>
  <Application>Microsoft Macintosh PowerPoint</Application>
  <PresentationFormat>如螢幕大小 (16:9)</PresentationFormat>
  <Paragraphs>51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2026-02-13T15:16:32Z</dcterms:modified>
</cp:coreProperties>
</file>