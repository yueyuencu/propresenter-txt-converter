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304" r:id="rId2"/>
    <p:sldId id="5305" r:id="rId3"/>
    <p:sldId id="5306" r:id="rId4"/>
    <p:sldId id="5307" r:id="rId5"/>
    <p:sldId id="5308" r:id="rId6"/>
    <p:sldId id="5309" r:id="rId7"/>
    <p:sldId id="5310" r:id="rId8"/>
    <p:sldId id="5311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624" y="-9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23/8/26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23/8/26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23/8/26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23/8/26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23/8/26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23/8/26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23/8/26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23/8/26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救主疼痛的聲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我著歡喜來聽；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祢互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我累，犧牲流血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我罪人性命。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90046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主，我來就祢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我今就近祢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用祢所流的寶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血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洗我罪惡清氣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Verdana" pitchFamily="34" charset="0"/>
              </a:rPr>
              <a:t>1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Verdana" pitchFamily="34" charset="0"/>
              </a:rPr>
              <a:t>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Verdana" pitchFamily="34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395536" y="1131590"/>
            <a:ext cx="18722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248630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救主疼痛聲音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我著刻住佇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擔我罪債，受釘十架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我實在真深。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81673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主，我來就祢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我今就近祢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用祢所流的寶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血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洗我罪惡清氣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395536" y="1131590"/>
            <a:ext cx="18722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135080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救主叫我近前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我著聽趁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命令；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知我軟弱，快趁私慾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互我會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得成聖。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75060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主，我來就祢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我今就近祢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用祢所流的寶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血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洗我罪惡清氣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395536" y="1131590"/>
            <a:ext cx="18722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122137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救主叫我儆醒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我著祈禱無停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著行仁愛，守主的誡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直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到進入天庭。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173862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主，我來就祢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我今就近祢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用祢所流的寶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血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洗我罪惡清氣。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阿們。</a:t>
            </a:r>
            <a:endParaRPr lang="zh-TW" altLang="en-US" sz="44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395536" y="1131590"/>
            <a:ext cx="18722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421196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265</Words>
  <Application>Microsoft Macintosh PowerPoint</Application>
  <PresentationFormat>如螢幕大小 (16:9)</PresentationFormat>
  <Paragraphs>60</Paragraphs>
  <Slides>8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4708</cp:revision>
  <dcterms:created xsi:type="dcterms:W3CDTF">2009-02-27T08:32:01Z</dcterms:created>
  <dcterms:modified xsi:type="dcterms:W3CDTF">2023-08-26T11:18:38Z</dcterms:modified>
</cp:coreProperties>
</file>