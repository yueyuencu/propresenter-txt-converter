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6365" r:id="rId2"/>
    <p:sldId id="26366" r:id="rId3"/>
    <p:sldId id="26367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19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99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412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48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43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616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766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131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51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2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6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552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978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196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28613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基督降世彼一時，博士歡喜去尋祂，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得著星導路指明，𪜶就隨到主面前；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主阮愛祢常來牽，心愛近祢得平安。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基督降世彼一時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647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28613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博士看見彼厝內，嬰仔睏佇遐自在，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這是主人人著拜，𪜶敬畏歡喜服事；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求主助阮歡喜行，尋祢靠祢得祢疼。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基督降世彼一時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621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44000" cy="28613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博士到位真歡喜，仆拜獻寶貴禮物；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求主洗我心清氣，脫離罪惡敬拜祢；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將所看重甘願下，佇君王耶穌腳下。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基督降世彼一時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2241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768753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171</Words>
  <Application>Microsoft Macintosh PowerPoint</Application>
  <PresentationFormat>如螢幕大小 (16:9)</PresentationFormat>
  <Paragraphs>21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2024-12-20T15:55:22Z</dcterms:modified>
</cp:coreProperties>
</file>