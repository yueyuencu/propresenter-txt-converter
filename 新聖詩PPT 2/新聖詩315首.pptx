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5595" r:id="rId2"/>
    <p:sldId id="25596" r:id="rId3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2024/7/12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71257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38169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2024/7/12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772814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2024/7/12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741629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2024/7/12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792477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2024/7/12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029040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2024/7/12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783871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2024/7/12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702469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2024/7/12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84356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2024/7/12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843805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2024/7/12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027770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2024/7/12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9781844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2024/7/12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860616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2024/7/12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528043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835696" y="475961"/>
            <a:ext cx="482453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835696" y="464914"/>
            <a:ext cx="48245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天父恩典真正大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251520" y="699542"/>
            <a:ext cx="108012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1-1.</a:t>
            </a:r>
            <a:endParaRPr kumimoji="1" lang="zh-TW" altLang="en-US" sz="3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BF8C2E4E-2EEF-FB41-8B84-B0D4AC02F4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9114119" cy="3653515"/>
          </a:xfrm>
        </p:spPr>
        <p:txBody>
          <a:bodyPr/>
          <a:lstStyle/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天父恩典真正大，日日啲引導，</a:t>
            </a: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無論風湧抑平靜，祂攏啲作伴，</a:t>
            </a:r>
          </a:p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咱著數念祂的恩，日日用有賰，</a:t>
            </a: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互災禍艱難變成歡喜，煩惱變福氣。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15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1/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769460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835696" y="475961"/>
            <a:ext cx="482453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835696" y="464914"/>
            <a:ext cx="48245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天父恩典真正大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251520" y="699542"/>
            <a:ext cx="108012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1-2.</a:t>
            </a:r>
            <a:endParaRPr kumimoji="1" lang="zh-TW" altLang="en-US" sz="3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BF8C2E4E-2EEF-FB41-8B84-B0D4AC02F4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9114119" cy="3653515"/>
          </a:xfrm>
        </p:spPr>
        <p:txBody>
          <a:bodyPr/>
          <a:lstStyle/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祂的確引導，互咱恩典攏無息，</a:t>
            </a: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開咱的心闊，平安福氣有即呢大；</a:t>
            </a:r>
          </a:p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咱著謳咾開聲吟詩，</a:t>
            </a: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互天地攏總相及歡喜。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15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2/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726261766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20636</TotalTime>
  <Words>113</Words>
  <Application>Microsoft Macintosh PowerPoint</Application>
  <PresentationFormat>如螢幕大小 (16:9)</PresentationFormat>
  <Paragraphs>16</Paragraphs>
  <Slides>2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4698</cp:revision>
  <dcterms:created xsi:type="dcterms:W3CDTF">2009-02-27T08:32:01Z</dcterms:created>
  <dcterms:modified xsi:type="dcterms:W3CDTF">2024-07-12T14:24:51Z</dcterms:modified>
</cp:coreProperties>
</file>