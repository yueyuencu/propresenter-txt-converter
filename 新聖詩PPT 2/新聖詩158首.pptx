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6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17/3/25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我有至好朋友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祂會互我得救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世間快樂緊退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，朋友交陪快疏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隨主永無後悔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225917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歹猶佇我心內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對敵計謀陷害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倚靠救主得勝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，會得稱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義成聖，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卡贏對敵權能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8001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雖然到老閣散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我信靠祂幫助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我欠缺主補足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，祂寶血會替贖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深信有好結局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，耶穌屬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74620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120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2017-03-25T15:46:21Z</dcterms:modified>
</cp:coreProperties>
</file>