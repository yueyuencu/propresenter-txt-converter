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2" r:id="rId2"/>
    <p:sldId id="5273" r:id="rId3"/>
    <p:sldId id="5274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288" y="-6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19/1/12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19/1/12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19/1/12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19/1/12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19/1/12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19/1/12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19/1/12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19/1/12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19/1/12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19/1/12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19/1/12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19/1/12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19/1/12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3185592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主上帝有豐盛活命、慈愛，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祢的話創造阮所世界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928958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3185592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感謝主將鄉土賞賜互阮，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助阮儉，珍惜環境資源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172591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3185592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阮奉獻勞碌成果做禮物，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求接納，通佇地上榮光祢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8807432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20630</TotalTime>
  <Words>67</Words>
  <Application>Microsoft Macintosh PowerPoint</Application>
  <PresentationFormat>如螢幕大小 (4:3)</PresentationFormat>
  <Paragraphs>12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4695</cp:revision>
  <dcterms:created xsi:type="dcterms:W3CDTF">2009-02-27T08:32:01Z</dcterms:created>
  <dcterms:modified xsi:type="dcterms:W3CDTF">2019-01-12T14:08:34Z</dcterms:modified>
</cp:coreProperties>
</file>