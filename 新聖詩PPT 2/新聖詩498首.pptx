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376" r:id="rId2"/>
    <p:sldId id="27377" r:id="rId3"/>
    <p:sldId id="27378" r:id="rId4"/>
    <p:sldId id="27379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2025/8/9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900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285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818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25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4812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670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1247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760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1138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0288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337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716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26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5726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2025/8/9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1089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2025/8/9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6000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主的福音真道理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0D32C04-5562-FD4C-950A-8988F638D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6252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主的福音真道理，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人人著聽祂教示；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若是有聽無去行，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就是開花無結籽。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571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主的福音真道理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59FB8B5-F863-6B41-9B2B-DE54875A9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79717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咱知天父所歡喜，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就是誠實趁道理；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堅心決意靠救主，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盡力行好榮光祂。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683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主的福音真道理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D5AAB49-3F02-E24A-9258-A44C1CAD6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110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著結聖神的果子，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仁愛、和平及歡喜；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忍耐、仁慈及良善，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溫柔、節制閣忠實。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9605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主的福音真道理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48CBAE3A-440D-0549-B371-1C1592F95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今求聖神來扶持，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助我信德愈加添；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世間俗情放後面，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專心隨主無相離。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549562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176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2025-08-09T01:24:40Z</dcterms:modified>
</cp:coreProperties>
</file>