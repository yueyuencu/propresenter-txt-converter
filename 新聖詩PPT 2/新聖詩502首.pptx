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6" r:id="rId2"/>
    <p:sldId id="5277" r:id="rId3"/>
    <p:sldId id="5278" r:id="rId4"/>
    <p:sldId id="5279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344" y="-9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16/10/1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16/10/1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16/10/1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16/10/1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16/10/1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16/10/1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16/10/1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16/10/1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16/10/1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16/10/1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16/10/1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16/10/1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16/10/1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主將細子交代咱， 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愛咱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給</a:t>
            </a:r>
            <a:r>
              <a:rPr lang="en-US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手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來牽；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父母作主好幫助，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子兒倚靠心平安。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2980478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信仰道路愛來助， 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父母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做</a:t>
            </a:r>
            <a:r>
              <a:rPr lang="en-US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好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模範；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品格德行下代傳，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行主正路免操煩。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8960658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勤讀聖經常祈禱， 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 活命真道認真學；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時刻數念主恩典，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暝日及主相結連。 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9855577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學習隨主少年時，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信仰到老無偏離；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全家歸主同腳步，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歡喜服事行天路。 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2390207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20629</TotalTime>
  <Words>99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4695</cp:revision>
  <dcterms:created xsi:type="dcterms:W3CDTF">2009-02-27T08:32:01Z</dcterms:created>
  <dcterms:modified xsi:type="dcterms:W3CDTF">2016-10-01T15:44:19Z</dcterms:modified>
</cp:coreProperties>
</file>