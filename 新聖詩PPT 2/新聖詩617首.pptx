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5" r:id="rId2"/>
    <p:sldId id="5276" r:id="rId3"/>
    <p:sldId id="5277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336" y="-7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16/9/3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16/9/3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16/9/3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16/9/3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16/9/3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16/9/3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16/9/3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16/9/3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16/9/3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16/9/3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16/9/3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16/9/3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16/9/3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上帝啊！上帝， 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佇祢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園內，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有百合花淐出清芳，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世間雖有無數芳味， 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我心獨獨欣慕祢芳。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4196187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上帝啊！上帝， 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佇祢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園內，</a:t>
            </a: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清早起來，聽祢聲音，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烏暗無閣遮蓋祢面， </a:t>
            </a:r>
            <a:endParaRPr lang="zh-TW" altLang="en-US" dirty="0">
              <a:solidFill>
                <a:schemeClr val="tx1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花頂露水日光照明。</a:t>
            </a:r>
            <a:endParaRPr lang="zh-TW" altLang="en-US" dirty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7670193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上帝啊！上帝， 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佇祢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園內，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互我成做一欉好樹，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釘根佇祢活水溪邊， 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結出祢所意愛果子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7785215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20633</TotalTime>
  <Words>92</Words>
  <Application>Microsoft Macintosh PowerPoint</Application>
  <PresentationFormat>如螢幕大小 (4:3)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4694</cp:revision>
  <dcterms:created xsi:type="dcterms:W3CDTF">2009-02-27T08:32:01Z</dcterms:created>
  <dcterms:modified xsi:type="dcterms:W3CDTF">2016-09-03T15:55:01Z</dcterms:modified>
</cp:coreProperties>
</file>