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8" r:id="rId2"/>
    <p:sldId id="5279" r:id="rId3"/>
    <p:sldId id="5280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56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復活的早起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全地報揚歡喜，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是咱快樂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過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節，救出奴才的地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基督有引導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對死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進入永活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今咱得勝來吟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詩，對地上迵到天。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3852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著除罪惡到清氣，心目才通看見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復活的主來顯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現，榮光燦爛無變；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聽主溫柔啲出聲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，願恁平安免驚，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歡喜謳咾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主復活，同唱得勝詩歌。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37626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願天頂歡喜出聲，地上謳咾主名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全世界歡喜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唱歌，主有得勝復活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受造萬物攏同心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歡喜和諧來吟，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為基督有復活，咱通歡喜無息。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53375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132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2023-04-06T11:42:19Z</dcterms:modified>
</cp:coreProperties>
</file>