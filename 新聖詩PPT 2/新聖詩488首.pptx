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040" y="-8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20/3/7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20/3/7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20/3/7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20/3/7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20/3/7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20/3/7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20/3/7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30088" y="2564904"/>
            <a:ext cx="9114119" cy="3672408"/>
          </a:xfrm>
        </p:spPr>
        <p:txBody>
          <a:bodyPr/>
          <a:lstStyle/>
          <a:p>
            <a:pPr>
              <a:spcBef>
                <a:spcPts val="1368"/>
              </a:spcBef>
            </a:pPr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主耶穌心真慈悲，</a:t>
            </a:r>
          </a:p>
          <a:p>
            <a:pPr>
              <a:spcBef>
                <a:spcPts val="1368"/>
              </a:spcBef>
            </a:pP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求祢俯落看小兒；</a:t>
            </a:r>
          </a:p>
          <a:p>
            <a:pPr>
              <a:spcBef>
                <a:spcPts val="1368"/>
              </a:spcBef>
            </a:pP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我真幼稚，主憐憫，</a:t>
            </a:r>
          </a:p>
          <a:p>
            <a:pPr>
              <a:spcBef>
                <a:spcPts val="1368"/>
              </a:spcBef>
            </a:pP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准細子及祢相親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6453844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30088" y="2564904"/>
            <a:ext cx="9114119" cy="3672408"/>
          </a:xfrm>
        </p:spPr>
        <p:txBody>
          <a:bodyPr/>
          <a:lstStyle/>
          <a:p>
            <a:pPr>
              <a:spcBef>
                <a:spcPts val="1368"/>
              </a:spcBef>
            </a:pPr>
            <a:r>
              <a:rPr lang="zh-TW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主，我愛隨祢腳步，</a:t>
            </a:r>
          </a:p>
          <a:p>
            <a:pPr>
              <a:spcBef>
                <a:spcPts val="1368"/>
              </a:spcBef>
            </a:pP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誠實、好膽、心堅固；</a:t>
            </a:r>
          </a:p>
          <a:p>
            <a:pPr>
              <a:spcBef>
                <a:spcPts val="1368"/>
              </a:spcBef>
            </a:pP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祢本身我心內，</a:t>
            </a:r>
          </a:p>
          <a:p>
            <a:pPr>
              <a:spcBef>
                <a:spcPts val="1368"/>
              </a:spcBef>
            </a:pP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就會顯出祢仁愛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>
              <a:spcBef>
                <a:spcPts val="1368"/>
              </a:spcBef>
            </a:pP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9294033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30088" y="2564904"/>
            <a:ext cx="9114119" cy="3672408"/>
          </a:xfrm>
        </p:spPr>
        <p:txBody>
          <a:bodyPr/>
          <a:lstStyle/>
          <a:p>
            <a:pPr>
              <a:spcBef>
                <a:spcPts val="1368"/>
              </a:spcBef>
            </a:pP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聖羊羔，我來就祢，      </a:t>
            </a:r>
          </a:p>
          <a:p>
            <a:pPr>
              <a:spcBef>
                <a:spcPts val="1368"/>
              </a:spcBef>
            </a:pP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 祢曾降世做小兒；  </a:t>
            </a:r>
          </a:p>
          <a:p>
            <a:pPr>
              <a:spcBef>
                <a:spcPts val="1368"/>
              </a:spcBef>
            </a:pP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謙卑、有孝閣溫柔，   </a:t>
            </a:r>
          </a:p>
          <a:p>
            <a:pPr>
              <a:spcBef>
                <a:spcPts val="1368"/>
              </a:spcBef>
            </a:pP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我愛學祢聖模樣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>
              <a:spcBef>
                <a:spcPts val="1368"/>
              </a:spcBef>
            </a:pP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1667206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30088" y="2564904"/>
            <a:ext cx="9114119" cy="3672408"/>
          </a:xfrm>
        </p:spPr>
        <p:txBody>
          <a:bodyPr/>
          <a:lstStyle/>
          <a:p>
            <a:pPr>
              <a:spcBef>
                <a:spcPts val="1368"/>
              </a:spcBef>
            </a:pP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我的嘴謳咾吟詩，   </a:t>
            </a:r>
          </a:p>
          <a:p>
            <a:pPr>
              <a:spcBef>
                <a:spcPts val="1368"/>
              </a:spcBef>
            </a:pP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 逐時刻愛服事祢；   </a:t>
            </a:r>
          </a:p>
          <a:p>
            <a:pPr>
              <a:spcBef>
                <a:spcPts val="1368"/>
              </a:spcBef>
            </a:pP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按呢做，人就會知   </a:t>
            </a:r>
          </a:p>
          <a:p>
            <a:pPr>
              <a:spcBef>
                <a:spcPts val="1368"/>
              </a:spcBef>
            </a:pP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 主耶穌佇我心內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>
              <a:spcBef>
                <a:spcPts val="1368"/>
              </a:spcBef>
            </a:pP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7795869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20637</TotalTime>
  <Words>116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4701</cp:revision>
  <dcterms:created xsi:type="dcterms:W3CDTF">2009-02-27T08:32:01Z</dcterms:created>
  <dcterms:modified xsi:type="dcterms:W3CDTF">2020-03-07T14:43:38Z</dcterms:modified>
</cp:coreProperties>
</file>