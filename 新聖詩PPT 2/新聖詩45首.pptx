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謳咾大闢的後裔，受抹油主基督，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照父所定來降世，掌管天下萬國；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祂來欲解除壓制，囚犯得著解放，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給人赦罪歸天父，公平治理萬邦。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44671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主來互人有安慰，救人脫離悲傷，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喪鄉欠缺受恩惠，軟弱變做堅強；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吐氣的人通吟詩，烏暗變做光明；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靈魂艱苦閣餒志，主欲互</a:t>
            </a:r>
            <a:r>
              <a:rPr lang="zh-TW" altLang="en-US" b="1" dirty="0">
                <a:solidFill>
                  <a:srgbClr val="2A0BE5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安寧。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14447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祂欲降臨若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雨水，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施落恩惠賜福；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仁愛向望若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花蕊，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互人前途快樂； 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和平使者行做前，叫世人著相疼；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救主公義大顯明，榮光歸祂聖名。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6752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基督是得勝人君，永遠坐祂座位；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威嚴顯赫著敬尊，全人類著拜跪； 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此世間常常變遷，救主應允無變；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基督聖名大顯現，永遠互人欣羨。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63422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175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2014-12-06T03:27:55Z</dcterms:modified>
</cp:coreProperties>
</file>