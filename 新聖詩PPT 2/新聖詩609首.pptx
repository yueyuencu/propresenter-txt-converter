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168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2160240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1</a:t>
            </a:r>
            <a:r>
              <a:rPr lang="en-US" altLang="zh-TW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佇主疼痛內面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結連有大福氣，</a:t>
            </a:r>
            <a:endParaRPr lang="en-US" altLang="zh-TW" b="1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兄弟姊妹交陪相親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佇地若準佇天。</a:t>
            </a:r>
            <a:endParaRPr lang="en-US" altLang="zh-TW" b="1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6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09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1/5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42</a:t>
            </a:r>
            <a:endParaRPr lang="zh-TW" altLang="en-US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43543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216024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佇咱天父座前</a:t>
            </a:r>
            <a:r>
              <a:rPr lang="en-US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跪落熱心祈禱，</a:t>
            </a:r>
            <a:endParaRPr lang="en-US" altLang="zh-TW" b="1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一切艱難掛慮心境</a:t>
            </a:r>
            <a:r>
              <a:rPr lang="en-US" altLang="zh-TW" dirty="0">
                <a:solidFill>
                  <a:srgbClr val="0000CC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排列對主求討。</a:t>
            </a:r>
            <a:endParaRPr lang="en-US" altLang="zh-TW" b="1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詩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6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09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42</a:t>
            </a:r>
            <a:endParaRPr lang="zh-TW" altLang="en-US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22571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216024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雖然暫時相離，心內</a:t>
            </a:r>
            <a:r>
              <a:rPr lang="en-US" altLang="zh-TW" b="1" dirty="0">
                <a:solidFill>
                  <a:srgbClr val="000000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免傷悲，</a:t>
            </a:r>
            <a:endParaRPr lang="en-US" altLang="zh-TW" b="1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咱若時常結連佇祂，後日通閣相見。</a:t>
            </a:r>
            <a:endParaRPr lang="en-US" altLang="zh-TW" b="1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詩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6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09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3/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42</a:t>
            </a:r>
            <a:endParaRPr lang="zh-TW" altLang="en-US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892143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216024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囥這向望、歡喜，勇敢同行到天，</a:t>
            </a:r>
            <a:endParaRPr lang="en-US" altLang="zh-TW" b="1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你我相疼和睦徛起，期待榮光日子。</a:t>
            </a:r>
            <a:endParaRPr lang="en-US" altLang="zh-TW" b="1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詩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6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09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42</a:t>
            </a:r>
            <a:endParaRPr lang="zh-TW" altLang="en-US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658847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216024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彼時著磨、傷悲、罪惡攏總脫離，</a:t>
            </a:r>
            <a:endParaRPr lang="en-US" altLang="zh-TW" b="1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完全的疼永遠治理，久長佇天徛起。</a:t>
            </a:r>
            <a:endParaRPr lang="en-US" altLang="zh-TW" b="1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詩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6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09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5</a:t>
            </a:r>
            <a:r>
              <a:rPr lang="zh-TW" altLang="en-US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3</a:t>
            </a:r>
            <a:r>
              <a:rPr lang="en-US" altLang="zh-TW" u="sng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42</a:t>
            </a:r>
            <a:endParaRPr lang="zh-TW" altLang="en-US" u="sng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330545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121</Words>
  <Application>Microsoft Macintosh PowerPoint</Application>
  <PresentationFormat>如螢幕大小 (4:3)</PresentationFormat>
  <Paragraphs>20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2016-04-10T15:43:30Z</dcterms:modified>
</cp:coreProperties>
</file>