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73" r:id="rId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14/12/19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榮光，榮光，榮光，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榮光歸至高上帝，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地上和平歸祂所歡喜世間眾人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20646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26</Words>
  <Application>Microsoft Macintosh PowerPoint</Application>
  <PresentationFormat>如螢幕大小 (4:3)</PresentationFormat>
  <Paragraphs>5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2014-12-19T08:39:05Z</dcterms:modified>
</cp:coreProperties>
</file>