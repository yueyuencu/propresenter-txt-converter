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041" r:id="rId2"/>
    <p:sldId id="25042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2025/8/16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4349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199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5904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23354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67445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63031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24467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59816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1702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9503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53417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7047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1721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2025/8/16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77197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323528" y="339502"/>
            <a:ext cx="83529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9261" y="1130988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323528" y="350524"/>
            <a:ext cx="835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讓我們盡全心來遵行主的道</a:t>
            </a:r>
            <a:r>
              <a:rPr lang="en-US" altLang="zh-CN" sz="2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CN" altLang="en-US" sz="2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華</a:t>
            </a:r>
            <a:r>
              <a:rPr lang="en-US" altLang="zh-CN" sz="2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endParaRPr kumimoji="1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ECB63C0-AA86-FB4C-B011-A1823AB64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9261" y="1203598"/>
            <a:ext cx="9173261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讓我們盡全心來遵行主的道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CN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因為上帝賜給我們生命氣息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祂已除去世上眾人的罪，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使我們進入上帝國。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45593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323528" y="339502"/>
            <a:ext cx="835292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-29261" y="1130988"/>
            <a:ext cx="12961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323528" y="350524"/>
            <a:ext cx="83529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讓我們盡全心來遵行主的道</a:t>
            </a:r>
            <a:r>
              <a:rPr lang="en-US" altLang="zh-CN" sz="2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CN" altLang="en-US" sz="2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華</a:t>
            </a:r>
            <a:r>
              <a:rPr lang="en-US" altLang="zh-CN" sz="2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endParaRPr kumimoji="1" lang="zh-TW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EECB63C0-AA86-FB4C-B011-A1823AB64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9261" y="1203598"/>
            <a:ext cx="9173261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CN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讓我們都明白肉體雖會朽壞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CN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上帝卻能賜給我們新的生命</a:t>
            </a: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使我們的靈魂得以重生，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將在上帝國裡相會。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499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2/2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248446979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20643</TotalTime>
  <Words>109</Words>
  <Application>Microsoft Macintosh PowerPoint</Application>
  <PresentationFormat>如螢幕大小 (16:9)</PresentationFormat>
  <Paragraphs>16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4704</cp:revision>
  <dcterms:created xsi:type="dcterms:W3CDTF">2009-02-27T08:32:01Z</dcterms:created>
  <dcterms:modified xsi:type="dcterms:W3CDTF">2025-08-16T11:48:48Z</dcterms:modified>
</cp:coreProperties>
</file>