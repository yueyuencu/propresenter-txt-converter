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417" r:id="rId2"/>
    <p:sldId id="25418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3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720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14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576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0694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419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167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52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833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7955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5059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853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941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8013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692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2025/2/8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248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475961"/>
            <a:ext cx="396044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506738"/>
            <a:ext cx="3960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主日學的學生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主日學的學生著做光的燈，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榮光上帝聖名，趁祂教示行；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猶有多多囝仔未識主的名，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著用好話招呼，導行天路。 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414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1347614"/>
            <a:ext cx="10081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0666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475961"/>
            <a:ext cx="396044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506738"/>
            <a:ext cx="3960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主日學的學生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主日學的學生著有好品行，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講話也著誠實，逐項著正直；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不論所做工程榮光主的名，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逐日祈禱吟詩，隨主無離。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414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1347614"/>
            <a:ext cx="10081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3761274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20655</TotalTime>
  <Words>105</Words>
  <Application>Microsoft Macintosh PowerPoint</Application>
  <PresentationFormat>如螢幕大小 (16:9)</PresentationFormat>
  <Paragraphs>16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2025-02-08T11:52:14Z</dcterms:modified>
</cp:coreProperties>
</file>