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0" r:id="rId2"/>
    <p:sldId id="5281" r:id="rId3"/>
    <p:sldId id="5282" r:id="rId4"/>
    <p:sldId id="5283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84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懇求聖神感動阮心，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識主能力極深；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祢作先知熱情源頭，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互阮經驗會到。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156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152329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在早聖神感動先知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所寫對祢啟示； 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求祢指示開拆真理，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闡明聖經意義。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156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73898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聖神親像鴿仔搋翼，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顧阮無閬暝日；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心神烏暗時常驚惶，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賜阮光明安定。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156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3.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32317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主若做阮心內光燈，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對祢會得知明；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地上聖徒就出大聲，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報揚天頂的疼。阿們。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156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4.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283866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119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2022-02-12T13:41:44Z</dcterms:modified>
</cp:coreProperties>
</file>