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4830" r:id="rId2"/>
    <p:sldId id="24831" r:id="rId3"/>
    <p:sldId id="24999" r:id="rId4"/>
    <p:sldId id="2500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394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951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320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559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9246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3394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6844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42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457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59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0828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7906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5771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622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3874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155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著用基督耶穌的心，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做恁大家的心，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救主耶穌本是上帝，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為著救人降世。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著用基督耶穌的心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371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謙卑屈低成做奴僕，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存心到死順服，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甚至擔當十架慘死，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上帝就高升祂。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著用基督耶穌的心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1EA8C4D-1AA8-2A4B-9244-BA7400B23C45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6797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後來賜祂至高尊名，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𨃟過萬人名聲，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天頂地下萬族萬類，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虔誠服事拜跪。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著用基督耶穌的心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1EA8C4D-1AA8-2A4B-9244-BA7400B23C45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13788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萬民的嘴齊聲謳咾，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稱祂做主耶穌，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來歸榮光天父上帝，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尊名流傳萬世。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著用基督耶穌的心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1EA8C4D-1AA8-2A4B-9244-BA7400B23C45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34900794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179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Arial</vt:lpstr>
      <vt:lpstr>Calibri</vt:lpstr>
      <vt:lpstr>5_Office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2024-03-21T12:52:38Z</dcterms:modified>
</cp:coreProperties>
</file>