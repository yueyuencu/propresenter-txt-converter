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417" r:id="rId2"/>
    <p:sldId id="25418" r:id="rId3"/>
    <p:sldId id="25419" r:id="rId4"/>
    <p:sldId id="2542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65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41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508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569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5776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244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397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708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205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078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5842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4526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8931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5178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419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2025/2/22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2680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39502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42450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求主導我及祢同行</a:t>
            </a:r>
            <a:endParaRPr lang="en-US" altLang="zh-TW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求主導我及祢同行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謙遜服事人類路途，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互我學祢有力通擔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一切著磨、艱難、困苦。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307B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7560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001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39502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42450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求主導我及祢同行</a:t>
            </a:r>
            <a:endParaRPr lang="en-US" altLang="zh-TW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58D43F0-EC68-CD4A-A7EB-74E4C5F95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</a:t>
            </a:r>
            <a:r>
              <a:rPr lang="zh-TW" altLang="zh-TW" sz="4000" b="1" kern="100" dirty="0">
                <a:solidFill>
                  <a:srgbClr val="202124"/>
                </a:solidFill>
                <a:latin typeface="全宋體-2" pitchFamily="18" charset="-120"/>
                <a:ea typeface="全宋體-2" pitchFamily="18" charset="-120"/>
                <a:cs typeface="新細明體-ExtB" panose="02020500000000000000" pitchFamily="18" charset="-120"/>
              </a:rPr>
              <a:t>𠢕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用疼痛的話，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夠額感化若石的心；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助我阻止自專腳步，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導人來信救世福音。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B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EFFDB05-AA2A-2D45-8461-071579B06AA7}"/>
              </a:ext>
            </a:extLst>
          </p:cNvPr>
          <p:cNvSpPr txBox="1"/>
          <p:nvPr/>
        </p:nvSpPr>
        <p:spPr>
          <a:xfrm>
            <a:off x="1115616" y="127560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5272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39502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42450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求主導我及祢同行</a:t>
            </a:r>
            <a:endParaRPr lang="en-US" altLang="zh-TW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EFFDB05-AA2A-2D45-8461-071579B06AA7}"/>
              </a:ext>
            </a:extLst>
          </p:cNvPr>
          <p:cNvSpPr txBox="1"/>
          <p:nvPr/>
        </p:nvSpPr>
        <p:spPr>
          <a:xfrm>
            <a:off x="1115616" y="127560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E9F8966-27BE-2C46-806D-81964B1A6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9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互我學祢謙卑吞愞，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及祢交陪愈久愈深；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相及做工，掃除罪惡，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靠主耶穌堅固信心。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B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593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39502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42450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求主導我及祢同行</a:t>
            </a:r>
            <a:endParaRPr lang="en-US" altLang="zh-TW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EFFDB05-AA2A-2D45-8461-071579B06AA7}"/>
              </a:ext>
            </a:extLst>
          </p:cNvPr>
          <p:cNvSpPr txBox="1"/>
          <p:nvPr/>
        </p:nvSpPr>
        <p:spPr>
          <a:xfrm>
            <a:off x="1115616" y="1275609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0DEB0BF-9758-E242-9C21-EC4B00342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9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希望的光大照燦爛，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照我頭前的路開闊；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救主賞賜真實平安，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互我終身為祢來活。阿們。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B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132688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20658</TotalTime>
  <Words>199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全宋體-2</vt:lpstr>
      <vt:lpstr>微軟正黑體</vt:lpstr>
      <vt:lpstr>新細明體</vt:lpstr>
      <vt:lpstr>新細明體-ExtB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2025-02-22T02:21:18Z</dcterms:modified>
</cp:coreProperties>
</file>