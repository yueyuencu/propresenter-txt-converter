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90" r:id="rId2"/>
    <p:sldId id="5291" r:id="rId3"/>
    <p:sldId id="5292" r:id="rId4"/>
    <p:sldId id="5293" r:id="rId5"/>
    <p:sldId id="5294" r:id="rId6"/>
    <p:sldId id="5295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72" y="-7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憂悶世間是迷路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佳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哉我有主耶穌，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日時暝時引導我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施恩救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我到永活。</a:t>
            </a: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114281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168352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主啊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！導我經過風湧及暗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霧；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求祢顯出大仁慈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我到平安的厝。</a:t>
            </a: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796136" y="267494"/>
            <a:ext cx="30243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009238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世上風湧若哮獅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烏雲暗霧罩落來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頭前的路我欲去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明明來指示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2-1.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630642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168352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主啊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！導我經過風湧及暗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霧；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求祢顯出大仁慈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我到平安的厝。</a:t>
            </a: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2-2.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580112" y="267494"/>
            <a:ext cx="324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276792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求主耶穌俯落聽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求祢及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我相同行，</a:t>
            </a: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到平安的祖家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享受福氣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永無替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689574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168352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主啊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！導我經過風湧及暗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霧；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求祢顯出大仁慈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我到平安的厝。</a:t>
            </a:r>
          </a:p>
          <a:p>
            <a:pPr algn="r"/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436096" y="267494"/>
            <a:ext cx="3384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343180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204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4701</cp:revision>
  <dcterms:created xsi:type="dcterms:W3CDTF">2009-02-27T08:32:01Z</dcterms:created>
  <dcterms:modified xsi:type="dcterms:W3CDTF">2023-06-10T04:11:28Z</dcterms:modified>
</cp:coreProperties>
</file>