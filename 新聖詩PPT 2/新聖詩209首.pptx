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168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17/4/25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我曾吞愞聽候上帝，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曾向望我的主；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祂俯耳孔聽我祈禱，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所求祂有賞賜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811378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對深陷坑，對塗糜中，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祂有牽我出來；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互我的腳徛石磐頂，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互我行路自在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286698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互我的嘴唱新的歌，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吟詩、謳咾、感謝；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多多人欲看見驚畏，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來倚靠主的名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73435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我的上帝，祢聖旨意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我掠伊做快樂！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祢的律法佇我心內，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願我作祢奴僕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846042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祢的公義未曾隱囥，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我曾四界報揚； 　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祢的信實、拯救的恩，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講起佇大會中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911605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135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2017-04-25T07:37:33Z</dcterms:modified>
</cp:coreProperties>
</file>