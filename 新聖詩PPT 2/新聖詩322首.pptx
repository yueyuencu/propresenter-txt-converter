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7465" r:id="rId2"/>
    <p:sldId id="27466" r:id="rId3"/>
    <p:sldId id="27467" r:id="rId4"/>
    <p:sldId id="27468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9" autoAdjust="0"/>
    <p:restoredTop sz="92287" autoAdjust="0"/>
  </p:normalViewPr>
  <p:slideViewPr>
    <p:cSldViewPr>
      <p:cViewPr varScale="1">
        <p:scale>
          <a:sx n="149" d="100"/>
          <a:sy n="149" d="100"/>
        </p:scale>
        <p:origin x="184" y="36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09200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26132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221231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21456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0388794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545387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553069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6885982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51534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71287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847630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081382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5325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8834081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2678740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2025/9/13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4019978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我前若羊失迷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1.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F0185A69-2152-414E-91B4-5E5512CAFA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15094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我前若羊失迷，廄外濫糝去踅，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牧者的聲我無欲聽，無愛隨祂去行；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我前若子放縱，無愛徛起家中，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天父的聲我無愛聽，愛欲四界去行。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4195690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我前若羊失迷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F693C170-C353-784B-8C91-2D4E7A4E64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15094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牧者尋羊致意，父也尋祂子兒，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經過多多深坑曠野愛欲尋我佇遐；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尋著我險欲死，枵餓精神失去，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祂就可憐將我來背，救我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免失迷。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61737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我前若羊失迷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3.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0372867A-3B9D-1440-9518-C25B5D798D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15094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牧者就是耶穌，作我救主保護，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流祂寶血洗我污穢，救我脫離死罪；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助我越轉腳步，導我來行正路，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導我抱我閣入羊廄，永得養飼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𣍐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枵。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8847944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1619672" y="325868"/>
            <a:ext cx="5328592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1619672" y="314820"/>
            <a:ext cx="532859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4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我前若羊失迷</a:t>
            </a:r>
            <a:endParaRPr kumimoji="1" lang="zh-TW" altLang="en-US" sz="43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D887F2-5300-9E66-7A42-BD85F5427A56}"/>
              </a:ext>
            </a:extLst>
          </p:cNvPr>
          <p:cNvSpPr txBox="1"/>
          <p:nvPr/>
        </p:nvSpPr>
        <p:spPr>
          <a:xfrm>
            <a:off x="395536" y="699541"/>
            <a:ext cx="936104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3400" b="1" dirty="0">
                <a:solidFill>
                  <a:prstClr val="black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kumimoji="1" lang="en-US" altLang="zh-TW" sz="3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全宋體-2" pitchFamily="18" charset="-120"/>
                <a:ea typeface="全宋體-2" pitchFamily="18" charset="-120"/>
                <a:cs typeface="微軟正黑體"/>
              </a:rPr>
              <a:t>.</a:t>
            </a:r>
            <a:endParaRPr kumimoji="1" lang="zh-TW" altLang="en-US" sz="3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22185A3A-9AA3-2043-AF0A-1B2C3315BE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9881" y="1315094"/>
            <a:ext cx="9114119" cy="3744416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我前離開羊群，辜負牧者大恩，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我今愛聽牧者的聲，歡喜廄內來徛；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我前雖然不孝，作我放縱去走， 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  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今愛順趁疼我天父，永</a:t>
            </a:r>
            <a:r>
              <a:rPr lang="en-US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天父的家。</a:t>
            </a:r>
          </a:p>
          <a:p>
            <a:pPr algn="r">
              <a:spcBef>
                <a:spcPts val="6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45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首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1138897531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20636</TotalTime>
  <Words>294</Words>
  <Application>Microsoft Macintosh PowerPoint</Application>
  <PresentationFormat>如螢幕大小 (16:9)</PresentationFormat>
  <Paragraphs>32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4702</cp:revision>
  <dcterms:created xsi:type="dcterms:W3CDTF">2009-02-27T08:32:01Z</dcterms:created>
  <dcterms:modified xsi:type="dcterms:W3CDTF">2025-09-13T07:09:49Z</dcterms:modified>
</cp:coreProperties>
</file>