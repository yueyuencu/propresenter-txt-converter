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041" r:id="rId2"/>
    <p:sldId id="25042" r:id="rId3"/>
    <p:sldId id="25043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0" autoAdjust="0"/>
    <p:restoredTop sz="92315" autoAdjust="0"/>
  </p:normalViewPr>
  <p:slideViewPr>
    <p:cSldViewPr>
      <p:cViewPr varScale="1">
        <p:scale>
          <a:sx n="107" d="100"/>
          <a:sy n="107" d="100"/>
        </p:scale>
        <p:origin x="992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83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501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658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942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5087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0091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62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637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19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5733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90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3805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541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929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2024/10/11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8499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94300" y="339502"/>
            <a:ext cx="62300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主上帝，我堅固石磐，幫助我，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閣做高臺保護所在，扶持我；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世上危險若準風雨，慈悲聖手逐時扶助，</a:t>
            </a:r>
          </a:p>
          <a:p>
            <a:pPr>
              <a:spcBef>
                <a:spcPts val="1200"/>
              </a:spcBef>
            </a:pP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祢翼下安穩照顧，永保護。</a:t>
            </a:r>
            <a:endParaRPr lang="en-US" altLang="zh-TW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(1/3)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475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44" y="818877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94300" y="349519"/>
            <a:ext cx="62300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主上帝，我堅固石磐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01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94300" y="339502"/>
            <a:ext cx="62300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屬世享樂，污穢罪過，棄拺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主上帝，求祢幫助我欣慕祢；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抵著誘惑災難彼時，伸祢聖手扶持保庇，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求祢助我堅心決意，永靠祢。</a:t>
            </a:r>
            <a:endParaRPr lang="en-US" altLang="zh-TW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475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44" y="818877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94300" y="349519"/>
            <a:ext cx="62300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主上帝，我堅固石磐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19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294300" y="339502"/>
            <a:ext cx="62300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世上親像雲霧暗暝，趕散</a:t>
            </a:r>
            <a:r>
              <a:rPr lang="zh-TW" altLang="en-US" sz="36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   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聽候天光清早的時，迎接祢；   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彼時以後無起風湧，賜阮平安會得太平，   </a:t>
            </a:r>
          </a:p>
          <a:p>
            <a:pPr>
              <a:spcBef>
                <a:spcPts val="1200"/>
              </a:spcBef>
            </a:pP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大聲謳咾佇主面前，永無停。</a:t>
            </a:r>
            <a:endParaRPr lang="en-US" altLang="zh-TW" sz="37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475</a:t>
            </a:r>
            <a:r>
              <a:rPr lang="zh-CN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1844" y="818877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37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94300" y="349519"/>
            <a:ext cx="62300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主上帝，我堅固石磐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01136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20663</TotalTime>
  <Words>198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5_Office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4721</cp:revision>
  <dcterms:created xsi:type="dcterms:W3CDTF">2009-02-27T08:32:01Z</dcterms:created>
  <dcterms:modified xsi:type="dcterms:W3CDTF">2024-10-11T14:44:56Z</dcterms:modified>
</cp:coreProperties>
</file>