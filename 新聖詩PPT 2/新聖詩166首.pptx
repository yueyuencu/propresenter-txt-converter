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72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C2EBC-F0E9-4505-A4DD-149F76D6DD9B}" type="datetimeFigureOut">
              <a:rPr lang="zh-TW" altLang="en-US" smtClean="0"/>
              <a:t>2013/2/2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7A0D8-51CE-49E1-89AD-F756479DFDC3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77289C9-A14E-4E5A-87CA-8205AEF0D556}" type="slidenum">
              <a:rPr lang="zh-TW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35741EB-A155-42E3-A71A-B33DF7C09A8B}" type="slidenum">
              <a:rPr lang="zh-TW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zh-TW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5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922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5FD78DA-2EC6-4EB1-AE78-5550ED04BF6E}" type="slidenum">
              <a:rPr lang="zh-TW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A7C-8D82-47E5-86D2-5CA76315F639}" type="datetimeFigureOut">
              <a:rPr lang="zh-TW" altLang="en-US" smtClean="0"/>
              <a:t>2013/2/2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1A8-3229-4365-9159-42478577E6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A7C-8D82-47E5-86D2-5CA76315F639}" type="datetimeFigureOut">
              <a:rPr lang="zh-TW" altLang="en-US" smtClean="0"/>
              <a:t>2013/2/2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1A8-3229-4365-9159-42478577E6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A7C-8D82-47E5-86D2-5CA76315F639}" type="datetimeFigureOut">
              <a:rPr lang="zh-TW" altLang="en-US" smtClean="0"/>
              <a:t>2013/2/2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1A8-3229-4365-9159-42478577E6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A7C-8D82-47E5-86D2-5CA76315F639}" type="datetimeFigureOut">
              <a:rPr lang="zh-TW" altLang="en-US" smtClean="0"/>
              <a:t>2013/2/2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1A8-3229-4365-9159-42478577E6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A7C-8D82-47E5-86D2-5CA76315F639}" type="datetimeFigureOut">
              <a:rPr lang="zh-TW" altLang="en-US" smtClean="0"/>
              <a:t>2013/2/2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1A8-3229-4365-9159-42478577E6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A7C-8D82-47E5-86D2-5CA76315F639}" type="datetimeFigureOut">
              <a:rPr lang="zh-TW" altLang="en-US" smtClean="0"/>
              <a:t>2013/2/2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1A8-3229-4365-9159-42478577E6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A7C-8D82-47E5-86D2-5CA76315F639}" type="datetimeFigureOut">
              <a:rPr lang="zh-TW" altLang="en-US" smtClean="0"/>
              <a:t>2013/2/2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1A8-3229-4365-9159-42478577E6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A7C-8D82-47E5-86D2-5CA76315F639}" type="datetimeFigureOut">
              <a:rPr lang="zh-TW" altLang="en-US" smtClean="0"/>
              <a:t>2013/2/2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1A8-3229-4365-9159-42478577E6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A7C-8D82-47E5-86D2-5CA76315F639}" type="datetimeFigureOut">
              <a:rPr lang="zh-TW" altLang="en-US" smtClean="0"/>
              <a:t>2013/2/2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1A8-3229-4365-9159-42478577E6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A7C-8D82-47E5-86D2-5CA76315F639}" type="datetimeFigureOut">
              <a:rPr lang="zh-TW" altLang="en-US" smtClean="0"/>
              <a:t>2013/2/2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1A8-3229-4365-9159-42478577E6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60A7C-8D82-47E5-86D2-5CA76315F639}" type="datetimeFigureOut">
              <a:rPr lang="zh-TW" altLang="en-US" smtClean="0"/>
              <a:t>2013/2/2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F51A8-3229-4365-9159-42478577E6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60A7C-8D82-47E5-86D2-5CA76315F639}" type="datetimeFigureOut">
              <a:rPr lang="zh-TW" altLang="en-US" smtClean="0"/>
              <a:t>2013/2/2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F51A8-3229-4365-9159-42478577E6FD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標題 1"/>
          <p:cNvSpPr>
            <a:spLocks noGrp="1"/>
          </p:cNvSpPr>
          <p:nvPr>
            <p:ph type="title"/>
          </p:nvPr>
        </p:nvSpPr>
        <p:spPr>
          <a:xfrm>
            <a:off x="428625" y="928688"/>
            <a:ext cx="8229600" cy="1143000"/>
          </a:xfrm>
        </p:spPr>
        <p:txBody>
          <a:bodyPr/>
          <a:lstStyle/>
          <a:p>
            <a:pPr eaLnBrk="1" hangingPunct="1"/>
            <a:endParaRPr lang="zh-TW" altLang="en-US" b="1" u="sng" smtClean="0"/>
          </a:p>
        </p:txBody>
      </p:sp>
      <p:sp>
        <p:nvSpPr>
          <p:cNvPr id="34819" name="內容版面配置區 2"/>
          <p:cNvSpPr>
            <a:spLocks noGrp="1"/>
          </p:cNvSpPr>
          <p:nvPr>
            <p:ph idx="1"/>
          </p:nvPr>
        </p:nvSpPr>
        <p:spPr>
          <a:xfrm>
            <a:off x="0" y="3143250"/>
            <a:ext cx="9144000" cy="3714750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1</a:t>
            </a: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主佇基列有芳乳香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，受傷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會得復到，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主佇基列有芳乳香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，憂傷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心靈醫好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有時我灰心失志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，一切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著磨空空，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總是聖神來幫助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，救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我靈魂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解放。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新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聖詩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166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首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（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1/3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）</a:t>
            </a:r>
            <a:endParaRPr lang="zh-TW" altLang="en-US" u="sng" dirty="0" smtClean="0">
              <a:latin typeface="華康中特圓體" pitchFamily="49" charset="-120"/>
              <a:ea typeface="華康中特圓體" pitchFamily="49" charset="-120"/>
            </a:endParaRPr>
          </a:p>
          <a:p>
            <a:pPr algn="ctr" eaLnBrk="1" hangingPunct="1">
              <a:buFont typeface="Arial" charset="0"/>
              <a:buNone/>
            </a:pPr>
            <a:endParaRPr lang="zh-TW" altLang="en-US" dirty="0" smtClean="0">
              <a:solidFill>
                <a:srgbClr val="2A0BE5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標題 1"/>
          <p:cNvSpPr>
            <a:spLocks noGrp="1"/>
          </p:cNvSpPr>
          <p:nvPr>
            <p:ph type="title"/>
          </p:nvPr>
        </p:nvSpPr>
        <p:spPr>
          <a:xfrm>
            <a:off x="571500" y="1000125"/>
            <a:ext cx="8229600" cy="1143000"/>
          </a:xfrm>
        </p:spPr>
        <p:txBody>
          <a:bodyPr/>
          <a:lstStyle/>
          <a:p>
            <a:pPr eaLnBrk="1" hangingPunct="1"/>
            <a:endParaRPr lang="zh-TW" altLang="en-US" sz="3200" u="sng" smtClean="0">
              <a:latin typeface="華康中特圓體" pitchFamily="49" charset="-120"/>
              <a:ea typeface="華康中特圓體" pitchFamily="49" charset="-120"/>
            </a:endParaRPr>
          </a:p>
        </p:txBody>
      </p:sp>
      <p:sp>
        <p:nvSpPr>
          <p:cNvPr id="35843" name="內容版面配置區 2"/>
          <p:cNvSpPr>
            <a:spLocks noGrp="1"/>
          </p:cNvSpPr>
          <p:nvPr>
            <p:ph idx="1"/>
          </p:nvPr>
        </p:nvSpPr>
        <p:spPr>
          <a:xfrm>
            <a:off x="0" y="3214688"/>
            <a:ext cx="9144000" cy="3429000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2</a:t>
            </a: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主佇基列有芳乳香，受傷會得復到，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主佇基列有芳乳香，憂傷心靈醫好。</a:t>
            </a:r>
            <a:endParaRPr lang="zh-TW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莫得失望閣餒志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，耶穌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做你朋友；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對祂若追求知識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，祂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的確會成就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166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2/3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）</a:t>
            </a:r>
          </a:p>
          <a:p>
            <a:pPr algn="ctr" eaLnBrk="1" hangingPunct="1">
              <a:buFont typeface="Arial" charset="0"/>
              <a:buNone/>
            </a:pPr>
            <a:endParaRPr lang="zh-TW" altLang="en-US" dirty="0" smtClean="0"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標題 1"/>
          <p:cNvSpPr>
            <a:spLocks noGrp="1"/>
          </p:cNvSpPr>
          <p:nvPr>
            <p:ph type="title"/>
          </p:nvPr>
        </p:nvSpPr>
        <p:spPr>
          <a:xfrm>
            <a:off x="428625" y="1000125"/>
            <a:ext cx="8229600" cy="1143000"/>
          </a:xfrm>
        </p:spPr>
        <p:txBody>
          <a:bodyPr/>
          <a:lstStyle/>
          <a:p>
            <a:pPr eaLnBrk="1" hangingPunct="1"/>
            <a:endParaRPr lang="zh-TW" altLang="en-US" sz="3200" u="sng" smtClean="0">
              <a:latin typeface="華康中特圓體" pitchFamily="49" charset="-120"/>
              <a:ea typeface="華康中特圓體" pitchFamily="49" charset="-120"/>
            </a:endParaRPr>
          </a:p>
        </p:txBody>
      </p:sp>
      <p:sp>
        <p:nvSpPr>
          <p:cNvPr id="36867" name="內容版面配置區 2"/>
          <p:cNvSpPr>
            <a:spLocks noGrp="1"/>
          </p:cNvSpPr>
          <p:nvPr>
            <p:ph idx="1"/>
          </p:nvPr>
        </p:nvSpPr>
        <p:spPr>
          <a:xfrm>
            <a:off x="1" y="3214688"/>
            <a:ext cx="9144000" cy="3643312"/>
          </a:xfrm>
        </p:spPr>
        <p:txBody>
          <a:bodyPr/>
          <a:lstStyle/>
          <a:p>
            <a:pPr algn="ctr">
              <a:buNone/>
            </a:pP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3</a:t>
            </a:r>
            <a:r>
              <a:rPr lang="en-US" altLang="zh-TW" dirty="0" smtClean="0">
                <a:latin typeface="華康中特圓體" pitchFamily="49" charset="-120"/>
                <a:ea typeface="華康中特圓體" pitchFamily="49" charset="-120"/>
              </a:rPr>
              <a:t>.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主佇基列有芳乳香，受傷會得復到，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主佇基列有芳乳香，憂傷心靈醫好。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ctr">
              <a:buNone/>
            </a:pP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傳道</a:t>
            </a:r>
            <a:r>
              <a:rPr lang="zh-TW" altLang="en-US" b="1" dirty="0" smtClean="0"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值著彼得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，祈禱</a:t>
            </a:r>
            <a:r>
              <a:rPr lang="zh-TW" altLang="en-US" dirty="0" smtClean="0">
                <a:latin typeface="華康中特圓體" pitchFamily="49" charset="-120"/>
                <a:ea typeface="華康中特圓體" pitchFamily="49" charset="-120"/>
              </a:rPr>
              <a:t>不比保羅，</a:t>
            </a:r>
          </a:p>
          <a:p>
            <a:pPr algn="ctr">
              <a:buNone/>
            </a:pP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猶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久宣揚主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疼痛，用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死替贖罪過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166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首（</a:t>
            </a:r>
            <a:r>
              <a:rPr lang="en-US" altLang="zh-TW" u="sng" dirty="0" smtClean="0">
                <a:latin typeface="華康中特圓體" pitchFamily="49" charset="-120"/>
                <a:ea typeface="華康中特圓體" pitchFamily="49" charset="-120"/>
              </a:rPr>
              <a:t>3/3</a:t>
            </a:r>
            <a:r>
              <a:rPr lang="zh-TW" altLang="en-US" u="sng" dirty="0" smtClean="0">
                <a:latin typeface="華康中特圓體" pitchFamily="49" charset="-120"/>
                <a:ea typeface="華康中特圓體" pitchFamily="49" charset="-120"/>
              </a:rPr>
              <a:t>）</a:t>
            </a:r>
          </a:p>
          <a:p>
            <a:pPr algn="ctr" eaLnBrk="1" hangingPunct="1">
              <a:buFont typeface="Arial" charset="0"/>
              <a:buNone/>
            </a:pPr>
            <a:endParaRPr lang="zh-TW" altLang="en-US" dirty="0" smtClean="0">
              <a:solidFill>
                <a:srgbClr val="2A0BE5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投影片 1</vt:lpstr>
      <vt:lpstr>投影片 2</vt:lpstr>
      <vt:lpstr>投影片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Windows 使用者</dc:creator>
  <cp:lastModifiedBy>Windows 使用者</cp:lastModifiedBy>
  <cp:revision>1</cp:revision>
  <dcterms:created xsi:type="dcterms:W3CDTF">2013-02-02T14:51:26Z</dcterms:created>
  <dcterms:modified xsi:type="dcterms:W3CDTF">2013-02-02T14:51:52Z</dcterms:modified>
</cp:coreProperties>
</file>