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4861" r:id="rId2"/>
    <p:sldId id="24862" r:id="rId3"/>
    <p:sldId id="24863" r:id="rId4"/>
    <p:sldId id="24864" r:id="rId5"/>
    <p:sldId id="24865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226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520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106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013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53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7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60981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0632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0616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2953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364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6289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2580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87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313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4719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2025/12/13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215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聖子耶穌𫢶地上，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謙卑屈低做木匠；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今日信徒𫢶工廠，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著學我主好模樣。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86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聖子耶穌𫢶地上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41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𫢶佇工廠按機器，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若準保羅織布棚，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一面為人謀福利，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一面為主傳道理。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86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聖子耶穌𫢶地上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041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無論採掘落礦坑，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抑是出海去討魚， 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做工勞動是神聖，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像時為主做見證。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86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聖子耶穌𫢶地上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104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播田搔草作穡人，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無暝無日磨歸冬，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汗流滿面若珍珠，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一切是欲榮光主。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86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聖子耶穌𫢶地上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02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地位無嫌高抑低，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薪水不管少抑多，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忠誠盡職主歡喜，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一切生活信靠祂。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86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聖子耶穌𫢶地上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7352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20647</TotalTime>
  <Words>209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2025-12-13T03:57:26Z</dcterms:modified>
</cp:coreProperties>
</file>