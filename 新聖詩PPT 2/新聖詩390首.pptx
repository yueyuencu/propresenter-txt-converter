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175" r:id="rId2"/>
    <p:sldId id="25176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27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27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6557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2187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3243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8511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322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0473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3728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356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0989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341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43717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2024/4/25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06212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謳咾天父，萬福本源，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權能極大，仁愛齊全；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謳咾耶穌，贖我罪犯，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做我中保，掌理萬權。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謳咾天父，萬福本源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31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謳咾聖神，感化罪人，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賞賜能力，恩惠日新；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謳咾聖父、聖子、聖神，</a:t>
            </a:r>
          </a:p>
          <a:p>
            <a:pPr>
              <a:spcBef>
                <a:spcPts val="1200"/>
              </a:spcBef>
            </a:pPr>
            <a:r>
              <a:rPr lang="zh-TW" altLang="en-US" sz="4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三位一體，至聖、至真。阿們。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275606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謳咾天父，萬福本源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73039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20627</TotalTime>
  <Words>104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4694</cp:revision>
  <dcterms:created xsi:type="dcterms:W3CDTF">2009-02-27T08:32:01Z</dcterms:created>
  <dcterms:modified xsi:type="dcterms:W3CDTF">2024-04-25T14:36:40Z</dcterms:modified>
</cp:coreProperties>
</file>