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417" r:id="rId2"/>
    <p:sldId id="25418" r:id="rId3"/>
    <p:sldId id="25419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83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720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2025/2/6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6142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9641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7154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06947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4190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81676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8552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68335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79556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50596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8530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49415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8013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06923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52481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506738"/>
            <a:ext cx="48245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佇彼旁榮光土地</a:t>
            </a: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AED94FED-7AD9-8D40-90CB-EE757B72D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72387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佇彼旁榮光土地，我靈魂的祖家，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我歡喜逐日進前，到彼時上天庭；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我逐日愈想愈愛到天父榮光所在，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佇遐有親友聖使，為著我啲等待。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246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5476" y="699542"/>
            <a:ext cx="118762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306661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506738"/>
            <a:ext cx="48245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佇彼旁榮光土地</a:t>
            </a: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AED94FED-7AD9-8D40-90CB-EE757B72D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72387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疼的光大照顯明，佇祖家彼一旁，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雖隔斷地上姻緣，會相接閣結連；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光的星雖然失去，佇彼位榮光發起，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雖絕望艱苦失志，會復到大歡喜。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246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5476" y="699542"/>
            <a:ext cx="118762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109517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506738"/>
            <a:ext cx="48245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佇彼旁榮光土地</a:t>
            </a: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AED94FED-7AD9-8D40-90CB-EE757B72D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72387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佇彼時父母子兒，通相見𫢶佇天，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眾親友兄弟姊妹，永遠住父的家；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佇彼位天氣清彩，無煩惱無流目屎，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到彼時欲看真明，閣相見佇天庭。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246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5476" y="699542"/>
            <a:ext cx="118762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830726775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20659</TotalTime>
  <Words>196</Words>
  <Application>Microsoft Macintosh PowerPoint</Application>
  <PresentationFormat>如螢幕大小 (16:9)</PresentationFormat>
  <Paragraphs>24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4701</cp:revision>
  <dcterms:created xsi:type="dcterms:W3CDTF">2009-02-27T08:32:01Z</dcterms:created>
  <dcterms:modified xsi:type="dcterms:W3CDTF">2025-02-06T14:15:04Z</dcterms:modified>
</cp:coreProperties>
</file>