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2" r:id="rId2"/>
    <p:sldId id="5273" r:id="rId3"/>
    <p:sldId id="5274" r:id="rId4"/>
    <p:sldId id="5275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040" y="-6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心目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向主堅固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，就是贖罪耶穌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救主上帝；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求祢聽我祈禱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，罪惡洗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清到無，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互我專心倚靠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，歸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向上帝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791803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當我心神軟茈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，施恩互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我勇健，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助我心熱；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祢有替我受死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，我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願深深疼祢，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熱誠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純全心志若火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滅。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42864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我行烏暗迷路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，煩惱交纏腳步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求主引導； 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互暗變換做光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，憂悶給我擔當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免我離主愈遠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，無通依倚。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654854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今世若夢快無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，寒冷烏暗死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河，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無久淹我；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求主彼時保庇， 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無閣驚惶僥疑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靈魂受贖上天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，及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主永住。阿們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136158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150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4691</cp:revision>
  <dcterms:created xsi:type="dcterms:W3CDTF">2009-02-27T08:32:01Z</dcterms:created>
  <dcterms:modified xsi:type="dcterms:W3CDTF">2014-07-25T17:33:18Z</dcterms:modified>
</cp:coreProperties>
</file>