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5276" r:id="rId2"/>
    <p:sldId id="5277" r:id="rId3"/>
    <p:sldId id="5278" r:id="rId4"/>
    <p:sldId id="5279" r:id="rId5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544" y="-5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interSettings" Target="printerSettings/printerSettings1.bin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15/6/26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4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15/6/26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15/6/26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15/6/26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15/6/26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15/6/26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15/6/26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15/6/26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15/6/26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15/6/26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15/6/26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15/6/26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15/6/26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>
                <a:solidFill>
                  <a:schemeClr val="tx1"/>
                </a:solidFill>
                <a:latin typeface="華康中圓體"/>
                <a:ea typeface="華康中圓體"/>
              </a:rPr>
              <a:t>1</a:t>
            </a:r>
            <a:r>
              <a:rPr lang="en-US" altLang="zh-TW" dirty="0" smtClean="0">
                <a:solidFill>
                  <a:schemeClr val="tx1"/>
                </a:solidFill>
                <a:latin typeface="華康中圓體"/>
                <a:ea typeface="華康中圓體"/>
              </a:rPr>
              <a:t>.</a:t>
            </a:r>
            <a:r>
              <a:rPr lang="zh-TW" altLang="zh-TW" dirty="0">
                <a:solidFill>
                  <a:schemeClr val="tx1"/>
                </a:solidFill>
                <a:latin typeface="華康中圓體"/>
                <a:ea typeface="華康中圓體"/>
              </a:rPr>
              <a:t>我心免僥疑，主時常近倚，</a:t>
            </a:r>
          </a:p>
          <a:p>
            <a:r>
              <a:rPr lang="zh-TW" altLang="zh-TW" dirty="0">
                <a:solidFill>
                  <a:srgbClr val="0000CC"/>
                </a:solidFill>
                <a:latin typeface="華康中圓體"/>
                <a:ea typeface="華康中圓體"/>
              </a:rPr>
              <a:t>的確欲出現，施恩保護我；</a:t>
            </a:r>
          </a:p>
          <a:p>
            <a:r>
              <a:rPr lang="zh-TW" altLang="zh-TW" dirty="0">
                <a:solidFill>
                  <a:schemeClr val="tx1"/>
                </a:solidFill>
                <a:latin typeface="華康中圓體"/>
                <a:ea typeface="華康中圓體"/>
              </a:rPr>
              <a:t>我若迫切懇求，逐項祂欲成，</a:t>
            </a:r>
          </a:p>
          <a:p>
            <a:r>
              <a:rPr lang="zh-TW" altLang="zh-TW" dirty="0">
                <a:solidFill>
                  <a:srgbClr val="0000CC"/>
                </a:solidFill>
                <a:latin typeface="華康中圓體"/>
                <a:ea typeface="華康中圓體"/>
              </a:rPr>
              <a:t>救主若佇船內，風湧我免驚。</a:t>
            </a: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94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</a:t>
            </a:r>
            <a:r>
              <a:rPr lang="zh-TW" altLang="en-US" u="sng" dirty="0">
                <a:solidFill>
                  <a:srgbClr val="000000"/>
                </a:solidFill>
                <a:latin typeface="華康中圓體"/>
                <a:ea typeface="華康中圓體"/>
              </a:rPr>
              <a:t>（</a:t>
            </a:r>
            <a:r>
              <a:rPr lang="en-US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40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44649877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zh-TW" altLang="zh-TW" dirty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zh-TW" dirty="0">
                <a:solidFill>
                  <a:srgbClr val="000000"/>
                </a:solidFill>
                <a:ea typeface="華康中圓體"/>
              </a:rPr>
              <a:t>路途雖然暗，主導路指示，</a:t>
            </a:r>
          </a:p>
          <a:p>
            <a:r>
              <a:rPr lang="zh-TW" altLang="zh-TW" dirty="0">
                <a:solidFill>
                  <a:srgbClr val="0000CC"/>
                </a:solidFill>
                <a:ea typeface="華康中圓體"/>
              </a:rPr>
              <a:t>我只有著趁，逐項祂排比；</a:t>
            </a:r>
          </a:p>
          <a:p>
            <a:r>
              <a:rPr lang="zh-TW" altLang="zh-TW" dirty="0">
                <a:solidFill>
                  <a:srgbClr val="000000"/>
                </a:solidFill>
                <a:ea typeface="華康中圓體"/>
              </a:rPr>
              <a:t>世上親像浮雲，靠這攏無穩，</a:t>
            </a:r>
          </a:p>
          <a:p>
            <a:r>
              <a:rPr lang="zh-TW" altLang="zh-TW" dirty="0">
                <a:solidFill>
                  <a:srgbClr val="0000CC"/>
                </a:solidFill>
                <a:ea typeface="華康中圓體"/>
              </a:rPr>
              <a:t>主</a:t>
            </a:r>
            <a:r>
              <a:rPr lang="zh-TW" altLang="zh-TW" dirty="0" smtClean="0">
                <a:solidFill>
                  <a:srgbClr val="0000CC"/>
                </a:solidFill>
                <a:ea typeface="華康中圓體"/>
              </a:rPr>
              <a:t>應允</a:t>
            </a:r>
            <a:r>
              <a:rPr lang="en-US" altLang="zh-TW" b="1" dirty="0" smtClean="0">
                <a:solidFill>
                  <a:srgbClr val="0000CC"/>
                </a:solidFill>
                <a:latin typeface="EUDC" pitchFamily="49" charset="-120"/>
                <a:ea typeface="EUDC" pitchFamily="49" charset="-120"/>
              </a:rPr>
              <a:t></a:t>
            </a:r>
            <a:r>
              <a:rPr lang="zh-TW" altLang="zh-TW" dirty="0" smtClean="0">
                <a:solidFill>
                  <a:srgbClr val="0000CC"/>
                </a:solidFill>
                <a:ea typeface="華康中圓體"/>
              </a:rPr>
              <a:t>改換</a:t>
            </a:r>
            <a:r>
              <a:rPr lang="zh-TW" altLang="zh-TW" dirty="0">
                <a:solidFill>
                  <a:srgbClr val="0000CC"/>
                </a:solidFill>
                <a:ea typeface="華康中圓體"/>
              </a:rPr>
              <a:t>，逐項攏有準。</a:t>
            </a: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94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40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62031570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zh-TW" altLang="zh-TW" dirty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zh-TW" dirty="0">
                <a:solidFill>
                  <a:srgbClr val="000000"/>
                </a:solidFill>
                <a:ea typeface="華康中圓體"/>
              </a:rPr>
              <a:t>祂永遠疼我，我攏免失志， </a:t>
            </a:r>
          </a:p>
          <a:p>
            <a:r>
              <a:rPr lang="zh-TW" altLang="zh-TW" dirty="0">
                <a:solidFill>
                  <a:srgbClr val="000000"/>
                </a:solidFill>
                <a:ea typeface="華康中圓體"/>
              </a:rPr>
              <a:t>  </a:t>
            </a:r>
            <a:r>
              <a:rPr lang="zh-TW" altLang="zh-TW" dirty="0">
                <a:solidFill>
                  <a:srgbClr val="0000CC"/>
                </a:solidFill>
                <a:ea typeface="華康中圓體"/>
              </a:rPr>
              <a:t>祂無放拺我，及我無相離；</a:t>
            </a:r>
          </a:p>
          <a:p>
            <a:r>
              <a:rPr lang="zh-TW" altLang="zh-TW" dirty="0">
                <a:solidFill>
                  <a:srgbClr val="000000"/>
                </a:solidFill>
                <a:ea typeface="華康中圓體"/>
              </a:rPr>
              <a:t>  我所經過凡事助我堅固信，</a:t>
            </a:r>
          </a:p>
          <a:p>
            <a:r>
              <a:rPr lang="zh-TW" altLang="zh-TW" dirty="0">
                <a:solidFill>
                  <a:srgbClr val="0000CC"/>
                </a:solidFill>
                <a:ea typeface="華康中圓體"/>
              </a:rPr>
              <a:t>  祂有決斷意思欲救我到盡。</a:t>
            </a: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94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40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395748027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zh-TW" altLang="zh-TW" dirty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zh-TW" dirty="0">
                <a:solidFill>
                  <a:srgbClr val="000000"/>
                </a:solidFill>
                <a:ea typeface="華康中圓體"/>
              </a:rPr>
              <a:t>祂永遠定著欲救我脫離，</a:t>
            </a:r>
          </a:p>
          <a:p>
            <a:r>
              <a:rPr lang="zh-TW" altLang="zh-TW" dirty="0">
                <a:solidFill>
                  <a:srgbClr val="000000"/>
                </a:solidFill>
                <a:ea typeface="華康中圓體"/>
              </a:rPr>
              <a:t>  </a:t>
            </a:r>
            <a:r>
              <a:rPr lang="zh-TW" altLang="zh-TW" dirty="0">
                <a:solidFill>
                  <a:srgbClr val="0000CC"/>
                </a:solidFill>
                <a:ea typeface="華康中圓體"/>
              </a:rPr>
              <a:t>免互撒但害，對信稱做義；</a:t>
            </a:r>
          </a:p>
          <a:p>
            <a:r>
              <a:rPr lang="zh-TW" altLang="zh-TW" dirty="0">
                <a:solidFill>
                  <a:srgbClr val="000000"/>
                </a:solidFill>
                <a:ea typeface="華康中圓體"/>
              </a:rPr>
              <a:t>  祂盡心啲指示，互我信靠祂，</a:t>
            </a:r>
          </a:p>
          <a:p>
            <a:r>
              <a:rPr lang="zh-TW" altLang="zh-TW" dirty="0">
                <a:solidFill>
                  <a:srgbClr val="000000"/>
                </a:solidFill>
                <a:ea typeface="華康中圓體"/>
              </a:rPr>
              <a:t>  </a:t>
            </a:r>
            <a:r>
              <a:rPr lang="zh-TW" altLang="zh-TW" dirty="0">
                <a:solidFill>
                  <a:srgbClr val="0000CC"/>
                </a:solidFill>
                <a:ea typeface="華康中圓體"/>
              </a:rPr>
              <a:t>主穩當欲引導，保護到一世。</a:t>
            </a: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94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40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364961547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20629</TotalTime>
  <Words>146</Words>
  <Application>Microsoft Macintosh PowerPoint</Application>
  <PresentationFormat>如螢幕大小 (4:3)</PresentationFormat>
  <Paragraphs>24</Paragraphs>
  <Slides>4</Slides>
  <Notes>4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5" baseType="lpstr">
      <vt:lpstr>Office 佈景主題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4693</cp:revision>
  <dcterms:created xsi:type="dcterms:W3CDTF">2009-02-27T08:32:01Z</dcterms:created>
  <dcterms:modified xsi:type="dcterms:W3CDTF">2015-06-26T15:44:04Z</dcterms:modified>
</cp:coreProperties>
</file>