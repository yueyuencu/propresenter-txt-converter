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310" r:id="rId2"/>
    <p:sldId id="5311" r:id="rId3"/>
    <p:sldId id="5312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00" y="-13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敬拜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耶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耶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有智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啊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慧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喔哪哎唷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分別善惡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裡來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有智慧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係唷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明是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唷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非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唷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有智慧</a:t>
            </a:r>
            <a:r>
              <a:rPr lang="zh-TW" altLang="en-US" sz="4400" b="1" dirty="0" smtClean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en-US" altLang="zh-TW" sz="4400" b="1" dirty="0" smtClean="0">
              <a:solidFill>
                <a:srgbClr val="2A0BE5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97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205287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敬拜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耶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耶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有智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啊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慧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喔哪哎唷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遠離罪惡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裡來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少是非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係唷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離罪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唷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惡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唷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有智慧</a:t>
            </a:r>
            <a:r>
              <a:rPr lang="zh-TW" altLang="en-US" sz="4400" b="1" dirty="0" smtClean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en-US" altLang="zh-TW" sz="4400" b="1" dirty="0" smtClean="0">
              <a:solidFill>
                <a:srgbClr val="2A0BE5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97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480595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雖然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哪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魔鬼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耶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來引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哪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誘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喔哪哎唷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， 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信心堅強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裡來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有智慧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係唷</a:t>
            </a:r>
            <a:r>
              <a:rPr lang="en-US" altLang="zh-TW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無動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哪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搖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哪</a:t>
            </a:r>
            <a:r>
              <a:rPr lang="en-US" altLang="zh-TW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4400" b="1" dirty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有智慧</a:t>
            </a:r>
            <a:r>
              <a:rPr lang="zh-TW" altLang="en-US" sz="4400" b="1" dirty="0" smtClean="0">
                <a:solidFill>
                  <a:srgbClr val="2A0BE5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en-US" altLang="zh-TW" sz="4400" b="1" dirty="0" smtClean="0">
              <a:solidFill>
                <a:srgbClr val="2A0BE5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97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101387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20653</TotalTime>
  <Words>160</Words>
  <Application>Microsoft Macintosh PowerPoint</Application>
  <PresentationFormat>如螢幕大小 (16:9)</PresentationFormat>
  <Paragraphs>21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4721</cp:revision>
  <dcterms:created xsi:type="dcterms:W3CDTF">2009-02-27T08:32:01Z</dcterms:created>
  <dcterms:modified xsi:type="dcterms:W3CDTF">2021-09-04T11:12:40Z</dcterms:modified>
</cp:coreProperties>
</file>