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5" r:id="rId2"/>
    <p:sldId id="5276" r:id="rId3"/>
    <p:sldId id="5277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904" y="-4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15/1/18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15/1/18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15/1/18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15/1/18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15/1/18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15/1/18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15/1/18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15/1/18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15/1/18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15/1/18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15/1/18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15/1/18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15/1/18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心和平上帝聖子，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阮就近得祢疼；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除去阮罪惡過犯，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及歹永隔斷。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 eaLnBrk="1" hangingPunct="1"/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326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1/3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4960531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一切罪性攏拍碎，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邪惡無閣展威；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為疼阮受死復活，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主求祢引導。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 eaLnBrk="1" hangingPunct="1"/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326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2/3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181623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人生路途雖烏暗，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通快樂到終站；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  心和平上帝聖子，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阮來得祢疼。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 eaLnBrk="1" hangingPunct="1"/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326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3/3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 pitchFamily="49" charset="-120"/>
                <a:ea typeface="華康中圓體" pitchFamily="49" charset="-120"/>
                <a:cs typeface="Heiti TC Light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0789075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20628</TotalTime>
  <Words>73</Words>
  <Application>Microsoft Macintosh PowerPoint</Application>
  <PresentationFormat>如螢幕大小 (4:3)</PresentationFormat>
  <Paragraphs>18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4692</cp:revision>
  <dcterms:created xsi:type="dcterms:W3CDTF">2009-02-27T08:32:01Z</dcterms:created>
  <dcterms:modified xsi:type="dcterms:W3CDTF">2015-01-17T16:52:34Z</dcterms:modified>
</cp:coreProperties>
</file>