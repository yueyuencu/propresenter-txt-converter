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"/>
  </p:notesMasterIdLst>
  <p:sldIdLst>
    <p:sldId id="26923" r:id="rId2"/>
    <p:sldId id="26924" r:id="rId3"/>
  </p:sldIdLst>
  <p:sldSz cx="9144000" cy="5143500" type="screen16x9"/>
  <p:notesSz cx="6858000" cy="9144000"/>
  <p:defaultTextStyle>
    <a:defPPr>
      <a:defRPr lang="zh-TW"/>
    </a:defPPr>
    <a:lvl1pPr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1pPr>
    <a:lvl2pPr marL="4572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2pPr>
    <a:lvl3pPr marL="9144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3pPr>
    <a:lvl4pPr marL="13716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4pPr>
    <a:lvl5pPr marL="1828800" algn="l" rtl="0" fontAlgn="base">
      <a:spcBef>
        <a:spcPct val="0"/>
      </a:spcBef>
      <a:spcAft>
        <a:spcPct val="0"/>
      </a:spcAft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5pPr>
    <a:lvl6pPr marL="22860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6pPr>
    <a:lvl7pPr marL="27432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7pPr>
    <a:lvl8pPr marL="32004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8pPr>
    <a:lvl9pPr marL="3657600" algn="l" defTabSz="914400" rtl="0" eaLnBrk="1" latinLnBrk="0" hangingPunct="1">
      <a:defRPr kumimoji="1" kern="1200">
        <a:solidFill>
          <a:schemeClr val="tx1"/>
        </a:solidFill>
        <a:latin typeface="Arial" charset="0"/>
        <a:ea typeface="新細明體" pitchFamily="18" charset="-120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CC"/>
    <a:srgbClr val="2A0BE5"/>
    <a:srgbClr val="E1F02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無樣式、無格線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BC89EF96-8CEA-46FF-86C4-4CE0E7609802}" styleName="淺色樣式 3 - 輔色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  <a:tblStyle styleId="{21E4AEA4-8DFA-4A89-87EB-49C32662AFE0}" styleName="中等深淺樣式 2 - 輔色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5940675A-B579-460E-94D1-54222C63F5DA}" styleName="無樣式、表格格線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796" autoAdjust="0"/>
    <p:restoredTop sz="92277" autoAdjust="0"/>
  </p:normalViewPr>
  <p:slideViewPr>
    <p:cSldViewPr>
      <p:cViewPr varScale="1">
        <p:scale>
          <a:sx n="161" d="100"/>
          <a:sy n="161" d="100"/>
        </p:scale>
        <p:origin x="832" y="184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0233FD01-ACF8-453F-B737-7E69A0F27419}" type="datetimeFigureOut">
              <a:rPr lang="zh-TW" altLang="en-US"/>
              <a:pPr>
                <a:defRPr/>
              </a:pPr>
              <a:t>2025/4/26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zh-TW" altLang="en-US" noProof="0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noProof="0"/>
              <a:t>按一下以編輯母片文字樣式</a:t>
            </a:r>
          </a:p>
          <a:p>
            <a:pPr lvl="1"/>
            <a:r>
              <a:rPr lang="zh-TW" altLang="en-US" noProof="0"/>
              <a:t>第二層</a:t>
            </a:r>
          </a:p>
          <a:p>
            <a:pPr lvl="2"/>
            <a:r>
              <a:rPr lang="zh-TW" altLang="en-US" noProof="0"/>
              <a:t>第三層</a:t>
            </a:r>
          </a:p>
          <a:p>
            <a:pPr lvl="3"/>
            <a:r>
              <a:rPr lang="zh-TW" altLang="en-US" noProof="0"/>
              <a:t>第四層</a:t>
            </a:r>
          </a:p>
          <a:p>
            <a:pPr lvl="4"/>
            <a:r>
              <a:rPr lang="zh-TW" altLang="en-US" noProof="0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latin typeface="+mn-lt"/>
                <a:ea typeface="+mn-ea"/>
              </a:defRPr>
            </a:lvl1pPr>
          </a:lstStyle>
          <a:p>
            <a:pPr>
              <a:defRPr/>
            </a:pPr>
            <a:fld id="{E6BF0377-E0CE-4715-B087-6F941D41B5A6}" type="slidenum">
              <a:rPr lang="zh-TW" altLang="en-US"/>
              <a:pPr>
                <a:defRPr/>
              </a:pPr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45169975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89917817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784F7D1-8F7B-7023-157A-43583FE9CB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322" name="投影片圖像版面配置區 1">
            <a:extLst>
              <a:ext uri="{FF2B5EF4-FFF2-40B4-BE49-F238E27FC236}">
                <a16:creationId xmlns:a16="http://schemas.microsoft.com/office/drawing/2014/main" id="{482EAD58-80EA-D5BA-D9BC-A2E29C7084A5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xfrm>
            <a:off x="381000" y="685800"/>
            <a:ext cx="6096000" cy="342900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6323" name="備忘稿版面配置區 2">
            <a:extLst>
              <a:ext uri="{FF2B5EF4-FFF2-40B4-BE49-F238E27FC236}">
                <a16:creationId xmlns:a16="http://schemas.microsoft.com/office/drawing/2014/main" id="{335FD847-2A05-9825-0C5B-5462B61F98F9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53A8F089-2317-DDBF-4BFC-2284AF7FE82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CA8482F0-FFB9-4C2D-B0E0-44107A6421FF}" type="slidenum">
              <a:rPr kumimoji="0" lang="zh-TW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/>
                <a:ea typeface="新細明體" panose="02020500000000000000" pitchFamily="18" charset="-120"/>
                <a:cs typeface="+mn-cs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2</a:t>
            </a:fld>
            <a:endParaRPr kumimoji="0" lang="zh-TW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/>
              <a:ea typeface="新細明體" panose="02020500000000000000" pitchFamily="18" charset="-120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58880623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685800" y="1597820"/>
            <a:ext cx="7772400" cy="1102519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18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3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56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594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13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32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/>
              <a:t>按一下以編輯母片副標題樣式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FFD6925-9F58-41AA-9AB6-ACD7B407D68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B442B62-15E4-4E1A-8035-07F52F965FE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245612334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E6AD438-11DF-4D67-8933-CA78395B3322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750D8BD-0419-4FA4-A9B7-15C2CFF7DDC7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4234491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區段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189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37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566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754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5943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132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32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509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6392F3-52D6-4DA7-8496-983FDDC54B0F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7D1D5EE-2836-4F29-9865-FDFB933EBCD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1424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163BCE6-DC44-4E8B-8030-9F5FD6B2C565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B4AF8B61-5203-46E7-BAA9-8D7839727F3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9290427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4645027" y="1151335"/>
            <a:ext cx="4041775" cy="47982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189" indent="0">
              <a:buNone/>
              <a:defRPr sz="2000" b="1"/>
            </a:lvl2pPr>
            <a:lvl3pPr marL="914378" indent="0">
              <a:buNone/>
              <a:defRPr sz="1800" b="1"/>
            </a:lvl3pPr>
            <a:lvl4pPr marL="1371566" indent="0">
              <a:buNone/>
              <a:defRPr sz="1600" b="1"/>
            </a:lvl4pPr>
            <a:lvl5pPr marL="1828754" indent="0">
              <a:buNone/>
              <a:defRPr sz="1600" b="1"/>
            </a:lvl5pPr>
            <a:lvl6pPr marL="2285943" indent="0">
              <a:buNone/>
              <a:defRPr sz="1600" b="1"/>
            </a:lvl6pPr>
            <a:lvl7pPr marL="2743132" indent="0">
              <a:buNone/>
              <a:defRPr sz="1600" b="1"/>
            </a:lvl7pPr>
            <a:lvl8pPr marL="3200320" indent="0">
              <a:buNone/>
              <a:defRPr sz="1600" b="1"/>
            </a:lvl8pPr>
            <a:lvl9pPr marL="3657509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4645027" y="1631156"/>
            <a:ext cx="4041775" cy="2963466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8B8463E-D43C-4444-8471-FD7402E587E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8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9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427EF84F-5ECE-40B6-ABEE-589D7F3C8D80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4569891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D92E5FE8-8589-40E4-B1F2-801D7017C5A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9C91898-1799-4A80-A7EE-4415C56E1531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58860238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00CD09C-FCD7-4B55-8F1B-0C81F448CDB8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3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4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0BB4B85-9F3E-402A-9A40-377DB8A36399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197896424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457202" y="204787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3575050" y="204789"/>
            <a:ext cx="5111750" cy="438983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457202" y="1076327"/>
            <a:ext cx="3008313" cy="351829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1FEEF5-C400-4201-AC96-68E8229BCB3D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A6C46252-F71E-4330-91D4-FF1D9478F752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55322304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1792288" y="3600451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189" indent="0">
              <a:buNone/>
              <a:defRPr sz="2800"/>
            </a:lvl2pPr>
            <a:lvl3pPr marL="914378" indent="0">
              <a:buNone/>
              <a:defRPr sz="2400"/>
            </a:lvl3pPr>
            <a:lvl4pPr marL="1371566" indent="0">
              <a:buNone/>
              <a:defRPr sz="2000"/>
            </a:lvl4pPr>
            <a:lvl5pPr marL="1828754" indent="0">
              <a:buNone/>
              <a:defRPr sz="2000"/>
            </a:lvl5pPr>
            <a:lvl6pPr marL="2285943" indent="0">
              <a:buNone/>
              <a:defRPr sz="2000"/>
            </a:lvl6pPr>
            <a:lvl7pPr marL="2743132" indent="0">
              <a:buNone/>
              <a:defRPr sz="2000"/>
            </a:lvl7pPr>
            <a:lvl8pPr marL="3200320" indent="0">
              <a:buNone/>
              <a:defRPr sz="2000"/>
            </a:lvl8pPr>
            <a:lvl9pPr marL="3657509" indent="0">
              <a:buNone/>
              <a:defRPr sz="2000"/>
            </a:lvl9pPr>
          </a:lstStyle>
          <a:p>
            <a:pPr lvl="0"/>
            <a:endParaRPr lang="zh-TW" altLang="en-US" noProof="0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1792288" y="4025504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189" indent="0">
              <a:buNone/>
              <a:defRPr sz="1200"/>
            </a:lvl2pPr>
            <a:lvl3pPr marL="914378" indent="0">
              <a:buNone/>
              <a:defRPr sz="1000"/>
            </a:lvl3pPr>
            <a:lvl4pPr marL="1371566" indent="0">
              <a:buNone/>
              <a:defRPr sz="900"/>
            </a:lvl4pPr>
            <a:lvl5pPr marL="1828754" indent="0">
              <a:buNone/>
              <a:defRPr sz="900"/>
            </a:lvl5pPr>
            <a:lvl6pPr marL="2285943" indent="0">
              <a:buNone/>
              <a:defRPr sz="900"/>
            </a:lvl6pPr>
            <a:lvl7pPr marL="2743132" indent="0">
              <a:buNone/>
              <a:defRPr sz="900"/>
            </a:lvl7pPr>
            <a:lvl8pPr marL="3200320" indent="0">
              <a:buNone/>
              <a:defRPr sz="900"/>
            </a:lvl8pPr>
            <a:lvl9pPr marL="3657509" indent="0">
              <a:buNone/>
              <a:defRPr sz="9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53B79C71-7450-4422-B54D-0B5A3B85E3DB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7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E3BFB73A-6D90-41B8-B637-B8ABE1B1F39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7032706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C29AB8A9-CBBB-4D32-ADB8-153F592BCAA6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6341BF05-86F7-4D23-8E93-D4FCBF25D228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60377924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6629400" y="205980"/>
            <a:ext cx="2057400" cy="4388644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457200" y="205980"/>
            <a:ext cx="6019800" cy="4388644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36D6492E-A820-4D39-8401-6D2579745560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pPr>
              <a:defRPr/>
            </a:pPr>
            <a:fld id="{8D2DBB9F-C35E-44E7-A430-034A38C2537B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72015334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 t="-17000" b="-17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標題版面配置區 1"/>
          <p:cNvSpPr>
            <a:spLocks noGrp="1"/>
          </p:cNvSpPr>
          <p:nvPr>
            <p:ph type="title"/>
          </p:nvPr>
        </p:nvSpPr>
        <p:spPr bwMode="auto">
          <a:xfrm>
            <a:off x="457200" y="205979"/>
            <a:ext cx="8229600" cy="857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按一下以編輯母片標題樣式</a:t>
            </a:r>
          </a:p>
        </p:txBody>
      </p:sp>
      <p:sp>
        <p:nvSpPr>
          <p:cNvPr id="1027" name="文字版面配置區 2"/>
          <p:cNvSpPr>
            <a:spLocks noGrp="1"/>
          </p:cNvSpPr>
          <p:nvPr>
            <p:ph type="body" idx="1"/>
          </p:nvPr>
        </p:nvSpPr>
        <p:spPr bwMode="auto">
          <a:xfrm>
            <a:off x="457200" y="1200151"/>
            <a:ext cx="8229600" cy="339447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457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F835F76A-5755-4E26-99A6-24091687E66C}" type="datetimeFigureOut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2025/4/26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3124200" y="4767264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6553200" y="4767264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 fontAlgn="auto">
              <a:spcBef>
                <a:spcPts val="0"/>
              </a:spcBef>
              <a:spcAft>
                <a:spcPts val="0"/>
              </a:spcAft>
              <a:defRPr kumimoji="0"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pPr>
              <a:defRPr/>
            </a:pPr>
            <a:fld id="{8AD06E77-596F-45FF-8BBB-2041D584E184}" type="slidenum">
              <a:rPr lang="zh-TW" altLang="en-US">
                <a:solidFill>
                  <a:prstClr val="black">
                    <a:tint val="75000"/>
                  </a:prstClr>
                </a:solidFill>
                <a:latin typeface="Calibri"/>
                <a:ea typeface="新細明體"/>
              </a:rPr>
              <a:pPr>
                <a:defRPr/>
              </a:pPr>
              <a:t>‹#›</a:t>
            </a:fld>
            <a:endParaRPr lang="zh-TW" altLang="en-US">
              <a:solidFill>
                <a:prstClr val="black">
                  <a:tint val="75000"/>
                </a:prstClr>
              </a:solidFill>
              <a:latin typeface="Calibri"/>
              <a:ea typeface="新細明體"/>
            </a:endParaRPr>
          </a:p>
        </p:txBody>
      </p:sp>
    </p:spTree>
    <p:extLst>
      <p:ext uri="{BB962C8B-B14F-4D97-AF65-F5344CB8AC3E}">
        <p14:creationId xmlns:p14="http://schemas.microsoft.com/office/powerpoint/2010/main" val="32623634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ctr" rtl="0" eaLnBrk="0" fontAlgn="base" hangingPunct="0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2pPr>
      <a:lvl3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3pPr>
      <a:lvl4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4pPr>
      <a:lvl5pPr algn="ctr" rtl="0" eaLnBrk="0" fontAlgn="base" hangingPunct="0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5pPr>
      <a:lvl6pPr marL="457189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6pPr>
      <a:lvl7pPr marL="914378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7pPr>
      <a:lvl8pPr marL="1371566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8pPr>
      <a:lvl9pPr marL="1828754" algn="ctr" rtl="0" fontAlgn="base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新細明體" pitchFamily="18" charset="-120"/>
        </a:defRPr>
      </a:lvl9pPr>
    </p:titleStyle>
    <p:bodyStyle>
      <a:lvl1pPr marL="342892" indent="-342892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31" indent="-285743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2972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160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348" indent="-228594" algn="l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537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726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8915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103" indent="-228594" algn="l" defTabSz="914378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18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378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566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754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5943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132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320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509" algn="l" defTabSz="914378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593558" y="339502"/>
            <a:ext cx="763284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593558" y="339502"/>
            <a:ext cx="7632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主上帝，早起時祢會聽我的聲</a:t>
            </a:r>
            <a:endParaRPr kumimoji="1" lang="zh-TW" altLang="en-US" sz="4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8" name="副標題 6">
            <a:extLst>
              <a:ext uri="{FF2B5EF4-FFF2-40B4-BE49-F238E27FC236}">
                <a16:creationId xmlns:a16="http://schemas.microsoft.com/office/drawing/2014/main" id="{D9B72953-4B93-F141-BA3A-A6F2AA97AC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757" y="1635646"/>
            <a:ext cx="9114119" cy="3136800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主上帝，早起時祢會聽我的聲，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早起時我欲對祢排列我的祈禱，</a:t>
            </a:r>
          </a:p>
          <a:p>
            <a:pPr>
              <a:spcBef>
                <a:spcPts val="1200"/>
              </a:spcBef>
            </a:pPr>
            <a:r>
              <a:rPr lang="zh-TW" altLang="en-US" sz="40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向望祢應我；</a:t>
            </a:r>
            <a:endParaRPr lang="en-US" altLang="zh-TW" sz="40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1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3598334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1FEFDC-5F89-8D27-3A7B-82CD64565C5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: 圓角 2">
            <a:extLst>
              <a:ext uri="{FF2B5EF4-FFF2-40B4-BE49-F238E27FC236}">
                <a16:creationId xmlns:a16="http://schemas.microsoft.com/office/drawing/2014/main" id="{E93DDA42-9E17-7355-054F-DD9358274E58}"/>
              </a:ext>
            </a:extLst>
          </p:cNvPr>
          <p:cNvSpPr/>
          <p:nvPr/>
        </p:nvSpPr>
        <p:spPr>
          <a:xfrm>
            <a:off x="593558" y="339502"/>
            <a:ext cx="7632848" cy="769441"/>
          </a:xfrm>
          <a:prstGeom prst="roundRect">
            <a:avLst/>
          </a:prstGeom>
          <a:solidFill>
            <a:srgbClr val="FBF4BD"/>
          </a:solidFill>
          <a:ln>
            <a:solidFill>
              <a:schemeClr val="bg2">
                <a:lumMod val="25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kumimoji="1" lang="zh-TW" alt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/>
              <a:ea typeface="新細明體"/>
              <a:cs typeface="+mn-cs"/>
            </a:endParaRPr>
          </a:p>
        </p:txBody>
      </p:sp>
      <p:sp>
        <p:nvSpPr>
          <p:cNvPr id="2" name="文字方塊 1">
            <a:extLst>
              <a:ext uri="{FF2B5EF4-FFF2-40B4-BE49-F238E27FC236}">
                <a16:creationId xmlns:a16="http://schemas.microsoft.com/office/drawing/2014/main" id="{5A4206E3-0A59-0E28-733B-0BDC53752147}"/>
              </a:ext>
            </a:extLst>
          </p:cNvPr>
          <p:cNvSpPr txBox="1"/>
          <p:nvPr/>
        </p:nvSpPr>
        <p:spPr>
          <a:xfrm>
            <a:off x="593558" y="339502"/>
            <a:ext cx="7632848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algn="ctr"/>
            <a:r>
              <a:rPr lang="zh-TW" altLang="en-US" sz="41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主上帝，早起時祢會聽我的聲</a:t>
            </a:r>
            <a:endParaRPr kumimoji="1" lang="zh-TW" altLang="en-US" sz="41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全宋體-2" pitchFamily="18" charset="-120"/>
              <a:ea typeface="全宋體-2" pitchFamily="18" charset="-120"/>
              <a:cs typeface="微軟正黑體"/>
            </a:endParaRPr>
          </a:p>
        </p:txBody>
      </p:sp>
      <p:sp>
        <p:nvSpPr>
          <p:cNvPr id="9" name="副標題 6">
            <a:extLst>
              <a:ext uri="{FF2B5EF4-FFF2-40B4-BE49-F238E27FC236}">
                <a16:creationId xmlns:a16="http://schemas.microsoft.com/office/drawing/2014/main" id="{397FF67C-FCF5-264A-B951-F63F35EA0FC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1347614"/>
            <a:ext cx="9114119" cy="3672408"/>
          </a:xfrm>
        </p:spPr>
        <p:txBody>
          <a:bodyPr/>
          <a:lstStyle/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chemeClr val="tx1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我欲入祢的聖殿，數念祢極大的仁慈； </a:t>
            </a:r>
            <a:endParaRPr lang="en-US" altLang="zh-TW" sz="3800" b="1" dirty="0">
              <a:solidFill>
                <a:schemeClr val="tx1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我心敬虔，心敬虔，</a:t>
            </a:r>
            <a:endParaRPr lang="en-US" altLang="zh-TW" sz="3800" b="1" dirty="0">
              <a:solidFill>
                <a:srgbClr val="0000CC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我欲佇祢的聖殿敬拜祢，</a:t>
            </a:r>
            <a:endParaRPr lang="en-US" altLang="zh-TW" sz="3800" b="1" dirty="0">
              <a:solidFill>
                <a:srgbClr val="000000"/>
              </a:solidFill>
              <a:latin typeface="全宋體-2" pitchFamily="18" charset="-120"/>
              <a:ea typeface="全宋體-2" pitchFamily="18" charset="-120"/>
              <a:cs typeface="微軟正黑體"/>
            </a:endParaRPr>
          </a:p>
          <a:p>
            <a:pPr>
              <a:spcBef>
                <a:spcPts val="1200"/>
              </a:spcBef>
            </a:pPr>
            <a:r>
              <a:rPr lang="zh-TW" altLang="en-US" sz="3800" b="1" dirty="0">
                <a:solidFill>
                  <a:srgbClr val="0000CC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我欲佇祢的聖殿敬拜祢。</a:t>
            </a:r>
          </a:p>
          <a:p>
            <a:pPr algn="r">
              <a:spcBef>
                <a:spcPts val="1200"/>
              </a:spcBef>
            </a:pP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新聖詩</a:t>
            </a:r>
            <a:r>
              <a:rPr lang="zh-TW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4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05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首（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en-US" altLang="ja-JP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/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2</a:t>
            </a:r>
            <a:r>
              <a:rPr lang="ja-JP" altLang="en-US" sz="3000" u="sng" dirty="0">
                <a:solidFill>
                  <a:srgbClr val="000000"/>
                </a:solidFill>
                <a:latin typeface="全宋體-2" pitchFamily="18" charset="-120"/>
                <a:ea typeface="微軟正黑體"/>
                <a:cs typeface="微軟正黑體"/>
              </a:rPr>
              <a:t>）</a:t>
            </a:r>
            <a:r>
              <a:rPr lang="zh-TW" altLang="en-US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舊</a:t>
            </a:r>
            <a:r>
              <a:rPr lang="zh-TW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36</a:t>
            </a:r>
            <a:r>
              <a:rPr lang="en-US" altLang="zh-TW" sz="3000" u="sng" dirty="0">
                <a:solidFill>
                  <a:srgbClr val="000000"/>
                </a:solidFill>
                <a:latin typeface="全宋體-2" pitchFamily="18" charset="-120"/>
                <a:ea typeface="全宋體-2" pitchFamily="18" charset="-120"/>
                <a:cs typeface="微軟正黑體"/>
              </a:rPr>
              <a:t>3</a:t>
            </a:r>
            <a:endParaRPr lang="ja-JP" altLang="en-US" sz="3000" u="sng" dirty="0">
              <a:solidFill>
                <a:srgbClr val="000000"/>
              </a:solidFill>
              <a:latin typeface="全宋體-2" pitchFamily="18" charset="-120"/>
              <a:ea typeface="微軟正黑體"/>
              <a:cs typeface="微軟正黑體"/>
            </a:endParaRPr>
          </a:p>
        </p:txBody>
      </p:sp>
    </p:spTree>
    <p:extLst>
      <p:ext uri="{BB962C8B-B14F-4D97-AF65-F5344CB8AC3E}">
        <p14:creationId xmlns:p14="http://schemas.microsoft.com/office/powerpoint/2010/main" val="2407514770"/>
      </p:ext>
    </p:extLst>
  </p:cSld>
  <p:clrMapOvr>
    <a:masterClrMapping/>
  </p:clrMapOvr>
</p:sld>
</file>

<file path=ppt/theme/theme1.xml><?xml version="1.0" encoding="utf-8"?>
<a:theme xmlns:a="http://schemas.openxmlformats.org/drawingml/2006/main" name="6_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20647</TotalTime>
  <Words>117</Words>
  <Application>Microsoft Macintosh PowerPoint</Application>
  <PresentationFormat>如螢幕大小 (16:9)</PresentationFormat>
  <Paragraphs>13</Paragraphs>
  <Slides>2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全宋體-2</vt:lpstr>
      <vt:lpstr>微軟正黑體</vt:lpstr>
      <vt:lpstr>新細明體</vt:lpstr>
      <vt:lpstr>Arial</vt:lpstr>
      <vt:lpstr>Calibri</vt:lpstr>
      <vt:lpstr>6_Office 佈景主題</vt:lpstr>
      <vt:lpstr>PowerPoint 簡報</vt:lpstr>
      <vt:lpstr>PowerPoint 簡報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投影片 1</dc:title>
  <dc:creator>Church</dc:creator>
  <cp:lastModifiedBy>Microsoft Office User</cp:lastModifiedBy>
  <cp:revision>4699</cp:revision>
  <dcterms:created xsi:type="dcterms:W3CDTF">2009-02-27T08:32:01Z</dcterms:created>
  <dcterms:modified xsi:type="dcterms:W3CDTF">2025-04-26T01:08:03Z</dcterms:modified>
</cp:coreProperties>
</file>