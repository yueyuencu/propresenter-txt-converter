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sldIdLst>
    <p:sldId id="25718" r:id="rId2"/>
    <p:sldId id="25719" r:id="rId3"/>
    <p:sldId id="25720" r:id="rId4"/>
    <p:sldId id="25721" r:id="rId5"/>
    <p:sldId id="25722" r:id="rId6"/>
    <p:sldId id="25723" r:id="rId7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908" autoAdjust="0"/>
    <p:restoredTop sz="92247" autoAdjust="0"/>
  </p:normalViewPr>
  <p:slideViewPr>
    <p:cSldViewPr>
      <p:cViewPr varScale="1">
        <p:scale>
          <a:sx n="120" d="100"/>
          <a:sy n="120" d="100"/>
        </p:scale>
        <p:origin x="448" y="176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2024/8/9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157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649451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115274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698721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08299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56570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2024/8/9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6342052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2024/8/9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6635761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2024/8/9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8831317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2024/8/9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42590369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7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7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2024/8/9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3366196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2024/8/9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4848595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2024/8/9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1888919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2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2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2024/8/9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42342404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2024/8/9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41679052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2024/8/9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6580904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2024/8/9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3367018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2024/8/9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1045877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189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378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566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75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892" indent="-342892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1" indent="-28574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副標題 6">
            <a:extLst>
              <a:ext uri="{FF2B5EF4-FFF2-40B4-BE49-F238E27FC236}">
                <a16:creationId xmlns:a16="http://schemas.microsoft.com/office/drawing/2014/main" id="{BF8C2E4E-2EEF-FB41-8B84-B0D4AC02F4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347614"/>
            <a:ext cx="9180512" cy="3653515"/>
          </a:xfrm>
        </p:spPr>
        <p:txBody>
          <a:bodyPr/>
          <a:lstStyle/>
          <a:p>
            <a:r>
              <a:rPr lang="zh-TW" altLang="en-US" sz="36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啥人出世無有父母？</a:t>
            </a:r>
            <a:endParaRPr lang="en-US" altLang="zh-TW" sz="3600" b="1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36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父母兩全主恩賜；</a:t>
            </a:r>
          </a:p>
          <a:p>
            <a:r>
              <a:rPr lang="zh-TW" altLang="en-US" sz="36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數念父母苦心教養，</a:t>
            </a:r>
            <a:endParaRPr lang="en-US" altLang="zh-TW" sz="3600" b="1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36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豈通辜負來放縱？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452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1/6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）舊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220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547664" y="475961"/>
            <a:ext cx="5544616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547664" y="454079"/>
            <a:ext cx="554461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latin typeface="全宋體-2" pitchFamily="18" charset="-120"/>
                <a:ea typeface="全宋體-2" pitchFamily="18" charset="-120"/>
                <a:cs typeface="微軟正黑體"/>
              </a:rPr>
              <a:t>啥人出世無有父母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971600" y="1351773"/>
            <a:ext cx="14401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1-1.</a:t>
            </a:r>
            <a:endParaRPr kumimoji="1" lang="zh-TW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0888302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副標題 6">
            <a:extLst>
              <a:ext uri="{FF2B5EF4-FFF2-40B4-BE49-F238E27FC236}">
                <a16:creationId xmlns:a16="http://schemas.microsoft.com/office/drawing/2014/main" id="{BF8C2E4E-2EEF-FB41-8B84-B0D4AC02F4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347614"/>
            <a:ext cx="9180512" cy="3653515"/>
          </a:xfrm>
        </p:spPr>
        <p:txBody>
          <a:bodyPr/>
          <a:lstStyle/>
          <a:p>
            <a:r>
              <a:rPr lang="zh-TW" altLang="en-US" sz="36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父母生咱，著孝敬，</a:t>
            </a:r>
            <a:endParaRPr lang="en-US" altLang="zh-TW" sz="3600" b="1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36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上帝誡命著遵行：</a:t>
            </a:r>
            <a:endParaRPr lang="en-US" altLang="zh-TW" sz="36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36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有孝父母遵誡命，</a:t>
            </a:r>
            <a:endParaRPr lang="en-US" altLang="zh-TW" sz="3600" b="1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36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快樂天倫過一生。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452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2/6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）舊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220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547664" y="475961"/>
            <a:ext cx="5544616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547664" y="454079"/>
            <a:ext cx="554461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latin typeface="全宋體-2" pitchFamily="18" charset="-120"/>
                <a:ea typeface="全宋體-2" pitchFamily="18" charset="-120"/>
                <a:cs typeface="微軟正黑體"/>
              </a:rPr>
              <a:t>啥人出世無有父母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971600" y="1351773"/>
            <a:ext cx="14401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1-2.</a:t>
            </a:r>
            <a:endParaRPr kumimoji="1" lang="zh-TW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2F86B037-0E0F-8C44-AF57-98C0AD0473F6}"/>
              </a:ext>
            </a:extLst>
          </p:cNvPr>
          <p:cNvSpPr txBox="1"/>
          <p:nvPr/>
        </p:nvSpPr>
        <p:spPr>
          <a:xfrm>
            <a:off x="935596" y="1936548"/>
            <a:ext cx="15121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【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複歌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】</a:t>
            </a:r>
            <a:endParaRPr kumimoji="1" lang="zh-TW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5572562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副標題 6">
            <a:extLst>
              <a:ext uri="{FF2B5EF4-FFF2-40B4-BE49-F238E27FC236}">
                <a16:creationId xmlns:a16="http://schemas.microsoft.com/office/drawing/2014/main" id="{BF8C2E4E-2EEF-FB41-8B84-B0D4AC02F4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347614"/>
            <a:ext cx="9180512" cy="3653515"/>
          </a:xfrm>
        </p:spPr>
        <p:txBody>
          <a:bodyPr/>
          <a:lstStyle/>
          <a:p>
            <a:r>
              <a:rPr lang="zh-TW" altLang="en-US" sz="36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設使父母未信福音，</a:t>
            </a:r>
            <a:endParaRPr lang="en-US" altLang="zh-TW" sz="3600" b="1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36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咱著誠心盡責任，</a:t>
            </a:r>
          </a:p>
          <a:p>
            <a:r>
              <a:rPr lang="zh-TW" altLang="en-US" sz="36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懇求聖神感動引導，</a:t>
            </a:r>
            <a:endParaRPr lang="en-US" altLang="zh-TW" sz="3600" b="1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36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全家服事主無息。 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452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3/6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）舊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220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547664" y="475961"/>
            <a:ext cx="5544616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547664" y="454079"/>
            <a:ext cx="554461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latin typeface="全宋體-2" pitchFamily="18" charset="-120"/>
                <a:ea typeface="全宋體-2" pitchFamily="18" charset="-120"/>
                <a:cs typeface="微軟正黑體"/>
              </a:rPr>
              <a:t>啥人出世無有父母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971600" y="1351773"/>
            <a:ext cx="14401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2-1.</a:t>
            </a:r>
            <a:endParaRPr kumimoji="1" lang="zh-TW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1062116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副標題 6">
            <a:extLst>
              <a:ext uri="{FF2B5EF4-FFF2-40B4-BE49-F238E27FC236}">
                <a16:creationId xmlns:a16="http://schemas.microsoft.com/office/drawing/2014/main" id="{BF8C2E4E-2EEF-FB41-8B84-B0D4AC02F4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347614"/>
            <a:ext cx="9180512" cy="3653515"/>
          </a:xfrm>
        </p:spPr>
        <p:txBody>
          <a:bodyPr/>
          <a:lstStyle/>
          <a:p>
            <a:r>
              <a:rPr lang="zh-TW" altLang="en-US" sz="36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父母生咱，著孝敬，</a:t>
            </a:r>
            <a:endParaRPr lang="en-US" altLang="zh-TW" sz="3600" b="1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36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上帝誡命著遵行：</a:t>
            </a:r>
            <a:endParaRPr lang="en-US" altLang="zh-TW" sz="36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36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有孝父母遵誡命，</a:t>
            </a:r>
            <a:endParaRPr lang="en-US" altLang="zh-TW" sz="3600" b="1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36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快樂天倫過一生。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452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4/6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）舊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220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547664" y="475961"/>
            <a:ext cx="5544616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547664" y="454079"/>
            <a:ext cx="554461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latin typeface="全宋體-2" pitchFamily="18" charset="-120"/>
                <a:ea typeface="全宋體-2" pitchFamily="18" charset="-120"/>
                <a:cs typeface="微軟正黑體"/>
              </a:rPr>
              <a:t>啥人出世無有父母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971600" y="1351773"/>
            <a:ext cx="14401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2-2.</a:t>
            </a:r>
            <a:endParaRPr kumimoji="1" lang="zh-TW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2F86B037-0E0F-8C44-AF57-98C0AD0473F6}"/>
              </a:ext>
            </a:extLst>
          </p:cNvPr>
          <p:cNvSpPr txBox="1"/>
          <p:nvPr/>
        </p:nvSpPr>
        <p:spPr>
          <a:xfrm>
            <a:off x="935596" y="1936548"/>
            <a:ext cx="15121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【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複歌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】</a:t>
            </a:r>
            <a:endParaRPr kumimoji="1" lang="zh-TW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1183877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副標題 6">
            <a:extLst>
              <a:ext uri="{FF2B5EF4-FFF2-40B4-BE49-F238E27FC236}">
                <a16:creationId xmlns:a16="http://schemas.microsoft.com/office/drawing/2014/main" id="{BF8C2E4E-2EEF-FB41-8B84-B0D4AC02F4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347614"/>
            <a:ext cx="9180512" cy="3653515"/>
          </a:xfrm>
        </p:spPr>
        <p:txBody>
          <a:bodyPr/>
          <a:lstStyle/>
          <a:p>
            <a:r>
              <a:rPr lang="zh-TW" altLang="en-US" sz="36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若有父母已經別世，</a:t>
            </a:r>
            <a:endParaRPr lang="en-US" altLang="zh-TW" sz="3600" b="1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36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繼承遺訓教序細：</a:t>
            </a:r>
          </a:p>
          <a:p>
            <a:r>
              <a:rPr lang="zh-TW" altLang="en-US" sz="36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盡心盡意敬拜上帝，</a:t>
            </a:r>
            <a:endParaRPr lang="en-US" altLang="zh-TW" sz="3600" b="1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36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來日相見天祖家。 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452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5/6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）舊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220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547664" y="475961"/>
            <a:ext cx="5544616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547664" y="454079"/>
            <a:ext cx="554461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latin typeface="全宋體-2" pitchFamily="18" charset="-120"/>
                <a:ea typeface="全宋體-2" pitchFamily="18" charset="-120"/>
                <a:cs typeface="微軟正黑體"/>
              </a:rPr>
              <a:t>啥人出世無有父母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971600" y="1351773"/>
            <a:ext cx="14401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3-1.</a:t>
            </a:r>
            <a:endParaRPr kumimoji="1" lang="zh-TW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0498495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副標題 6">
            <a:extLst>
              <a:ext uri="{FF2B5EF4-FFF2-40B4-BE49-F238E27FC236}">
                <a16:creationId xmlns:a16="http://schemas.microsoft.com/office/drawing/2014/main" id="{BF8C2E4E-2EEF-FB41-8B84-B0D4AC02F4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347614"/>
            <a:ext cx="9180512" cy="3653515"/>
          </a:xfrm>
        </p:spPr>
        <p:txBody>
          <a:bodyPr/>
          <a:lstStyle/>
          <a:p>
            <a:r>
              <a:rPr lang="zh-TW" altLang="en-US" sz="36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父母生咱，著孝敬，</a:t>
            </a:r>
            <a:endParaRPr lang="en-US" altLang="zh-TW" sz="3600" b="1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36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上帝誡命著遵行：</a:t>
            </a:r>
            <a:endParaRPr lang="en-US" altLang="zh-TW" sz="36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36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有孝父母遵誡命，</a:t>
            </a:r>
            <a:endParaRPr lang="en-US" altLang="zh-TW" sz="3600" b="1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36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快樂天倫過一生。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452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6/6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）舊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220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547664" y="475961"/>
            <a:ext cx="5544616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547664" y="454079"/>
            <a:ext cx="554461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latin typeface="全宋體-2" pitchFamily="18" charset="-120"/>
                <a:ea typeface="全宋體-2" pitchFamily="18" charset="-120"/>
                <a:cs typeface="微軟正黑體"/>
              </a:rPr>
              <a:t>啥人出世無有父母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971600" y="1351773"/>
            <a:ext cx="14401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3-2.</a:t>
            </a:r>
            <a:endParaRPr kumimoji="1" lang="zh-TW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2F86B037-0E0F-8C44-AF57-98C0AD0473F6}"/>
              </a:ext>
            </a:extLst>
          </p:cNvPr>
          <p:cNvSpPr txBox="1"/>
          <p:nvPr/>
        </p:nvSpPr>
        <p:spPr>
          <a:xfrm>
            <a:off x="935596" y="1936548"/>
            <a:ext cx="15121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【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複歌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】</a:t>
            </a:r>
            <a:endParaRPr kumimoji="1" lang="zh-TW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268889005"/>
      </p:ext>
    </p:extLst>
  </p:cSld>
  <p:clrMapOvr>
    <a:masterClrMapping/>
  </p:clrMapOvr>
</p:sld>
</file>

<file path=ppt/theme/theme1.xml><?xml version="1.0" encoding="utf-8"?>
<a:theme xmlns:a="http://schemas.openxmlformats.org/drawingml/2006/main" name="6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20647</TotalTime>
  <Words>264</Words>
  <Application>Microsoft Macintosh PowerPoint</Application>
  <PresentationFormat>如螢幕大小 (16:9)</PresentationFormat>
  <Paragraphs>51</Paragraphs>
  <Slides>6</Slides>
  <Notes>6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12" baseType="lpstr">
      <vt:lpstr>全宋體-2</vt:lpstr>
      <vt:lpstr>微軟正黑體</vt:lpstr>
      <vt:lpstr>新細明體</vt:lpstr>
      <vt:lpstr>Arial</vt:lpstr>
      <vt:lpstr>Calibri</vt:lpstr>
      <vt:lpstr>6_Office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4703</cp:revision>
  <dcterms:created xsi:type="dcterms:W3CDTF">2009-02-27T08:32:01Z</dcterms:created>
  <dcterms:modified xsi:type="dcterms:W3CDTF">2024-08-09T15:29:35Z</dcterms:modified>
</cp:coreProperties>
</file>