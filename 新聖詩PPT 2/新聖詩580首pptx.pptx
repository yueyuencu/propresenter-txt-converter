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6581" r:id="rId2"/>
    <p:sldId id="26582" r:id="rId3"/>
    <p:sldId id="26583" r:id="rId4"/>
    <p:sldId id="26584" r:id="rId5"/>
    <p:sldId id="26585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9683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805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131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6563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8414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67044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36807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51058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9467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35047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12642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93834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22379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5546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62882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91564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2025/1/27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5144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755576" y="339502"/>
            <a:ext cx="799288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755576" y="339502"/>
            <a:ext cx="79928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我心大歡喜，我的嘴著吟詩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9EA6C0C-6EAE-9D4D-8976-29875E0FC830}"/>
              </a:ext>
            </a:extLst>
          </p:cNvPr>
          <p:cNvSpPr txBox="1"/>
          <p:nvPr/>
        </p:nvSpPr>
        <p:spPr>
          <a:xfrm>
            <a:off x="467544" y="1275606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3F3688CD-4F93-1A4E-8381-933FF208AF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53515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我心大歡喜，我的嘴著吟詩，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感謝主上帝大仁義；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佇日時謳咾，佇暝時我感謝，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按呢服事也無夠額。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80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82245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755576" y="339502"/>
            <a:ext cx="799288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755576" y="339502"/>
            <a:ext cx="79928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我心大歡喜，我的嘴著吟詩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9EA6C0C-6EAE-9D4D-8976-29875E0FC830}"/>
              </a:ext>
            </a:extLst>
          </p:cNvPr>
          <p:cNvSpPr txBox="1"/>
          <p:nvPr/>
        </p:nvSpPr>
        <p:spPr>
          <a:xfrm>
            <a:off x="467544" y="1275606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49DE113A-CFE9-C347-A106-384A21595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725523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我心所敬疼我至好的牧者，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羊群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祢遐攏無驚；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青翠的草埔，祢歡喜導阮去， 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互阮通及祢同歡喜。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80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53265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755576" y="339502"/>
            <a:ext cx="799288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755576" y="339502"/>
            <a:ext cx="79928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我心大歡喜，我的嘴著吟詩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9EA6C0C-6EAE-9D4D-8976-29875E0FC830}"/>
              </a:ext>
            </a:extLst>
          </p:cNvPr>
          <p:cNvSpPr txBox="1"/>
          <p:nvPr/>
        </p:nvSpPr>
        <p:spPr>
          <a:xfrm>
            <a:off x="467544" y="1275606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CB37D327-EA96-6548-9D7C-055FD0CC19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725523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曠野大沙埔，我有時行迷路，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彼時我心神真艱苦；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雖然對敵來，敢看輕，閣恥笑， 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猶久主互我通求叫。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80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483671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755576" y="339502"/>
            <a:ext cx="799288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755576" y="339502"/>
            <a:ext cx="79928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我心大歡喜，我的嘴著吟詩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9EA6C0C-6EAE-9D4D-8976-29875E0FC830}"/>
              </a:ext>
            </a:extLst>
          </p:cNvPr>
          <p:cNvSpPr txBox="1"/>
          <p:nvPr/>
        </p:nvSpPr>
        <p:spPr>
          <a:xfrm>
            <a:off x="467544" y="1275606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66530FCD-6F0A-7D46-96F1-DD6E40638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6593" y="1275606"/>
            <a:ext cx="9114119" cy="3725523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萬民著親近我的主，我人君，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聲音真好聽，面溫純；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天使及世人同歡喜出大聲， 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謳咾我的主聖尊名。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80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986421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755576" y="339502"/>
            <a:ext cx="799288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755576" y="339502"/>
            <a:ext cx="79928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我心大歡喜，我的嘴著吟詩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9EA6C0C-6EAE-9D4D-8976-29875E0FC830}"/>
              </a:ext>
            </a:extLst>
          </p:cNvPr>
          <p:cNvSpPr txBox="1"/>
          <p:nvPr/>
        </p:nvSpPr>
        <p:spPr>
          <a:xfrm>
            <a:off x="467544" y="1275606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3163923A-A79E-534F-B691-ED0C261A7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53515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我心所欣慕大仁愛主耶穌，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祢疼我，替我開活路；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真理及活命，只有祢會賞賜， 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我歡喜感謝祢久久。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80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675905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20642</TotalTime>
  <Words>299</Words>
  <Application>Microsoft Macintosh PowerPoint</Application>
  <PresentationFormat>如螢幕大小 (16:9)</PresentationFormat>
  <Paragraphs>40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4700</cp:revision>
  <dcterms:created xsi:type="dcterms:W3CDTF">2009-02-27T08:32:01Z</dcterms:created>
  <dcterms:modified xsi:type="dcterms:W3CDTF">2025-01-27T11:51:52Z</dcterms:modified>
</cp:coreProperties>
</file>