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736" y="-4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15/10/5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超過阮的想像 言語所會講明，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祢神祕的臨在，阮確信真實恬靜：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各各他受舉起，擔當軟弱過犯，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主啊，何等奇妙！在隱密中叫阮。</a:t>
            </a:r>
          </a:p>
          <a:p>
            <a:pPr algn="r"/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369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866804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阮無人會堪得 領受聖體寶血，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相及坐桌飲食，享受祢所賜禮物；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死亡當斷絕 祢至聖的臨在，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祢應允阮永活；阮著歡喜服事。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369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9191841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阮的心受舉起，超越阮的領域，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  餅及杯來養飼，互阮合一得能力。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明白祢大仁愛，何等甜蜜滿足！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  阮感謝主宴席，心靈交陪快樂。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369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32610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阮欲受差四散，離開受恩聖殿，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  分享阮所體驗 祢的平安及恩典。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一生成做祭壇 發出聖神光明，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圓體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點尋祢的人 心靈的光燈。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詩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369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766255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20630</TotalTime>
  <Words>154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2015-10-05T13:04:57Z</dcterms:modified>
</cp:coreProperties>
</file>