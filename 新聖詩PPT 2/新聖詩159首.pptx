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6708" r:id="rId2"/>
    <p:sldId id="26709" r:id="rId3"/>
    <p:sldId id="26710" r:id="rId4"/>
    <p:sldId id="26711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2025/3/8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9040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7103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4698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4251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42984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23951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6366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9061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912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45132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22293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17116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62193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08040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57851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97497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899592" y="339502"/>
            <a:ext cx="720080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899592" y="339501"/>
            <a:ext cx="7200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</a:t>
            </a:r>
            <a:r>
              <a:rPr lang="en-US" altLang="zh-TW" sz="4400" b="1" dirty="0">
                <a:latin typeface="全宋體-2" pitchFamily="18" charset="-120"/>
                <a:ea typeface="全宋體-2" pitchFamily="18" charset="-120"/>
              </a:rPr>
              <a:t>𫢶</a:t>
            </a: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我心內，無驚惶自在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11560" y="1341391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7690FE40-C1E3-7C4F-B983-63F51CBF7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1391"/>
            <a:ext cx="9174088" cy="367863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</a:t>
            </a:r>
            <a:r>
              <a:rPr lang="en-US" altLang="zh-TW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</a:rPr>
              <a:t>𫢶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我心內，無驚惶自在，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此世間只有祢是我所愛；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暝日我心神數念祢無停，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祢做我光燈，互我有光明。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59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27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720691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899592" y="339502"/>
            <a:ext cx="720080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899592" y="339501"/>
            <a:ext cx="7200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</a:t>
            </a:r>
            <a:r>
              <a:rPr lang="en-US" altLang="zh-TW" sz="4400" b="1" dirty="0">
                <a:latin typeface="全宋體-2" pitchFamily="18" charset="-120"/>
                <a:ea typeface="全宋體-2" pitchFamily="18" charset="-120"/>
              </a:rPr>
              <a:t>𫢶</a:t>
            </a: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我心內，無驚惶自在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11560" y="1341391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CB73F6DF-C53E-E947-BDA1-AA50773EC5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1391"/>
            <a:ext cx="9174088" cy="324036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主做我智慧，互我通倚靠，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逐時刻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佇祢，受祢照顧；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祢作我天父，我作祢的子，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祢及我結連，我及祢同行。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59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27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442282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899592" y="339502"/>
            <a:ext cx="720080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899592" y="339501"/>
            <a:ext cx="7200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</a:t>
            </a:r>
            <a:r>
              <a:rPr lang="en-US" altLang="zh-TW" sz="4400" b="1" dirty="0">
                <a:latin typeface="全宋體-2" pitchFamily="18" charset="-120"/>
                <a:ea typeface="全宋體-2" pitchFamily="18" charset="-120"/>
              </a:rPr>
              <a:t>𫢶</a:t>
            </a: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我心內，無驚惶自在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11560" y="1341391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8A4CB5DC-EDE1-8741-8F69-3619307760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1391"/>
            <a:ext cx="9174088" cy="324036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世間無一項比祢卡寶貝，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因為祢屬佇我，永遠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𣍐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廢；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祢是我一切，我欲信靠祢，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天頂的君王，世間無通比。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59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27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408621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899592" y="339502"/>
            <a:ext cx="720080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899592" y="339501"/>
            <a:ext cx="7200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</a:t>
            </a:r>
            <a:r>
              <a:rPr lang="en-US" altLang="zh-TW" sz="4400" b="1" dirty="0">
                <a:latin typeface="全宋體-2" pitchFamily="18" charset="-120"/>
                <a:ea typeface="全宋體-2" pitchFamily="18" charset="-120"/>
              </a:rPr>
              <a:t>𫢶</a:t>
            </a: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我心內，無驚惶自在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11560" y="1341391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2B84540B-DCEA-E545-91A7-CE69536C6F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3983" y="1341391"/>
            <a:ext cx="9174088" cy="324036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天頂的君王，互我會得勝，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願祢導我到天，永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天庭；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或是有艱難，抑是大變遷，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我決斷隨主，永遠無厭倦。阿們。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59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27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645630253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20637</TotalTime>
  <Words>257</Words>
  <Application>Microsoft Macintosh PowerPoint</Application>
  <PresentationFormat>如螢幕大小 (16:9)</PresentationFormat>
  <Paragraphs>32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4700</cp:revision>
  <dcterms:created xsi:type="dcterms:W3CDTF">2009-02-27T08:32:01Z</dcterms:created>
  <dcterms:modified xsi:type="dcterms:W3CDTF">2025-03-08T01:57:44Z</dcterms:modified>
</cp:coreProperties>
</file>