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365" r:id="rId2"/>
    <p:sldId id="26366" r:id="rId3"/>
    <p:sldId id="26367" r:id="rId4"/>
    <p:sldId id="2636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436" autoAdjust="0"/>
    <p:restoredTop sz="92258" autoAdjust="0"/>
  </p:normalViewPr>
  <p:slideViewPr>
    <p:cSldViewPr>
      <p:cViewPr varScale="1">
        <p:scale>
          <a:sx n="131" d="100"/>
          <a:sy n="131" d="100"/>
        </p:scale>
        <p:origin x="69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742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2596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3171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400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4120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4871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4394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86169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766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131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15125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127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766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55522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3978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2024/12/28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41961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上帝的子兒和睦徛起是何等的幸福：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親像油斟佇頭殼，流落亞倫的嘴鬚。</a:t>
            </a: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41044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2948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6B8E344-5600-8F49-BF5B-8999CCF302D7}"/>
              </a:ext>
            </a:extLst>
          </p:cNvPr>
          <p:cNvSpPr txBox="1"/>
          <p:nvPr/>
        </p:nvSpPr>
        <p:spPr>
          <a:xfrm>
            <a:off x="0" y="3435846"/>
            <a:ext cx="9721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4F539F7-7564-3441-A9B3-DFD6D6E2B53E}"/>
              </a:ext>
            </a:extLst>
          </p:cNvPr>
          <p:cNvSpPr txBox="1"/>
          <p:nvPr/>
        </p:nvSpPr>
        <p:spPr>
          <a:xfrm>
            <a:off x="179512" y="1298359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286472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上帝的子兒和睦徛起是何等的幸福：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親像黑門的露水落佇錫安的山嶺。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41044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2948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B487FA-B2A7-914A-8D89-539A2D9E054B}"/>
              </a:ext>
            </a:extLst>
          </p:cNvPr>
          <p:cNvSpPr txBox="1"/>
          <p:nvPr/>
        </p:nvSpPr>
        <p:spPr>
          <a:xfrm>
            <a:off x="0" y="3435846"/>
            <a:ext cx="9721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547E319-BEB5-4D44-A20D-85CFB154AD88}"/>
              </a:ext>
            </a:extLst>
          </p:cNvPr>
          <p:cNvSpPr txBox="1"/>
          <p:nvPr/>
        </p:nvSpPr>
        <p:spPr>
          <a:xfrm>
            <a:off x="179512" y="1298359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2182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827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上帝的子兒和睦徛起是何等的幸福：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因為主上帝定著賜福，得永遠活命。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41044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2948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B487FA-B2A7-914A-8D89-539A2D9E054B}"/>
              </a:ext>
            </a:extLst>
          </p:cNvPr>
          <p:cNvSpPr txBox="1"/>
          <p:nvPr/>
        </p:nvSpPr>
        <p:spPr>
          <a:xfrm>
            <a:off x="0" y="3435846"/>
            <a:ext cx="9721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2B5EA7-7042-8849-875B-4535BEDB0792}"/>
              </a:ext>
            </a:extLst>
          </p:cNvPr>
          <p:cNvSpPr txBox="1"/>
          <p:nvPr/>
        </p:nvSpPr>
        <p:spPr>
          <a:xfrm>
            <a:off x="179512" y="1298359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05162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98747D4C-11B6-DE49-8A6E-0EFCDAC07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852357"/>
            <a:ext cx="9144000" cy="223224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何等的幸福，何等快樂！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526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112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267744" y="339502"/>
            <a:ext cx="4104456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267744" y="332948"/>
            <a:ext cx="40324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何等的幸福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12B5EA7-7042-8849-875B-4535BEDB0792}"/>
              </a:ext>
            </a:extLst>
          </p:cNvPr>
          <p:cNvSpPr txBox="1"/>
          <p:nvPr/>
        </p:nvSpPr>
        <p:spPr>
          <a:xfrm>
            <a:off x="179512" y="1298359"/>
            <a:ext cx="19442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000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16983135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20660</TotalTime>
  <Words>201</Words>
  <Application>Microsoft Macintosh PowerPoint</Application>
  <PresentationFormat>如螢幕大小 (16:9)</PresentationFormat>
  <Paragraphs>33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2024-12-28T00:19:25Z</dcterms:modified>
</cp:coreProperties>
</file>