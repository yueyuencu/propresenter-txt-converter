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84" r:id="rId2"/>
    <p:sldId id="5285" r:id="rId3"/>
    <p:sldId id="5286" r:id="rId4"/>
    <p:sldId id="5287" r:id="rId5"/>
    <p:sldId id="5288" r:id="rId6"/>
    <p:sldId id="5289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808" y="-9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447" y="915566"/>
            <a:ext cx="9114119" cy="401191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基督復活！唱和散那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！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慶祝這偉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大日子！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基督復活！一切受造恬靜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卬愕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、大希奇。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060156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447" y="915566"/>
            <a:ext cx="9114119" cy="401191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請看曠野沙漠中間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一欉大樹湠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開闊；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醫治樹葉豐盛恩典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奧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妙疼痛享無息。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6863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447" y="915566"/>
            <a:ext cx="9114119" cy="401191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基督復活！今著奮志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對絕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望深坑閣起；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清早行佇喜樂中間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能力大無比。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2-1.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568136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447" y="915566"/>
            <a:ext cx="9114119" cy="401191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捧杯慶賀主有復活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無做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奴僕，做朋友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4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耶穌做咱有力同伴，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歡喜和平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永享受。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2-2.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428806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447" y="915566"/>
            <a:ext cx="9114119" cy="401191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基督復活！天頂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地下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及前永</a:t>
            </a:r>
            <a:r>
              <a:rPr lang="zh-TW" altLang="zh-TW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相同；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基督新造活命擘開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分互受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苦世間人。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3-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801495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447" y="915566"/>
            <a:ext cx="9114119" cy="401191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今對撒但勇敢宣告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：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退去！主已經復活！」</a:t>
            </a:r>
          </a:p>
          <a:p>
            <a:pPr>
              <a:spcBef>
                <a:spcPts val="12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永活上帝及咱同在</a:t>
            </a:r>
            <a:r>
              <a:rPr lang="zh-TW" altLang="en-US" sz="44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萬族齊唱和散那</a:t>
            </a: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8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3-2.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011772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213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2022-04-16T12:46:39Z</dcterms:modified>
</cp:coreProperties>
</file>