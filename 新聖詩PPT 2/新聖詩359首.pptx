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4891" r:id="rId2"/>
    <p:sldId id="24892" r:id="rId3"/>
    <p:sldId id="24893" r:id="rId4"/>
    <p:sldId id="24894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2025/3/15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42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5793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8173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03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75660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2305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16271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08919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32560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28998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17957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86657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2700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1020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80121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2025/3/15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85952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939901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在早上帝默示聖經，</a:t>
            </a:r>
            <a:endParaRPr lang="en-US" altLang="zh-TW" sz="41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欲設恩典法度；</a:t>
            </a:r>
            <a:endParaRPr lang="en-US" altLang="zh-TW" sz="41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到時就差聖子降生，</a:t>
            </a:r>
            <a:endParaRPr lang="en-US" altLang="zh-TW" sz="41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用死來開活路。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359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221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385900" y="1264427"/>
            <a:ext cx="900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在早上帝默示聖經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854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939901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主近臨終設立晚餐，</a:t>
            </a:r>
            <a:endParaRPr lang="en-US" altLang="zh-TW" sz="41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成做救贖印記；</a:t>
            </a:r>
            <a:endParaRPr lang="en-US" altLang="zh-TW" sz="41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互咱數念贖罪苦難，</a:t>
            </a:r>
            <a:endParaRPr lang="en-US" altLang="zh-TW" sz="41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也望天堂福氣。 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359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221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385900" y="1264427"/>
            <a:ext cx="900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在早上帝默示聖經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FEE03B-D0D2-BE49-B1DF-F10337691253}"/>
              </a:ext>
            </a:extLst>
          </p:cNvPr>
          <p:cNvSpPr/>
          <p:nvPr/>
        </p:nvSpPr>
        <p:spPr>
          <a:xfrm>
            <a:off x="2286000" y="1971586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01477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939901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照主命令，咱坐宴席，</a:t>
            </a:r>
            <a:endParaRPr lang="en-US" altLang="zh-TW" sz="41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擘餅、捧杯祝謝；</a:t>
            </a:r>
            <a:endParaRPr lang="en-US" altLang="zh-TW" sz="41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大家及主交陪飲食，</a:t>
            </a:r>
            <a:endParaRPr lang="en-US" altLang="zh-TW" sz="41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親像佇天頂徛。 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359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221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385900" y="1264427"/>
            <a:ext cx="900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在早上帝默示聖經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FEE03B-D0D2-BE49-B1DF-F10337691253}"/>
              </a:ext>
            </a:extLst>
          </p:cNvPr>
          <p:cNvSpPr/>
          <p:nvPr/>
        </p:nvSpPr>
        <p:spPr>
          <a:xfrm>
            <a:off x="2286000" y="1971586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66808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939901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咱𫢶世間雖然有罪，</a:t>
            </a:r>
            <a:endParaRPr lang="en-US" altLang="zh-TW" sz="41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及主相通有福；</a:t>
            </a:r>
            <a:endParaRPr lang="en-US" altLang="zh-TW" sz="41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總是不比及主聚會</a:t>
            </a:r>
            <a:endParaRPr lang="en-US" altLang="zh-TW" sz="41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佇天至聖的國。</a:t>
            </a:r>
            <a:r>
              <a:rPr lang="zh-TW" altLang="en-US" sz="41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359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221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385900" y="1264427"/>
            <a:ext cx="900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在早上帝默示聖經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FEE03B-D0D2-BE49-B1DF-F10337691253}"/>
              </a:ext>
            </a:extLst>
          </p:cNvPr>
          <p:cNvSpPr/>
          <p:nvPr/>
        </p:nvSpPr>
        <p:spPr>
          <a:xfrm>
            <a:off x="2286000" y="1971586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FB6756-4464-3842-96FE-35CFF766F210}"/>
              </a:ext>
            </a:extLst>
          </p:cNvPr>
          <p:cNvSpPr/>
          <p:nvPr/>
        </p:nvSpPr>
        <p:spPr>
          <a:xfrm>
            <a:off x="2286000" y="1971586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1390982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20679</TotalTime>
  <Words>177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4713</cp:revision>
  <dcterms:created xsi:type="dcterms:W3CDTF">2009-02-27T08:32:01Z</dcterms:created>
  <dcterms:modified xsi:type="dcterms:W3CDTF">2025-03-15T07:17:04Z</dcterms:modified>
</cp:coreProperties>
</file>