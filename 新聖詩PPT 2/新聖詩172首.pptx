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64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16/5/14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14119" cy="4320480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懇求聖神對天降臨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用天的火照光阮心；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祢對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天頂臨到地面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恩賜滿滿欲互萬民。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尾句</a:t>
            </a:r>
            <a:r>
              <a:rPr lang="en-US" altLang="zh-TW" dirty="0">
                <a:solidFill>
                  <a:schemeClr val="tx1"/>
                </a:solidFill>
                <a:ea typeface="華康中圓體"/>
              </a:rPr>
              <a:t>】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阮欲謳咾祢永無替，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父、子、聖神，三位一體。阿們。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969419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14119" cy="424847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祢所互阮屬靈恩賜，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仁愛、活命、安慰攏有；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阮的心目霧霧無明，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祢賜光明互阮精英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dirty="0">
                <a:solidFill>
                  <a:schemeClr val="tx1"/>
                </a:solidFill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尾句</a:t>
            </a:r>
            <a:r>
              <a:rPr lang="en-US" altLang="zh-TW" dirty="0">
                <a:solidFill>
                  <a:schemeClr val="tx1"/>
                </a:solidFill>
                <a:ea typeface="華康中圓體"/>
              </a:rPr>
              <a:t>】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阮欲謳咾祢永無替，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父、子、聖神，三位一體。阿們。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0996643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14119" cy="4464496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懇求聖神賜阮恩惠，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為主做工攏免吐氣；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家內大細同心和平，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一切歹代求祢洗清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dirty="0">
                <a:solidFill>
                  <a:schemeClr val="tx1"/>
                </a:solidFill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尾句</a:t>
            </a:r>
            <a:r>
              <a:rPr lang="en-US" altLang="zh-TW" dirty="0">
                <a:solidFill>
                  <a:schemeClr val="tx1"/>
                </a:solidFill>
                <a:ea typeface="華康中圓體"/>
              </a:rPr>
              <a:t>】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阮欲謳咾祢永無替，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父、子、聖神，三位一體。阿們。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158133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14119" cy="4176464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教阮知識聖父上帝，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聖子、聖神本是一個；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阮愛用這做詩來吟，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永遠出對眾人的心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dirty="0">
                <a:solidFill>
                  <a:schemeClr val="tx1"/>
                </a:solidFill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尾句</a:t>
            </a:r>
            <a:r>
              <a:rPr lang="en-US" altLang="zh-TW" dirty="0">
                <a:solidFill>
                  <a:schemeClr val="tx1"/>
                </a:solidFill>
                <a:ea typeface="華康中圓體"/>
              </a:rPr>
              <a:t>】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阮欲謳咾祢永無替，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父、子、聖神，三位一體。阿們。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413602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205</Words>
  <Application>Microsoft Macintosh PowerPoint</Application>
  <PresentationFormat>如螢幕大小 (4:3)</PresentationFormat>
  <Paragraphs>32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2016-05-14T15:37:45Z</dcterms:modified>
</cp:coreProperties>
</file>