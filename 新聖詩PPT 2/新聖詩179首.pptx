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338" r:id="rId2"/>
    <p:sldId id="26339" r:id="rId3"/>
    <p:sldId id="26340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6645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401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44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65889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4950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8854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4041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64781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444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4873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31861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75691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0008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59043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09614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榮光歸佇聖父上帝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60775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CC3DD39-A291-044E-B565-72B8C49D3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68661"/>
            <a:ext cx="9144000" cy="352839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榮光歸佇聖父上帝，榮光歸聖子上帝，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榮光歸佇聖神上帝，榮光歸三位一體，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榮光，榮光，榮光上帝，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榮光主到萬萬世。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27395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榮光歸佇聖父上帝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60775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81C201F-4319-5645-822C-A96D5C77E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68661"/>
            <a:ext cx="9144000" cy="352839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榮光歸佇疼咱的主，洗咱罪過無瑕疵，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榮光歸佇贖咱的主，及主作王萬年久，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榮光，榮光，榮光上帝，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榮光主替咱獻祭。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058049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榮光歸佇聖父上帝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60775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290060D-0E53-DD44-87EB-07DE76D90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68661"/>
            <a:ext cx="9144000" cy="352839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榮光謳咾到萬萬年，眾天使作樂吟詩，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國權榮光無盡無窮，謳咾充滿宇宙中，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榮光，榮光，榮光上帝，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萬王的王到萬世。阿們。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63742202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20642</TotalTime>
  <Words>170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4696</cp:revision>
  <dcterms:created xsi:type="dcterms:W3CDTF">2009-02-27T08:32:01Z</dcterms:created>
  <dcterms:modified xsi:type="dcterms:W3CDTF">2024-11-29T16:31:56Z</dcterms:modified>
</cp:coreProperties>
</file>