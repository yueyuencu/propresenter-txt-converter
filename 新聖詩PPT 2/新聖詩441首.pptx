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18" r:id="rId2"/>
    <p:sldId id="25719" r:id="rId3"/>
    <p:sldId id="25720" r:id="rId4"/>
    <p:sldId id="2572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10" autoAdjust="0"/>
    <p:restoredTop sz="92197" autoAdjust="0"/>
  </p:normalViewPr>
  <p:slideViewPr>
    <p:cSldViewPr>
      <p:cViewPr varScale="1">
        <p:scale>
          <a:sx n="108" d="100"/>
          <a:sy n="108" d="100"/>
        </p:scale>
        <p:origin x="1280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5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437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880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302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3420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6357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313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903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61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485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8889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424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6790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809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670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0458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6512" y="1554162"/>
            <a:ext cx="9180512" cy="3384376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上帝聖神引導保護，鴿仔火焰開活路，</a:t>
            </a:r>
            <a:endParaRPr lang="en-US" altLang="zh-TW" sz="37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活命根源先知呼聲，祝福記號就是疼：</a:t>
            </a:r>
            <a:endParaRPr lang="en-US" altLang="zh-TW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賞賜能力引導人類，所賜恩典愈加添，</a:t>
            </a:r>
            <a:endParaRPr lang="en-US" altLang="zh-TW" sz="37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勇敢前進親像使徒，聖會逐所在堅固。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209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上帝聖神引導保護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40957" y="931132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8883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6512" y="1554162"/>
            <a:ext cx="9180512" cy="3384376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救主基督君王牧者、道成肉體獻性命，</a:t>
            </a:r>
            <a:endParaRPr lang="en-US" altLang="zh-TW" sz="37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做咱老師醫生奴僕，罪人朋友除驕傲：</a:t>
            </a:r>
            <a:endParaRPr lang="en-US" altLang="zh-TW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願主祢來殷勤培養，活出良牧好模樣，</a:t>
            </a:r>
            <a:endParaRPr lang="en-US" altLang="zh-TW" sz="37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勇氣疼痛熱情，對祈禱言行顯明。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209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上帝聖神引導保護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40957" y="931132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5042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6512" y="1554162"/>
            <a:ext cx="9180512" cy="3384376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創造主宰活命賞賜，真理超越人心思，</a:t>
            </a:r>
            <a:endParaRPr lang="en-US" altLang="zh-TW" sz="37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智慧泉源滿有憐憫，賞賜赦免恩情深：</a:t>
            </a:r>
            <a:endParaRPr lang="en-US" altLang="zh-TW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知阮氣力軟弱心性，做祢差用常警醒，</a:t>
            </a:r>
            <a:endParaRPr lang="en-US" altLang="zh-TW" sz="37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顧守教會堅定穩固，失錯中求主導路。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209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上帝聖神引導保護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40957" y="931132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79563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6512" y="1554162"/>
            <a:ext cx="9180512" cy="3384376"/>
          </a:xfrm>
        </p:spPr>
        <p:txBody>
          <a:bodyPr/>
          <a:lstStyle/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三位一體上帝奧祕，神性多樣無分離，</a:t>
            </a: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用人智慧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𬿪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得深透，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𨃟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過教會眾信條：</a:t>
            </a:r>
          </a:p>
          <a:p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助阮受召無分身分，上主真像報人知，</a:t>
            </a:r>
          </a:p>
          <a:p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聖工使命相及完成，榮顯主名盡一生。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209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上帝聖神引導保護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40957" y="931132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760600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20651</TotalTime>
  <Words>261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2024-08-17T00:53:51Z</dcterms:modified>
</cp:coreProperties>
</file>