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96" r:id="rId2"/>
    <p:sldId id="5297" r:id="rId3"/>
    <p:sldId id="5298" r:id="rId4"/>
    <p:sldId id="5299" r:id="rId5"/>
    <p:sldId id="5300" r:id="rId6"/>
    <p:sldId id="5301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84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22/1/29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22/1/29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22/1/29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22/1/29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22/1/29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22/1/29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22/1/29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4227934"/>
          </a:xfrm>
        </p:spPr>
        <p:txBody>
          <a:bodyPr/>
          <a:lstStyle/>
          <a:p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上帝創造天及地，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生成萬物逐項會；</a:t>
            </a:r>
          </a:p>
          <a:p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功勞極大又極闊，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一世稱呼永無息。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418746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4227934"/>
          </a:xfrm>
        </p:spPr>
        <p:txBody>
          <a:bodyPr/>
          <a:lstStyle/>
          <a:p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日頭出現光滿天，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日落月出照暗暝</a:t>
            </a: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4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日月星辰攏顯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明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上帝主宰大權能。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028193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4227934"/>
          </a:xfrm>
        </p:spPr>
        <p:txBody>
          <a:bodyPr/>
          <a:lstStyle/>
          <a:p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土地所生的五穀，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花園青翠的樹木，</a:t>
            </a:r>
          </a:p>
          <a:p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水內所有的魚鼈，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攏是上帝做的物。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848369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4227934"/>
          </a:xfrm>
        </p:spPr>
        <p:txBody>
          <a:bodyPr/>
          <a:lstStyle/>
          <a:p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天中所飛的鳥隻，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</a:t>
            </a: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</a:t>
            </a:r>
            <a:r>
              <a:rPr lang="zh-TW" altLang="zh-TW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食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夠額，</a:t>
            </a:r>
          </a:p>
          <a:p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以及至細的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蟲</a:t>
            </a:r>
            <a:r>
              <a:rPr lang="zh-TW" altLang="zh-TW" sz="44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𧒴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zh-TW" altLang="en-US" sz="44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無出上帝心以外。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930815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4227934"/>
          </a:xfrm>
        </p:spPr>
        <p:txBody>
          <a:bodyPr/>
          <a:lstStyle/>
          <a:p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上帝照顧世間人，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不論本國抑外邦；</a:t>
            </a:r>
          </a:p>
          <a:p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互阮逐日的米糧，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兼有厝宅及衣裳。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857882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4227934"/>
          </a:xfrm>
        </p:spPr>
        <p:txBody>
          <a:bodyPr/>
          <a:lstStyle/>
          <a:p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上帝恩典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講</a:t>
            </a:r>
            <a:r>
              <a:rPr lang="zh-TW" altLang="zh-TW" sz="44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差遣耶穌救萬民；</a:t>
            </a:r>
          </a:p>
          <a:p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大家著用真實心，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給祂感謝，詩來吟。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006186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20634</TotalTime>
  <Words>183</Words>
  <Application>Microsoft Macintosh PowerPoint</Application>
  <PresentationFormat>如螢幕大小 (16:9)</PresentationFormat>
  <Paragraphs>42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4704</cp:revision>
  <dcterms:created xsi:type="dcterms:W3CDTF">2009-02-27T08:32:01Z</dcterms:created>
  <dcterms:modified xsi:type="dcterms:W3CDTF">2022-01-29T11:34:08Z</dcterms:modified>
</cp:coreProperties>
</file>