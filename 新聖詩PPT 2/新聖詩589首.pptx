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4" r:id="rId2"/>
    <p:sldId id="5275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48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親愛主，牽我手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，引導我得徛在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我厭倦，真軟弱，常失敗；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經風湧過暗暝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，導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我行入光明，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親愛主，牽我手到天庭。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73584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我路途真悽凊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，主近倚來作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伴，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我人生的路程啲欲息；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求祢聽我求叫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，扶我手免跋倒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親愛主，牽我手到天庭。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7297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76</Words>
  <Application>Microsoft Macintosh PowerPoint</Application>
  <PresentationFormat>如螢幕大小 (4:3)</PresentationFormat>
  <Paragraphs>12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2016-04-02T16:19:51Z</dcterms:modified>
</cp:coreProperties>
</file>