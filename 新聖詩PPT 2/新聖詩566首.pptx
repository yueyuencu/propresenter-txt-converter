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44" y="-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15/9/4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04864"/>
            <a:ext cx="9114119" cy="4176464"/>
          </a:xfrm>
        </p:spPr>
        <p:txBody>
          <a:bodyPr/>
          <a:lstStyle/>
          <a:p>
            <a:r>
              <a:rPr lang="en-US" altLang="zh-TW" sz="31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100" dirty="0">
                <a:solidFill>
                  <a:srgbClr val="000000"/>
                </a:solidFill>
                <a:latin typeface="華康中圓體"/>
                <a:ea typeface="華康中圓體"/>
              </a:rPr>
              <a:t>出日落雨是主所定</a:t>
            </a:r>
            <a:r>
              <a:rPr lang="zh-TW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en-US" altLang="zh-TW" sz="31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zh-TW" sz="31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兩項攏</a:t>
            </a:r>
            <a:r>
              <a:rPr lang="zh-TW" altLang="zh-TW" sz="3100" dirty="0">
                <a:solidFill>
                  <a:srgbClr val="0000CC"/>
                </a:solidFill>
                <a:latin typeface="華康中圓體"/>
                <a:ea typeface="華康中圓體"/>
              </a:rPr>
              <a:t>是花木欠用，</a:t>
            </a:r>
          </a:p>
          <a:p>
            <a:r>
              <a:rPr lang="zh-TW" altLang="zh-TW" sz="3100" dirty="0">
                <a:solidFill>
                  <a:srgbClr val="000000"/>
                </a:solidFill>
                <a:latin typeface="華康中圓體"/>
                <a:ea typeface="華康中圓體"/>
              </a:rPr>
              <a:t>憂悶、歡喜攏有利益</a:t>
            </a:r>
            <a:r>
              <a:rPr lang="zh-TW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en-US" altLang="zh-TW" sz="31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zh-TW" sz="31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養飼靈</a:t>
            </a:r>
            <a:r>
              <a:rPr lang="zh-TW" altLang="zh-TW" sz="3100" dirty="0">
                <a:solidFill>
                  <a:srgbClr val="0000CC"/>
                </a:solidFill>
                <a:latin typeface="華康中圓體"/>
                <a:ea typeface="華康中圓體"/>
              </a:rPr>
              <a:t>魂，堅固信德；</a:t>
            </a:r>
          </a:p>
          <a:p>
            <a:r>
              <a:rPr lang="zh-TW" altLang="zh-TW" sz="3100" dirty="0">
                <a:solidFill>
                  <a:srgbClr val="000000"/>
                </a:solidFill>
                <a:latin typeface="華康中圓體"/>
                <a:ea typeface="華康中圓體"/>
              </a:rPr>
              <a:t>人生禍福變化無定</a:t>
            </a:r>
            <a:r>
              <a:rPr lang="zh-TW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</a:t>
            </a:r>
            <a:endParaRPr lang="en-US" altLang="zh-TW" sz="31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r>
              <a:rPr lang="zh-TW" altLang="zh-TW" sz="31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天</a:t>
            </a:r>
            <a:r>
              <a:rPr lang="zh-TW" altLang="zh-TW" sz="3100" dirty="0">
                <a:solidFill>
                  <a:srgbClr val="0000CC"/>
                </a:solidFill>
                <a:latin typeface="華康中圓體"/>
                <a:ea typeface="華康中圓體"/>
              </a:rPr>
              <a:t>父，願祢旨意得成</a:t>
            </a:r>
            <a:r>
              <a:rPr lang="zh-TW" altLang="zh-TW" sz="3100" dirty="0" smtClean="0">
                <a:solidFill>
                  <a:srgbClr val="0000CC"/>
                </a:solidFill>
                <a:latin typeface="華康中圓體"/>
                <a:ea typeface="華康中圓體"/>
              </a:rPr>
              <a:t>。</a:t>
            </a:r>
            <a:endParaRPr lang="zh-TW" altLang="zh-TW" sz="3100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66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endParaRPr lang="zh-TW" altLang="en-US" sz="31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523870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04864"/>
            <a:ext cx="9114119" cy="4392488"/>
          </a:xfrm>
        </p:spPr>
        <p:txBody>
          <a:bodyPr/>
          <a:lstStyle/>
          <a:p>
            <a:r>
              <a:rPr lang="zh-TW" altLang="zh-TW" sz="3100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有孝的</a:t>
            </a:r>
            <a:r>
              <a:rPr lang="zh-TW" altLang="zh-TW" sz="3100" dirty="0" smtClean="0">
                <a:solidFill>
                  <a:srgbClr val="000000"/>
                </a:solidFill>
                <a:ea typeface="華康中圓體"/>
              </a:rPr>
              <a:t>子</a:t>
            </a:r>
            <a:r>
              <a:rPr lang="en-US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sz="3100" dirty="0" smtClean="0">
                <a:solidFill>
                  <a:srgbClr val="000000"/>
                </a:solidFill>
                <a:ea typeface="華康中圓體"/>
              </a:rPr>
              <a:t>通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變面，</a:t>
            </a:r>
          </a:p>
          <a:p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受氣來嫌所疼父親；</a:t>
            </a:r>
          </a:p>
          <a:p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天父，互我敬畏的心，</a:t>
            </a:r>
          </a:p>
          <a:p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疼祢、敬祢、信祢愈深；</a:t>
            </a:r>
          </a:p>
          <a:p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將來景況雖然無定，</a:t>
            </a:r>
          </a:p>
          <a:p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天父，願祢旨意得成</a:t>
            </a:r>
            <a:r>
              <a:rPr lang="zh-TW" altLang="zh-TW" sz="31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zh-TW" sz="3100" dirty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66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endParaRPr lang="zh-TW" altLang="en-US" sz="31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03829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04864"/>
            <a:ext cx="9114119" cy="4392488"/>
          </a:xfrm>
        </p:spPr>
        <p:txBody>
          <a:bodyPr/>
          <a:lstStyle/>
          <a:p>
            <a:r>
              <a:rPr lang="zh-TW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性命我知是祢所賜，</a:t>
            </a:r>
          </a:p>
          <a:p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  不論好歹，無嫌境遇， </a:t>
            </a:r>
          </a:p>
          <a:p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  死的蔭影遮我的時，</a:t>
            </a:r>
          </a:p>
          <a:p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  堅固向望，我心無疑； </a:t>
            </a:r>
          </a:p>
          <a:p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  或活、或死，助我免驚，</a:t>
            </a:r>
          </a:p>
          <a:p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  天父，願祢旨意得成。</a:t>
            </a:r>
          </a:p>
          <a:p>
            <a:pPr algn="r"/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66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12</a:t>
            </a:r>
            <a:endParaRPr lang="zh-TW" altLang="en-US" sz="31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096950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147</Words>
  <Application>Microsoft Macintosh PowerPoint</Application>
  <PresentationFormat>如螢幕大小 (4:3)</PresentationFormat>
  <Paragraphs>24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2015-09-04T08:26:24Z</dcterms:modified>
</cp:coreProperties>
</file>