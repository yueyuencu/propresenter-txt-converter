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80" r:id="rId2"/>
    <p:sldId id="5281" r:id="rId3"/>
    <p:sldId id="5282" r:id="rId4"/>
    <p:sldId id="5283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328" y="-120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21/12/18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21/12/18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21/12/18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21/12/18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21/12/18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21/12/18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21/12/18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21/12/18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21/12/18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21/12/18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21/12/18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21/12/18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21/12/18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7" y="1419622"/>
            <a:ext cx="9114119" cy="309634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普天同慶主臨世界，全地迎接君王，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大家為主備辦所在，宇宙萬有尊崇，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宇宙萬有尊崇，宇宙，宇宙萬有尊崇。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94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83521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8297993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7" y="1419622"/>
            <a:ext cx="9114119" cy="309634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全地歡喜救主掌權，世人攏著唱歌，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田野江河山嶺平原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，歡喜的聲無息，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歡喜的聲無息，歡喜，歡喜的聲無息。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94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83521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6391282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7" y="1419622"/>
            <a:ext cx="9114119" cy="309634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罪惡、悲傷無閣生湠，莿帕一切斬斷，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我主臨到福氣充滿，心田無閣拋荒，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心田無閣拋荒，心田，心田無閣拋荒。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94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83521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4033624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7" y="1419622"/>
            <a:ext cx="9114119" cy="3096344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救主管理、教示萬類，用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道用恩用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義， 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公義、和平充滿逐位，仁愛極其齊備，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仁愛極其齊備，仁愛，仁愛極其齊備。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94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83521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2347776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20630</TotalTime>
  <Words>164</Words>
  <Application>Microsoft Macintosh PowerPoint</Application>
  <PresentationFormat>如螢幕大小 (16:9)</PresentationFormat>
  <Paragraphs>24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4693</cp:revision>
  <dcterms:created xsi:type="dcterms:W3CDTF">2009-02-27T08:32:01Z</dcterms:created>
  <dcterms:modified xsi:type="dcterms:W3CDTF">2021-12-18T09:34:13Z</dcterms:modified>
</cp:coreProperties>
</file>