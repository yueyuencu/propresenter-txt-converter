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7" r:id="rId2"/>
    <p:sldId id="5278" r:id="rId3"/>
    <p:sldId id="5279" r:id="rId4"/>
    <p:sldId id="5280" r:id="rId5"/>
    <p:sldId id="5281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2048" y="-9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17/10/22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34239" y="2564904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謳咾、榮光、尊貴以及權勢，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智慧、權能流傳直到萬世；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一切榮耀歸佇得勝的主，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天國寶座、冕旒是祂所有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！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4086105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34239" y="2564904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主耶穌受舉起佇天高高，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坐佇寶座榮顯直到永遠；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救主現在戴天國的冕旒，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及祂聖子民用新歌來唱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2461294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34239" y="2564904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天頂齊出聲報揚主的名，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地上啲傳報聖主大的疼； 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河川及海洋，平地及山頂，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萬有攏謳咾救主大權能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8262594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34239" y="2564904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地面快樂透上天到萬世，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天父的疼痛日日降落地；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感謝及榮光，謳咾及尊貴，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咱應該同心謳咾主恩惠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1451222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34239" y="2564904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5.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咱穿白衫，咱手攑棕樹枝，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謳咾羊羔，將榮光歸佇祂；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甘願受害死為咱受埋葬，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今復活上天作萬王的王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2990795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176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4696</cp:revision>
  <dcterms:created xsi:type="dcterms:W3CDTF">2009-02-27T08:32:01Z</dcterms:created>
  <dcterms:modified xsi:type="dcterms:W3CDTF">2017-10-21T16:24:37Z</dcterms:modified>
</cp:coreProperties>
</file>