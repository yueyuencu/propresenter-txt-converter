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5296" r:id="rId2"/>
    <p:sldId id="5297" r:id="rId3"/>
    <p:sldId id="5298" r:id="rId4"/>
    <p:sldId id="5299" r:id="rId5"/>
    <p:sldId id="5304" r:id="rId6"/>
    <p:sldId id="5301" r:id="rId7"/>
    <p:sldId id="5302" r:id="rId8"/>
    <p:sldId id="5303" r:id="rId9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816" y="-102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printerSettings" Target="printerSettings/printerSettings1.bin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23/10/28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8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23/10/28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23/10/28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23/10/28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23/10/28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23/10/28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23/10/28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23/10/28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23/10/28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23/10/28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23/10/28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23/10/28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23/10/28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1059582"/>
            <a:ext cx="9114119" cy="388843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耶穌召我來行天路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導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我向前日日進步，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世間無論危險艱苦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救主耶穌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時刻保護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  <a:endParaRPr lang="zh-TW" altLang="en-US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6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71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267494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0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1-1.</a:t>
            </a:r>
            <a:endParaRPr kumimoji="1" lang="zh-TW" altLang="en-US" sz="4000" b="1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17607434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1059582"/>
            <a:ext cx="9114119" cy="388843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我的救主耶穌基督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全能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聖手時刻保護，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我愛盡心做祢學生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祢大施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恩親手保護。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71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2" name="文字方塊 1"/>
          <p:cNvSpPr txBox="1"/>
          <p:nvPr/>
        </p:nvSpPr>
        <p:spPr>
          <a:xfrm>
            <a:off x="6767736" y="267494"/>
            <a:ext cx="237626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38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kumimoji="1" lang="zh-TW" altLang="en-US" sz="38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kumimoji="1" lang="en-US" altLang="zh-TW" sz="38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kumimoji="1" lang="zh-TW" altLang="en-US" sz="3800" b="1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395536" y="267494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0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1-2.</a:t>
            </a:r>
            <a:endParaRPr kumimoji="1" lang="zh-TW" altLang="en-US" sz="4000" b="1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38452762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1059582"/>
            <a:ext cx="9114119" cy="388843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無論抵著煩惱艱苦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抑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是得行平坦路途，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無論海面抑是山頂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逐時逐位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主永保護。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71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395536" y="267494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latin typeface="微軟正黑體"/>
                <a:ea typeface="微軟正黑體"/>
                <a:cs typeface="微軟正黑體"/>
              </a:rPr>
              <a:t>  </a:t>
            </a:r>
            <a:r>
              <a:rPr lang="zh-TW" altLang="zh-TW" sz="4000" b="1" dirty="0"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40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-1.</a:t>
            </a:r>
            <a:endParaRPr kumimoji="1" lang="zh-TW" altLang="en-US" sz="4000" b="1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06485533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1059582"/>
            <a:ext cx="9114119" cy="388843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我的救主耶穌基督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全能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聖手時刻保護，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我愛盡心做祢學生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祢大施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恩親手保護。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71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2" name="文字方塊 1"/>
          <p:cNvSpPr txBox="1"/>
          <p:nvPr/>
        </p:nvSpPr>
        <p:spPr>
          <a:xfrm>
            <a:off x="6767736" y="267494"/>
            <a:ext cx="237626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38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kumimoji="1" lang="zh-TW" altLang="en-US" sz="38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kumimoji="1" lang="en-US" altLang="zh-TW" sz="38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kumimoji="1" lang="zh-TW" altLang="en-US" sz="3800" b="1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395536" y="267494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latin typeface="微軟正黑體"/>
                <a:ea typeface="微軟正黑體"/>
                <a:cs typeface="微軟正黑體"/>
              </a:rPr>
              <a:t>  </a:t>
            </a:r>
            <a:r>
              <a:rPr lang="zh-TW" altLang="zh-TW" sz="4000" b="1" dirty="0"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40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-</a:t>
            </a:r>
            <a:r>
              <a:rPr lang="zh-TW" altLang="zh-TW" sz="4000" b="1" dirty="0"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40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2202599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1059582"/>
            <a:ext cx="9114119" cy="388843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我今伸手擒主耶穌，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我行天路主敖招呼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世間禍福攏無定著，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主伸聖手牽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我保護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  <a:endParaRPr lang="zh-TW" altLang="en-US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6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71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267494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0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3-1.</a:t>
            </a:r>
            <a:endParaRPr kumimoji="1" lang="zh-TW" altLang="en-US" sz="4000" b="1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77254955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1059582"/>
            <a:ext cx="9114119" cy="388843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我的救主耶穌基督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全能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聖手時刻保護，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我愛盡心做祢學生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祢大施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恩親手保護。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71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267494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0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3-2.</a:t>
            </a:r>
            <a:endParaRPr kumimoji="1" lang="zh-TW" altLang="en-US" sz="4000" b="1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/>
          <p:cNvSpPr txBox="1"/>
          <p:nvPr/>
        </p:nvSpPr>
        <p:spPr>
          <a:xfrm>
            <a:off x="6767736" y="267494"/>
            <a:ext cx="237626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38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kumimoji="1" lang="zh-TW" altLang="en-US" sz="38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kumimoji="1" lang="en-US" altLang="zh-TW" sz="38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kumimoji="1" lang="zh-TW" altLang="en-US" sz="3800" b="1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08451678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1059582"/>
            <a:ext cx="9114119" cy="388843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今求救主常常照顧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賞賜聖神扶持幫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助，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到尾卡贏死失權勢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盡一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世人得主保護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  <a:endParaRPr lang="zh-TW" altLang="en-US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6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71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395536" y="267494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latin typeface="微軟正黑體"/>
                <a:ea typeface="微軟正黑體"/>
                <a:cs typeface="微軟正黑體"/>
              </a:rPr>
              <a:t>  </a:t>
            </a:r>
            <a:r>
              <a:rPr lang="zh-TW" altLang="zh-TW" sz="4000" b="1" dirty="0"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40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-1.</a:t>
            </a:r>
            <a:endParaRPr kumimoji="1" lang="zh-TW" altLang="en-US" sz="4000" b="1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05210883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1059582"/>
            <a:ext cx="9114119" cy="388843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我的救主耶穌基督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全能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聖手時刻保護，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我愛盡心做祢學生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祢大施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恩親手保護。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71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2" name="文字方塊 1"/>
          <p:cNvSpPr txBox="1"/>
          <p:nvPr/>
        </p:nvSpPr>
        <p:spPr>
          <a:xfrm>
            <a:off x="6767736" y="267494"/>
            <a:ext cx="237626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38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kumimoji="1" lang="zh-TW" altLang="en-US" sz="38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kumimoji="1" lang="en-US" altLang="zh-TW" sz="38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kumimoji="1" lang="zh-TW" altLang="en-US" sz="3800" b="1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395536" y="267494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latin typeface="微軟正黑體"/>
                <a:ea typeface="微軟正黑體"/>
                <a:cs typeface="微軟正黑體"/>
              </a:rPr>
              <a:t>  </a:t>
            </a:r>
            <a:r>
              <a:rPr lang="zh-TW" altLang="zh-TW" sz="4000" b="1" dirty="0"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40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-</a:t>
            </a:r>
            <a:r>
              <a:rPr lang="zh-TW" altLang="zh-TW" sz="4000" b="1" dirty="0"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40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88900683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20643</TotalTime>
  <Words>261</Words>
  <Application>Microsoft Macintosh PowerPoint</Application>
  <PresentationFormat>如螢幕大小 (16:9)</PresentationFormat>
  <Paragraphs>60</Paragraphs>
  <Slides>8</Slides>
  <Notes>8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9" baseType="lpstr"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4704</cp:revision>
  <dcterms:created xsi:type="dcterms:W3CDTF">2009-02-27T08:32:01Z</dcterms:created>
  <dcterms:modified xsi:type="dcterms:W3CDTF">2023-10-28T09:57:02Z</dcterms:modified>
</cp:coreProperties>
</file>