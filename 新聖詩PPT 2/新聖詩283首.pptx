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2" r:id="rId2"/>
    <p:sldId id="5273" r:id="rId3"/>
    <p:sldId id="5274" r:id="rId4"/>
    <p:sldId id="5275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168" y="-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野外禮拜有意義，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春天涼爽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好時期；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同心聚集來敬拜，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也通欣賞媠景緻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上帝佇逐所在，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山野也通做禮拜；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心存敬虔來觀賞，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體驗主美妙世界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948181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耶穌也曾佇曠野，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傳講真理互人聽；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用五塊餅兩尾魚，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心神肉體攏得晟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213758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山川陸海主建置，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交託人類來管理；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咱著細膩疼惜，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造福住民萬萬年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378378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101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2017-04-25T07:41:29Z</dcterms:modified>
</cp:coreProperties>
</file>