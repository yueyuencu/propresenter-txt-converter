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5292" r:id="rId2"/>
    <p:sldId id="5293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164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929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4859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862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09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6648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70643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14078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1352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0525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085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2348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2024/11/23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5033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2024/11/23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277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願主仁愛及你同在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99A73EF6-9FA1-2F4C-ABA5-160E05F7F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379373"/>
            <a:ext cx="9144000" cy="349663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願主仁愛及你同在，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無論去啥所在，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願主賜福你心神得安寧；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BF74C2-F712-DC40-9F00-63C8AAB8417B}"/>
              </a:ext>
            </a:extLst>
          </p:cNvPr>
          <p:cNvSpPr txBox="1"/>
          <p:nvPr/>
        </p:nvSpPr>
        <p:spPr>
          <a:xfrm>
            <a:off x="539552" y="13793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450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願主仁愛及你同在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99A73EF6-9FA1-2F4C-ABA5-160E05F7F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379373"/>
            <a:ext cx="9144000" cy="349663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及你分享主的疼痛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親像長流活水，</a:t>
            </a:r>
          </a:p>
          <a:p>
            <a:pPr>
              <a:spcBef>
                <a:spcPts val="18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佇濛霧烏暗暝看見主的光。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FBF74C2-F712-DC40-9F00-63C8AAB8417B}"/>
              </a:ext>
            </a:extLst>
          </p:cNvPr>
          <p:cNvSpPr txBox="1"/>
          <p:nvPr/>
        </p:nvSpPr>
        <p:spPr>
          <a:xfrm>
            <a:off x="539552" y="137937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249720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79</Words>
  <Application>Microsoft Macintosh PowerPoint</Application>
  <PresentationFormat>如螢幕大小 (16:9)</PresentationFormat>
  <Paragraphs>14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2024-11-23T02:51:50Z</dcterms:modified>
</cp:coreProperties>
</file>