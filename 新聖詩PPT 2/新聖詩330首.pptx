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12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B189F-5D54-401F-BC8C-5A193EACAD87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6582D-DA7E-409C-BBDE-9A04E785102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6246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C6AD069-5DEB-48A0-BDEF-204700E29AA5}" type="slidenum">
              <a:rPr lang="zh-TW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zh-TW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A4381-1F45-4C01-A86F-B3C641F6E111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0992A-8BD5-4003-A255-526899293F7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A4381-1F45-4C01-A86F-B3C641F6E111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0992A-8BD5-4003-A255-526899293F7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A4381-1F45-4C01-A86F-B3C641F6E111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0992A-8BD5-4003-A255-526899293F7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A4381-1F45-4C01-A86F-B3C641F6E111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0992A-8BD5-4003-A255-526899293F7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A4381-1F45-4C01-A86F-B3C641F6E111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0992A-8BD5-4003-A255-526899293F7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A4381-1F45-4C01-A86F-B3C641F6E111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0992A-8BD5-4003-A255-526899293F7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A4381-1F45-4C01-A86F-B3C641F6E111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0992A-8BD5-4003-A255-526899293F7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A4381-1F45-4C01-A86F-B3C641F6E111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0992A-8BD5-4003-A255-526899293F7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A4381-1F45-4C01-A86F-B3C641F6E111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0992A-8BD5-4003-A255-526899293F7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A4381-1F45-4C01-A86F-B3C641F6E111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0992A-8BD5-4003-A255-526899293F7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A4381-1F45-4C01-A86F-B3C641F6E111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0992A-8BD5-4003-A255-526899293F7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A4381-1F45-4C01-A86F-B3C641F6E111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0992A-8BD5-4003-A255-526899293F7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571500" y="2071688"/>
            <a:ext cx="8229600" cy="1143000"/>
          </a:xfrm>
        </p:spPr>
        <p:txBody>
          <a:bodyPr/>
          <a:lstStyle/>
          <a:p>
            <a:pPr eaLnBrk="1" hangingPunct="1"/>
            <a:endParaRPr lang="zh-TW" altLang="en-US" sz="4000" b="1" u="sng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428625" y="3143250"/>
            <a:ext cx="8229600" cy="2686050"/>
          </a:xfrm>
        </p:spPr>
        <p:txBody>
          <a:bodyPr/>
          <a:lstStyle/>
          <a:p>
            <a:pPr algn="ctr" eaLnBrk="1" hangingPunct="1">
              <a:buFont typeface="Arial" charset="0"/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主聽阮祈禱  主聽阮祈禱</a:t>
            </a:r>
            <a:endParaRPr lang="en-US" altLang="zh-TW" dirty="0" smtClean="0">
              <a:latin typeface="華康中特圓體" pitchFamily="49" charset="-120"/>
              <a:ea typeface="華康中特圓體" pitchFamily="49" charset="-120"/>
            </a:endParaRPr>
          </a:p>
          <a:p>
            <a:pPr algn="ctr" eaLnBrk="1" hangingPunct="1">
              <a:buFont typeface="Arial" charset="0"/>
              <a:buNone/>
            </a:pPr>
            <a:r>
              <a:rPr lang="zh-TW" altLang="en-US" dirty="0" smtClean="0">
                <a:solidFill>
                  <a:srgbClr val="2A0BE5"/>
                </a:solidFill>
                <a:latin typeface="華康中特圓體" pitchFamily="49" charset="-120"/>
                <a:ea typeface="華康中特圓體" pitchFamily="49" charset="-120"/>
              </a:rPr>
              <a:t>主聽阮祈禱  賞賜阮平安</a:t>
            </a:r>
            <a:endParaRPr lang="en-US" altLang="zh-TW" dirty="0" smtClean="0">
              <a:solidFill>
                <a:srgbClr val="2A0BE5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ctr" eaLnBrk="1" hangingPunct="1">
              <a:buFont typeface="Arial" charset="0"/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阿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們</a:t>
            </a:r>
            <a:endParaRPr lang="en-US" altLang="zh-TW" dirty="0" smtClean="0">
              <a:latin typeface="華康中特圓體" pitchFamily="49" charset="-120"/>
              <a:ea typeface="華康中特圓體" pitchFamily="49" charset="-120"/>
            </a:endParaRPr>
          </a:p>
          <a:p>
            <a:pPr algn="r" eaLnBrk="1" hangingPunct="1">
              <a:buNone/>
            </a:pP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330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1/1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）舊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497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首</a:t>
            </a:r>
          </a:p>
          <a:p>
            <a:pPr algn="ctr" eaLnBrk="1" hangingPunct="1">
              <a:buFont typeface="Arial" charset="0"/>
              <a:buNone/>
            </a:pPr>
            <a:endParaRPr lang="zh-TW" altLang="en-US" dirty="0" smtClean="0">
              <a:latin typeface="華康中特圓體" pitchFamily="49" charset="-120"/>
              <a:ea typeface="華康中特圓體" pitchFamily="49" charset="-120"/>
            </a:endParaRPr>
          </a:p>
          <a:p>
            <a:pPr eaLnBrk="1" hangingPunct="1"/>
            <a:endParaRPr lang="zh-TW" altLang="en-US" dirty="0" smtClean="0">
              <a:latin typeface="華康中特圓體" pitchFamily="49" charset="-120"/>
              <a:ea typeface="華康中特圓體" pitchFamily="49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如螢幕大小 (4:3)</PresentationFormat>
  <Paragraphs>5</Paragraphs>
  <Slides>1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Office 佈景主題</vt:lpstr>
      <vt:lpstr>投影片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Windows 使用者</dc:creator>
  <cp:lastModifiedBy>Windows 使用者</cp:lastModifiedBy>
  <cp:revision>1</cp:revision>
  <dcterms:created xsi:type="dcterms:W3CDTF">2012-09-14T13:37:34Z</dcterms:created>
  <dcterms:modified xsi:type="dcterms:W3CDTF">2012-09-14T13:38:00Z</dcterms:modified>
</cp:coreProperties>
</file>