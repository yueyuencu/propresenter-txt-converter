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252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377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44320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801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2039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289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9067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08425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6116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09137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4205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8802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6037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2024/5/10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43332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89703" y="356141"/>
            <a:ext cx="53645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89704" y="345048"/>
            <a:ext cx="53645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謳咾上帝萬福本源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5A45F618-E2B1-0C41-939D-FB57D3ADE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275606"/>
            <a:ext cx="9114119" cy="3672408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謳咾上帝萬福本源，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地上萬物齊聲稱讚；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天頂聖使頌讚萬世，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謳咾父、子、聖神上帝。阿們。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443608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47</Words>
  <Application>Microsoft Macintosh PowerPoint</Application>
  <PresentationFormat>如螢幕大小 (16:9)</PresentationFormat>
  <Paragraphs>7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2024-05-10T17:03:15Z</dcterms:modified>
</cp:coreProperties>
</file>