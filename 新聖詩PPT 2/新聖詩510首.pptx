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125" r:id="rId2"/>
    <p:sldId id="25126" r:id="rId3"/>
    <p:sldId id="25127" r:id="rId4"/>
    <p:sldId id="2512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26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397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579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308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347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755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927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778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7260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61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9906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282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80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1224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137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19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7" y="311019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殷勤做工無嫌勞苦，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歡喜來做天父工程；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這是我主所行的路，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奴僕應該隨主來行。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315A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7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殷勤做工，無嫌勞苦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539552" y="1118782"/>
            <a:ext cx="13663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4462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7" y="311019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殷勤做工著趁機會，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日時快過暗暝欲到；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救人的工盡力來做，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專心致意才有功效。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315A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7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殷勤做工，無嫌勞苦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C87346-8BB2-8747-8C41-3AB99DE9A107}"/>
              </a:ext>
            </a:extLst>
          </p:cNvPr>
          <p:cNvSpPr txBox="1"/>
          <p:nvPr/>
        </p:nvSpPr>
        <p:spPr>
          <a:xfrm>
            <a:off x="539552" y="1118782"/>
            <a:ext cx="13663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1606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7" y="311019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殷勤做工儆醒祈禱，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zh-TW" sz="4000" b="1" kern="1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新細明體-ExtB" panose="02020500000000000000" pitchFamily="18" charset="-120"/>
              </a:rPr>
              <a:t>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用智慧拯救罪人；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上帝恩典四圍傳報，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催迫眾人得主憐憫。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315A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7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殷勤做工，無嫌勞苦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C87346-8BB2-8747-8C41-3AB99DE9A107}"/>
              </a:ext>
            </a:extLst>
          </p:cNvPr>
          <p:cNvSpPr txBox="1"/>
          <p:nvPr/>
        </p:nvSpPr>
        <p:spPr>
          <a:xfrm>
            <a:off x="539552" y="1118782"/>
            <a:ext cx="13663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297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7" y="311019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殷勤做工著盡本份，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工程完成就得賜福；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到主閣來通及聖徒，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進入天國享受安樂。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315A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7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殷勤做工，無嫌勞苦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C87346-8BB2-8747-8C41-3AB99DE9A107}"/>
              </a:ext>
            </a:extLst>
          </p:cNvPr>
          <p:cNvSpPr txBox="1"/>
          <p:nvPr/>
        </p:nvSpPr>
        <p:spPr>
          <a:xfrm>
            <a:off x="539552" y="1118782"/>
            <a:ext cx="13663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22303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181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新細明體-ExtB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2024-04-19T14:51:09Z</dcterms:modified>
</cp:coreProperties>
</file>