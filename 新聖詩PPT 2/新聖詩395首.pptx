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5302" r:id="rId2"/>
    <p:sldId id="5303" r:id="rId3"/>
    <p:sldId id="5304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368" y="-7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24/3/2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3352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6122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79940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364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44390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33382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58768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0557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70988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91335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5102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24/3/1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0383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8606292" cy="3384376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至聖天父，阮感謝祢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受祢引導及祢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相見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心內罪惡佇祢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面前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主寶血，今得洗清。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611560" y="1203598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至聖天父，阮感謝祢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49271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8606292" cy="3384376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願祢所撒活命真理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入阮心內結好果子；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顯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出仁愛，做好模樣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引導人人靈魂得救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827584" y="1203598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至聖天父，阮感謝祢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3405140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8606292" cy="3384376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阮欲四散，求主賜福，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困苦的人賜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快樂；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聖神引導及阮同行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言行舉止榮光祢名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611560" y="1203598"/>
            <a:ext cx="59766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至聖天父，阮感謝祢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6281148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20633</TotalTime>
  <Words>110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1_Office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4702</cp:revision>
  <dcterms:created xsi:type="dcterms:W3CDTF">2009-02-27T08:32:01Z</dcterms:created>
  <dcterms:modified xsi:type="dcterms:W3CDTF">2024-03-01T16:06:56Z</dcterms:modified>
</cp:coreProperties>
</file>