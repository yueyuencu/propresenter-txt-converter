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418" r:id="rId2"/>
    <p:sldId id="25419" r:id="rId3"/>
    <p:sldId id="25420" r:id="rId4"/>
    <p:sldId id="25421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1" autoAdjust="0"/>
    <p:restoredTop sz="92287" autoAdjust="0"/>
  </p:normalViewPr>
  <p:slideViewPr>
    <p:cSldViewPr>
      <p:cViewPr varScale="1">
        <p:scale>
          <a:sx n="146" d="100"/>
          <a:sy n="146" d="100"/>
        </p:scale>
        <p:origin x="168" y="41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2025/8/2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2966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2255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1669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61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5962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0277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5651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549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806095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7081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18064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32917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60268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2664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01974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2025/8/2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05719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7999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我來親近耶穌，祂會賜大福，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心內若有悲傷，祂互我快樂。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我來親近耶穌，心就真歡喜，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祂溫柔叫細子，親像我及你。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(1/4)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398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105354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7999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我來親近耶穌，祂會聽祈禱，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因為深深疼我，赦免我失錯。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我來親近耶穌，心就真歡喜，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祂溫柔叫細子，親像我及你。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(2/4)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398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2499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7999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我來親近耶穌，祂會牽我手，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無論出入內外，攏得祂保守。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我來親近耶穌，心就真歡喜，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祂溫柔叫細子，親像我及你。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(3/4)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398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4948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195736" y="339502"/>
            <a:ext cx="453650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195736" y="342450"/>
            <a:ext cx="453650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0624A18-CF44-E24E-A541-3C50EEDAE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75606"/>
            <a:ext cx="9144000" cy="3679991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</a:t>
            </a:r>
            <a:r>
              <a:rPr lang="zh-CN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作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我朋友，暝日同做伴，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教我關心別人，相幫助生活。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我來親近耶穌，心就真歡喜，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祂溫柔叫細子，親像我及你。</a:t>
            </a:r>
          </a:p>
          <a:p>
            <a:pPr algn="r">
              <a:spcBef>
                <a:spcPts val="1200"/>
              </a:spcBef>
            </a:pP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新聖詩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150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(4/4)</a:t>
            </a:r>
            <a:r>
              <a:rPr lang="zh-TW" altLang="en-US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398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23528" y="1007591"/>
            <a:ext cx="10081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545368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20665</TotalTime>
  <Words>229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4707</cp:revision>
  <dcterms:created xsi:type="dcterms:W3CDTF">2009-02-27T08:32:01Z</dcterms:created>
  <dcterms:modified xsi:type="dcterms:W3CDTF">2025-08-02T12:32:00Z</dcterms:modified>
</cp:coreProperties>
</file>