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5278" r:id="rId2"/>
    <p:sldId id="5279" r:id="rId3"/>
    <p:sldId id="5280" r:id="rId4"/>
    <p:sldId id="5281" r:id="rId5"/>
    <p:sldId id="5282" r:id="rId6"/>
    <p:sldId id="5283" r:id="rId7"/>
  </p:sldIdLst>
  <p:sldSz cx="9144000" cy="5143500" type="screen16x9"/>
  <p:notesSz cx="6858000" cy="9144000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2A0BE5"/>
    <a:srgbClr val="E1F0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淺色樣式 3 - 輔色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800" autoAdjust="0"/>
    <p:restoredTop sz="92266" autoAdjust="0"/>
  </p:normalViewPr>
  <p:slideViewPr>
    <p:cSldViewPr>
      <p:cViewPr>
        <p:scale>
          <a:sx n="60" d="100"/>
          <a:sy n="60" d="100"/>
        </p:scale>
        <p:origin x="-1624" y="-960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interSettings" Target="printerSettings/printerSettings1.bin"/><Relationship Id="rId10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0233FD01-ACF8-453F-B737-7E69A0F27419}" type="datetimeFigureOut">
              <a:rPr lang="zh-TW" altLang="en-US"/>
              <a:pPr>
                <a:defRPr/>
              </a:pPr>
              <a:t>23/9/2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TW" altLang="en-US" noProof="0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noProof="0" smtClean="0"/>
              <a:t>按一下以編輯母片文字樣式</a:t>
            </a:r>
          </a:p>
          <a:p>
            <a:pPr lvl="1"/>
            <a:r>
              <a:rPr lang="zh-TW" altLang="en-US" noProof="0" smtClean="0"/>
              <a:t>第二層</a:t>
            </a:r>
          </a:p>
          <a:p>
            <a:pPr lvl="2"/>
            <a:r>
              <a:rPr lang="zh-TW" altLang="en-US" noProof="0" smtClean="0"/>
              <a:t>第三層</a:t>
            </a:r>
          </a:p>
          <a:p>
            <a:pPr lvl="3"/>
            <a:r>
              <a:rPr lang="zh-TW" altLang="en-US" noProof="0" smtClean="0"/>
              <a:t>第四層</a:t>
            </a:r>
          </a:p>
          <a:p>
            <a:pPr lvl="4"/>
            <a:r>
              <a:rPr lang="zh-TW" altLang="en-US" noProof="0" smtClean="0"/>
              <a:t>第五層</a:t>
            </a:r>
            <a:endParaRPr lang="zh-TW" altLang="en-US" noProof="0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E6BF0377-E0CE-4715-B087-6F941D41B5A6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4516997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/>
              <a:pPr>
                <a:defRPr/>
              </a:pPr>
              <a:t>1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/>
              <a:pPr>
                <a:defRPr/>
              </a:pPr>
              <a:t>2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/>
              <a:pPr>
                <a:defRPr/>
              </a:pPr>
              <a:t>3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/>
              <a:pPr>
                <a:defRPr/>
              </a:pPr>
              <a:t>4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/>
              <a:pPr>
                <a:defRPr/>
              </a:pPr>
              <a:t>5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/>
              <a:pPr>
                <a:defRPr/>
              </a:pPr>
              <a:t>6</a:t>
            </a:fld>
            <a:endParaRPr lang="zh-TW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FD6925-9F58-41AA-9AB6-ACD7B407D68C}" type="datetimeFigureOut">
              <a:rPr lang="zh-TW" altLang="en-US"/>
              <a:pPr>
                <a:defRPr/>
              </a:pPr>
              <a:t>23/9/2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442B62-15E4-4E1A-8035-07F52F965FE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6AD438-11DF-4D67-8933-CA78395B3322}" type="datetimeFigureOut">
              <a:rPr lang="zh-TW" altLang="en-US"/>
              <a:pPr>
                <a:defRPr/>
              </a:pPr>
              <a:t>23/9/2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50D8BD-0419-4FA4-A9B7-15C2CFF7DDC7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6392F3-52D6-4DA7-8496-983FDDC54B0F}" type="datetimeFigureOut">
              <a:rPr lang="zh-TW" altLang="en-US"/>
              <a:pPr>
                <a:defRPr/>
              </a:pPr>
              <a:t>23/9/2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D1D5EE-2836-4F29-9865-FDFB933EBCDB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63BCE6-DC44-4E8B-8030-9F5FD6B2C565}" type="datetimeFigureOut">
              <a:rPr lang="zh-TW" altLang="en-US"/>
              <a:pPr>
                <a:defRPr/>
              </a:pPr>
              <a:t>23/9/2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AF8B61-5203-46E7-BAA9-8D7839727F3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B8463E-D43C-4444-8471-FD7402E587EB}" type="datetimeFigureOut">
              <a:rPr lang="zh-TW" altLang="en-US"/>
              <a:pPr>
                <a:defRPr/>
              </a:pPr>
              <a:t>23/9/2</a:t>
            </a:fld>
            <a:endParaRPr lang="zh-TW" altLang="en-US"/>
          </a:p>
        </p:txBody>
      </p:sp>
      <p:sp>
        <p:nvSpPr>
          <p:cNvPr id="8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9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7EF84F-5ECE-40B6-ABEE-589D7F3C8D80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2E5FE8-8589-40E4-B1F2-801D7017C5A8}" type="datetimeFigureOut">
              <a:rPr lang="zh-TW" altLang="en-US"/>
              <a:pPr>
                <a:defRPr/>
              </a:pPr>
              <a:t>23/9/2</a:t>
            </a:fld>
            <a:endParaRPr lang="zh-TW" altLang="en-US"/>
          </a:p>
        </p:txBody>
      </p:sp>
      <p:sp>
        <p:nvSpPr>
          <p:cNvPr id="4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5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C91898-1799-4A80-A7EE-4415C56E1531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0CD09C-FCD7-4B55-8F1B-0C81F448CDB8}" type="datetimeFigureOut">
              <a:rPr lang="zh-TW" altLang="en-US"/>
              <a:pPr>
                <a:defRPr/>
              </a:pPr>
              <a:t>23/9/2</a:t>
            </a:fld>
            <a:endParaRPr lang="zh-TW" altLang="en-US"/>
          </a:p>
        </p:txBody>
      </p:sp>
      <p:sp>
        <p:nvSpPr>
          <p:cNvPr id="3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4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BB4B85-9F3E-402A-9A40-377DB8A36399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1FEEF5-C400-4201-AC96-68E8229BCB3D}" type="datetimeFigureOut">
              <a:rPr lang="zh-TW" altLang="en-US"/>
              <a:pPr>
                <a:defRPr/>
              </a:pPr>
              <a:t>23/9/2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C46252-F71E-4330-91D4-FF1D9478F752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B79C71-7450-4422-B54D-0B5A3B85E3DB}" type="datetimeFigureOut">
              <a:rPr lang="zh-TW" altLang="en-US"/>
              <a:pPr>
                <a:defRPr/>
              </a:pPr>
              <a:t>23/9/2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BFB73A-6D90-41B8-B637-B8ABE1B1F398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9AB8A9-CBBB-4D32-ADB8-153F592BCAA6}" type="datetimeFigureOut">
              <a:rPr lang="zh-TW" altLang="en-US"/>
              <a:pPr>
                <a:defRPr/>
              </a:pPr>
              <a:t>23/9/2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41BF05-86F7-4D23-8E93-D4FCBF25D228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D6492E-A820-4D39-8401-6D2579745560}" type="datetimeFigureOut">
              <a:rPr lang="zh-TW" altLang="en-US"/>
              <a:pPr>
                <a:defRPr/>
              </a:pPr>
              <a:t>23/9/2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2DBB9F-C35E-44E7-A430-034A38C2537B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l="-7000" r="-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標題版面配置區 1"/>
          <p:cNvSpPr>
            <a:spLocks noGrp="1"/>
          </p:cNvSpPr>
          <p:nvPr>
            <p:ph type="title"/>
          </p:nvPr>
        </p:nvSpPr>
        <p:spPr bwMode="auto">
          <a:xfrm>
            <a:off x="457200" y="205979"/>
            <a:ext cx="8229600" cy="857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按一下以編輯母片標題樣式</a:t>
            </a:r>
          </a:p>
        </p:txBody>
      </p:sp>
      <p:sp>
        <p:nvSpPr>
          <p:cNvPr id="1027" name="文字版面配置區 2"/>
          <p:cNvSpPr>
            <a:spLocks noGrp="1"/>
          </p:cNvSpPr>
          <p:nvPr>
            <p:ph type="body" idx="1"/>
          </p:nvPr>
        </p:nvSpPr>
        <p:spPr bwMode="auto">
          <a:xfrm>
            <a:off x="457200" y="1200151"/>
            <a:ext cx="8229600" cy="33944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F835F76A-5755-4E26-99A6-24091687E66C}" type="datetimeFigureOut">
              <a:rPr lang="zh-TW" altLang="en-US"/>
              <a:pPr>
                <a:defRPr/>
              </a:pPr>
              <a:t>23/9/2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8AD06E77-596F-45FF-8BBB-2041D584E18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29881" y="1059582"/>
            <a:ext cx="9114119" cy="3888432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有時咱經過美麗清靜河墘</a:t>
            </a:r>
            <a:r>
              <a:rPr lang="zh-TW" altLang="en-US" sz="4000" b="1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，</a:t>
            </a:r>
            <a:endParaRPr lang="en-US" altLang="zh-TW" sz="4000" b="1" dirty="0" smtClean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樹木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真青翠的路邊</a:t>
            </a:r>
            <a:r>
              <a:rPr lang="zh-TW" altLang="en-US" sz="40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；</a:t>
            </a:r>
            <a:endParaRPr lang="en-US" altLang="zh-TW" sz="4000" b="1" dirty="0" smtClean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有時咱抵著</a:t>
            </a: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大憂悶流目屎</a:t>
            </a:r>
            <a:r>
              <a:rPr lang="zh-TW" altLang="en-US" sz="4000" b="1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，</a:t>
            </a:r>
            <a:endParaRPr lang="en-US" altLang="zh-TW" sz="4000" b="1" dirty="0" smtClean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若經過大風湧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的苦海。</a:t>
            </a:r>
          </a:p>
          <a:p>
            <a:pPr algn="r">
              <a:spcBef>
                <a:spcPts val="600"/>
              </a:spcBef>
            </a:pP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zh-TW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6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13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（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</a:t>
            </a:r>
            <a:r>
              <a:rPr lang="en-US" altLang="ja-JP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6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zh-TW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7</a:t>
            </a:r>
            <a:r>
              <a:rPr lang="zh-TW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  <p:sp>
        <p:nvSpPr>
          <p:cNvPr id="4" name="文字方塊 3"/>
          <p:cNvSpPr txBox="1"/>
          <p:nvPr/>
        </p:nvSpPr>
        <p:spPr>
          <a:xfrm>
            <a:off x="395536" y="267494"/>
            <a:ext cx="828000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200" b="1" dirty="0" smtClean="0">
                <a:latin typeface="全宋體-2" pitchFamily="18" charset="-120"/>
                <a:ea typeface="全宋體-2" pitchFamily="18" charset="-120"/>
                <a:cs typeface="微軟正黑體"/>
              </a:rPr>
              <a:t> 1-1.</a:t>
            </a:r>
            <a:endParaRPr kumimoji="1" lang="zh-TW" altLang="en-US" sz="4200" b="1" dirty="0"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169786733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0" y="1563638"/>
            <a:ext cx="9114119" cy="3096344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2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免煩惱，心平安，</a:t>
            </a:r>
          </a:p>
          <a:p>
            <a:pPr>
              <a:spcBef>
                <a:spcPts val="1200"/>
              </a:spcBef>
            </a:pPr>
            <a:r>
              <a:rPr lang="zh-TW" altLang="en-US" sz="42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倚靠主，免煩惱</a:t>
            </a:r>
            <a:r>
              <a:rPr lang="zh-TW" altLang="en-US" sz="42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，</a:t>
            </a:r>
            <a:endParaRPr lang="en-US" altLang="zh-TW" sz="4200" b="1" dirty="0" smtClean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200" b="1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心</a:t>
            </a:r>
            <a:r>
              <a:rPr lang="zh-TW" altLang="en-US" sz="42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平安。</a:t>
            </a:r>
          </a:p>
          <a:p>
            <a:pPr algn="r">
              <a:spcBef>
                <a:spcPts val="600"/>
              </a:spcBef>
            </a:pP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zh-TW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6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13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（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</a:t>
            </a:r>
            <a:r>
              <a:rPr lang="en-US" altLang="ja-JP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6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zh-TW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47</a:t>
            </a:r>
            <a:r>
              <a:rPr lang="zh-TW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  <p:sp>
        <p:nvSpPr>
          <p:cNvPr id="4" name="文字方塊 3"/>
          <p:cNvSpPr txBox="1"/>
          <p:nvPr/>
        </p:nvSpPr>
        <p:spPr>
          <a:xfrm>
            <a:off x="395536" y="699542"/>
            <a:ext cx="8280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400" b="1" dirty="0" smtClean="0">
                <a:latin typeface="微軟正黑體"/>
                <a:ea typeface="微軟正黑體"/>
                <a:cs typeface="微軟正黑體"/>
              </a:rPr>
              <a:t>  </a:t>
            </a:r>
            <a:r>
              <a:rPr lang="en-US" altLang="zh-TW" sz="4200" b="1" dirty="0" smtClean="0">
                <a:latin typeface="全宋體-2" pitchFamily="18" charset="-120"/>
                <a:ea typeface="全宋體-2" pitchFamily="18" charset="-120"/>
                <a:cs typeface="微軟正黑體"/>
              </a:rPr>
              <a:t>1-2.</a:t>
            </a:r>
            <a:endParaRPr kumimoji="1" lang="zh-TW" altLang="en-US" sz="4200" b="1" dirty="0"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2" name="文字方塊 1"/>
          <p:cNvSpPr txBox="1"/>
          <p:nvPr/>
        </p:nvSpPr>
        <p:spPr>
          <a:xfrm>
            <a:off x="6767736" y="699542"/>
            <a:ext cx="2376264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3800" b="1" dirty="0" smtClean="0">
                <a:latin typeface="全宋體-2" pitchFamily="18" charset="-120"/>
                <a:ea typeface="全宋體-2" pitchFamily="18" charset="-120"/>
                <a:cs typeface="微軟正黑體"/>
              </a:rPr>
              <a:t>【</a:t>
            </a:r>
            <a:r>
              <a:rPr kumimoji="1" lang="zh-TW" altLang="en-US" sz="3800" b="1" dirty="0" smtClean="0">
                <a:latin typeface="全宋體-2" pitchFamily="18" charset="-120"/>
                <a:ea typeface="全宋體-2" pitchFamily="18" charset="-120"/>
                <a:cs typeface="微軟正黑體"/>
              </a:rPr>
              <a:t>複歌</a:t>
            </a:r>
            <a:r>
              <a:rPr kumimoji="1" lang="en-US" altLang="zh-TW" sz="3800" b="1" dirty="0" smtClean="0">
                <a:latin typeface="全宋體-2" pitchFamily="18" charset="-120"/>
                <a:ea typeface="全宋體-2" pitchFamily="18" charset="-120"/>
                <a:cs typeface="微軟正黑體"/>
              </a:rPr>
              <a:t>】</a:t>
            </a:r>
            <a:endParaRPr kumimoji="1" lang="zh-TW" altLang="en-US" sz="3800" b="1" dirty="0"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11241688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29881" y="1059582"/>
            <a:ext cx="9114119" cy="3888432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有時咱抵著歸群兇惡對敵</a:t>
            </a:r>
            <a:r>
              <a:rPr lang="zh-TW" altLang="en-US" sz="4000" b="1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，</a:t>
            </a:r>
            <a:endParaRPr lang="en-US" altLang="zh-TW" sz="4000" b="1" dirty="0" smtClean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包圍咱四邊欲攻擊；</a:t>
            </a:r>
            <a:endParaRPr lang="en-US" altLang="zh-TW" sz="4000" b="1" dirty="0" smtClean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有時咱抵著大試煉真艱</a:t>
            </a: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苦</a:t>
            </a:r>
            <a:r>
              <a:rPr lang="zh-TW" altLang="en-US" sz="4000" b="1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，</a:t>
            </a:r>
            <a:endParaRPr lang="en-US" altLang="zh-TW" sz="4000" b="1" dirty="0" smtClean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致到咱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心失望看無路。 </a:t>
            </a:r>
          </a:p>
          <a:p>
            <a:pPr algn="r">
              <a:spcBef>
                <a:spcPts val="600"/>
              </a:spcBef>
            </a:pP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zh-TW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6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13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</a:t>
            </a:r>
            <a:r>
              <a:rPr lang="en-US" altLang="ja-JP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6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zh-TW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7</a:t>
            </a:r>
            <a:r>
              <a:rPr lang="zh-TW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  <p:sp>
        <p:nvSpPr>
          <p:cNvPr id="4" name="文字方塊 3"/>
          <p:cNvSpPr txBox="1"/>
          <p:nvPr/>
        </p:nvSpPr>
        <p:spPr>
          <a:xfrm>
            <a:off x="395536" y="267494"/>
            <a:ext cx="828000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200" b="1" dirty="0" smtClean="0">
                <a:latin typeface="全宋體-2" pitchFamily="18" charset="-120"/>
                <a:ea typeface="全宋體-2" pitchFamily="18" charset="-120"/>
                <a:cs typeface="微軟正黑體"/>
              </a:rPr>
              <a:t> </a:t>
            </a:r>
            <a:r>
              <a:rPr lang="en-US" altLang="zh-TW" sz="4200" b="1" dirty="0" smtClean="0">
                <a:latin typeface="全宋體-2" pitchFamily="18" charset="-120"/>
                <a:ea typeface="全宋體-2" pitchFamily="18" charset="-120"/>
                <a:cs typeface="微軟正黑體"/>
              </a:rPr>
              <a:t>2</a:t>
            </a:r>
            <a:r>
              <a:rPr lang="en-US" altLang="zh-TW" sz="4200" b="1" dirty="0" smtClean="0">
                <a:latin typeface="全宋體-2" pitchFamily="18" charset="-120"/>
                <a:ea typeface="全宋體-2" pitchFamily="18" charset="-120"/>
                <a:cs typeface="微軟正黑體"/>
              </a:rPr>
              <a:t>-</a:t>
            </a:r>
            <a:r>
              <a:rPr lang="en-US" altLang="zh-TW" sz="4200" b="1" dirty="0" smtClean="0">
                <a:latin typeface="全宋體-2" pitchFamily="18" charset="-120"/>
                <a:ea typeface="全宋體-2" pitchFamily="18" charset="-120"/>
                <a:cs typeface="微軟正黑體"/>
              </a:rPr>
              <a:t>1.</a:t>
            </a:r>
            <a:endParaRPr kumimoji="1" lang="zh-TW" altLang="en-US" sz="4200" b="1" dirty="0"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229923612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0" y="1563638"/>
            <a:ext cx="9114119" cy="3096344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2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免煩惱，心平安，</a:t>
            </a:r>
          </a:p>
          <a:p>
            <a:pPr>
              <a:spcBef>
                <a:spcPts val="1200"/>
              </a:spcBef>
            </a:pPr>
            <a:r>
              <a:rPr lang="zh-TW" altLang="en-US" sz="42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倚靠主，免煩惱</a:t>
            </a:r>
            <a:r>
              <a:rPr lang="zh-TW" altLang="en-US" sz="42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，</a:t>
            </a:r>
            <a:endParaRPr lang="en-US" altLang="zh-TW" sz="4200" b="1" dirty="0" smtClean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200" b="1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心</a:t>
            </a:r>
            <a:r>
              <a:rPr lang="zh-TW" altLang="en-US" sz="42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平安。</a:t>
            </a:r>
          </a:p>
          <a:p>
            <a:pPr algn="r">
              <a:spcBef>
                <a:spcPts val="600"/>
              </a:spcBef>
            </a:pP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zh-TW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6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13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</a:t>
            </a:r>
            <a:r>
              <a:rPr lang="en-US" altLang="ja-JP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6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zh-TW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47</a:t>
            </a:r>
            <a:r>
              <a:rPr lang="zh-TW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  <p:sp>
        <p:nvSpPr>
          <p:cNvPr id="4" name="文字方塊 3"/>
          <p:cNvSpPr txBox="1"/>
          <p:nvPr/>
        </p:nvSpPr>
        <p:spPr>
          <a:xfrm>
            <a:off x="395536" y="699542"/>
            <a:ext cx="8280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400" b="1" dirty="0" smtClean="0">
                <a:latin typeface="微軟正黑體"/>
                <a:ea typeface="微軟正黑體"/>
                <a:cs typeface="微軟正黑體"/>
              </a:rPr>
              <a:t>  </a:t>
            </a:r>
            <a:r>
              <a:rPr lang="en-US" altLang="zh-TW" sz="4200" b="1" dirty="0" smtClean="0">
                <a:latin typeface="全宋體-2" pitchFamily="18" charset="-120"/>
                <a:ea typeface="全宋體-2" pitchFamily="18" charset="-120"/>
                <a:cs typeface="微軟正黑體"/>
              </a:rPr>
              <a:t>2</a:t>
            </a:r>
            <a:r>
              <a:rPr lang="en-US" altLang="zh-TW" sz="4200" b="1" dirty="0" smtClean="0">
                <a:latin typeface="全宋體-2" pitchFamily="18" charset="-120"/>
                <a:ea typeface="全宋體-2" pitchFamily="18" charset="-120"/>
                <a:cs typeface="微軟正黑體"/>
              </a:rPr>
              <a:t>-</a:t>
            </a:r>
            <a:r>
              <a:rPr lang="en-US" altLang="zh-TW" sz="4200" b="1" dirty="0" smtClean="0">
                <a:latin typeface="全宋體-2" pitchFamily="18" charset="-120"/>
                <a:ea typeface="全宋體-2" pitchFamily="18" charset="-120"/>
                <a:cs typeface="微軟正黑體"/>
              </a:rPr>
              <a:t>2.</a:t>
            </a:r>
            <a:endParaRPr kumimoji="1" lang="zh-TW" altLang="en-US" sz="4200" b="1" dirty="0"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2" name="文字方塊 1"/>
          <p:cNvSpPr txBox="1"/>
          <p:nvPr/>
        </p:nvSpPr>
        <p:spPr>
          <a:xfrm>
            <a:off x="6767736" y="699542"/>
            <a:ext cx="2376264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3800" b="1" dirty="0" smtClean="0">
                <a:latin typeface="全宋體-2" pitchFamily="18" charset="-120"/>
                <a:ea typeface="全宋體-2" pitchFamily="18" charset="-120"/>
                <a:cs typeface="微軟正黑體"/>
              </a:rPr>
              <a:t>【</a:t>
            </a:r>
            <a:r>
              <a:rPr kumimoji="1" lang="zh-TW" altLang="en-US" sz="3800" b="1" dirty="0" smtClean="0">
                <a:latin typeface="全宋體-2" pitchFamily="18" charset="-120"/>
                <a:ea typeface="全宋體-2" pitchFamily="18" charset="-120"/>
                <a:cs typeface="微軟正黑體"/>
              </a:rPr>
              <a:t>複歌</a:t>
            </a:r>
            <a:r>
              <a:rPr kumimoji="1" lang="en-US" altLang="zh-TW" sz="3800" b="1" dirty="0" smtClean="0">
                <a:latin typeface="全宋體-2" pitchFamily="18" charset="-120"/>
                <a:ea typeface="全宋體-2" pitchFamily="18" charset="-120"/>
                <a:cs typeface="微軟正黑體"/>
              </a:rPr>
              <a:t>】</a:t>
            </a:r>
            <a:endParaRPr kumimoji="1" lang="zh-TW" altLang="en-US" sz="3800" b="1" dirty="0"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408359112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29881" y="1059582"/>
            <a:ext cx="9114119" cy="3888432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抵著此世間萬物變換的時</a:t>
            </a:r>
            <a:r>
              <a:rPr lang="zh-TW" altLang="en-US" sz="4000" b="1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，</a:t>
            </a:r>
            <a:endParaRPr lang="en-US" altLang="zh-TW" sz="40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地上猶迷失眾子兒</a:t>
            </a:r>
            <a:endParaRPr lang="en-US" altLang="zh-TW" sz="4000" b="1" dirty="0" smtClean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心肝</a:t>
            </a: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真不安，大驚惶無通靠</a:t>
            </a:r>
            <a:r>
              <a:rPr lang="zh-TW" altLang="en-US" sz="4000" b="1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，</a:t>
            </a:r>
            <a:endParaRPr lang="en-US" altLang="zh-TW" sz="4000" b="1" dirty="0" smtClean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主所疼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的子兒免煩惱。 </a:t>
            </a:r>
          </a:p>
          <a:p>
            <a:pPr algn="r">
              <a:spcBef>
                <a:spcPts val="600"/>
              </a:spcBef>
            </a:pP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zh-TW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6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13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</a:t>
            </a:r>
            <a:r>
              <a:rPr lang="en-US" altLang="ja-JP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6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zh-TW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7</a:t>
            </a:r>
            <a:r>
              <a:rPr lang="zh-TW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  <p:sp>
        <p:nvSpPr>
          <p:cNvPr id="4" name="文字方塊 3"/>
          <p:cNvSpPr txBox="1"/>
          <p:nvPr/>
        </p:nvSpPr>
        <p:spPr>
          <a:xfrm>
            <a:off x="395536" y="267494"/>
            <a:ext cx="828000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200" b="1" dirty="0" smtClean="0">
                <a:latin typeface="全宋體-2" pitchFamily="18" charset="-120"/>
                <a:ea typeface="全宋體-2" pitchFamily="18" charset="-120"/>
                <a:cs typeface="微軟正黑體"/>
              </a:rPr>
              <a:t> </a:t>
            </a:r>
            <a:r>
              <a:rPr lang="en-US" altLang="zh-TW" sz="4200" b="1" dirty="0" smtClean="0">
                <a:latin typeface="全宋體-2" pitchFamily="18" charset="-120"/>
                <a:ea typeface="全宋體-2" pitchFamily="18" charset="-120"/>
                <a:cs typeface="微軟正黑體"/>
              </a:rPr>
              <a:t>3</a:t>
            </a:r>
            <a:r>
              <a:rPr lang="en-US" altLang="zh-TW" sz="4200" b="1" dirty="0" smtClean="0">
                <a:latin typeface="全宋體-2" pitchFamily="18" charset="-120"/>
                <a:ea typeface="全宋體-2" pitchFamily="18" charset="-120"/>
                <a:cs typeface="微軟正黑體"/>
              </a:rPr>
              <a:t>-</a:t>
            </a:r>
            <a:r>
              <a:rPr lang="en-US" altLang="zh-TW" sz="4200" b="1" dirty="0" smtClean="0">
                <a:latin typeface="全宋體-2" pitchFamily="18" charset="-120"/>
                <a:ea typeface="全宋體-2" pitchFamily="18" charset="-120"/>
                <a:cs typeface="微軟正黑體"/>
              </a:rPr>
              <a:t>1.</a:t>
            </a:r>
            <a:endParaRPr kumimoji="1" lang="zh-TW" altLang="en-US" sz="4200" b="1" dirty="0"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223561246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0" y="1563638"/>
            <a:ext cx="9114119" cy="3096344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2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免煩惱，心平安，</a:t>
            </a:r>
          </a:p>
          <a:p>
            <a:pPr>
              <a:spcBef>
                <a:spcPts val="1200"/>
              </a:spcBef>
            </a:pPr>
            <a:r>
              <a:rPr lang="zh-TW" altLang="en-US" sz="42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倚靠主，免煩惱</a:t>
            </a:r>
            <a:r>
              <a:rPr lang="zh-TW" altLang="en-US" sz="42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，</a:t>
            </a:r>
            <a:endParaRPr lang="en-US" altLang="zh-TW" sz="4200" b="1" dirty="0" smtClean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200" b="1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心</a:t>
            </a:r>
            <a:r>
              <a:rPr lang="zh-TW" altLang="en-US" sz="42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平安。</a:t>
            </a:r>
          </a:p>
          <a:p>
            <a:pPr algn="r">
              <a:spcBef>
                <a:spcPts val="600"/>
              </a:spcBef>
            </a:pP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zh-TW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6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13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6</a:t>
            </a:r>
            <a:r>
              <a:rPr lang="en-US" altLang="ja-JP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6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zh-TW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47</a:t>
            </a:r>
            <a:r>
              <a:rPr lang="zh-TW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  <p:sp>
        <p:nvSpPr>
          <p:cNvPr id="4" name="文字方塊 3"/>
          <p:cNvSpPr txBox="1"/>
          <p:nvPr/>
        </p:nvSpPr>
        <p:spPr>
          <a:xfrm>
            <a:off x="395536" y="699542"/>
            <a:ext cx="8280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400" b="1" dirty="0" smtClean="0">
                <a:latin typeface="微軟正黑體"/>
                <a:ea typeface="微軟正黑體"/>
                <a:cs typeface="微軟正黑體"/>
              </a:rPr>
              <a:t>  </a:t>
            </a:r>
            <a:r>
              <a:rPr lang="en-US" altLang="zh-TW" sz="4200" b="1" dirty="0" smtClean="0">
                <a:latin typeface="全宋體-2" pitchFamily="18" charset="-120"/>
                <a:ea typeface="全宋體-2" pitchFamily="18" charset="-120"/>
                <a:cs typeface="微軟正黑體"/>
              </a:rPr>
              <a:t>3</a:t>
            </a:r>
            <a:r>
              <a:rPr lang="en-US" altLang="zh-TW" sz="4200" b="1" dirty="0" smtClean="0">
                <a:latin typeface="全宋體-2" pitchFamily="18" charset="-120"/>
                <a:ea typeface="全宋體-2" pitchFamily="18" charset="-120"/>
                <a:cs typeface="微軟正黑體"/>
              </a:rPr>
              <a:t>-</a:t>
            </a:r>
            <a:r>
              <a:rPr lang="en-US" altLang="zh-TW" sz="4200" b="1" dirty="0" smtClean="0">
                <a:latin typeface="全宋體-2" pitchFamily="18" charset="-120"/>
                <a:ea typeface="全宋體-2" pitchFamily="18" charset="-120"/>
                <a:cs typeface="微軟正黑體"/>
              </a:rPr>
              <a:t>2.</a:t>
            </a:r>
            <a:endParaRPr kumimoji="1" lang="zh-TW" altLang="en-US" sz="4200" b="1" dirty="0"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2" name="文字方塊 1"/>
          <p:cNvSpPr txBox="1"/>
          <p:nvPr/>
        </p:nvSpPr>
        <p:spPr>
          <a:xfrm>
            <a:off x="6767736" y="699542"/>
            <a:ext cx="2376264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3800" b="1" dirty="0" smtClean="0">
                <a:latin typeface="全宋體-2" pitchFamily="18" charset="-120"/>
                <a:ea typeface="全宋體-2" pitchFamily="18" charset="-120"/>
                <a:cs typeface="微軟正黑體"/>
              </a:rPr>
              <a:t>【</a:t>
            </a:r>
            <a:r>
              <a:rPr kumimoji="1" lang="zh-TW" altLang="en-US" sz="3800" b="1" dirty="0" smtClean="0">
                <a:latin typeface="全宋體-2" pitchFamily="18" charset="-120"/>
                <a:ea typeface="全宋體-2" pitchFamily="18" charset="-120"/>
                <a:cs typeface="微軟正黑體"/>
              </a:rPr>
              <a:t>複歌</a:t>
            </a:r>
            <a:r>
              <a:rPr kumimoji="1" lang="en-US" altLang="zh-TW" sz="3800" b="1" dirty="0" smtClean="0">
                <a:latin typeface="全宋體-2" pitchFamily="18" charset="-120"/>
                <a:ea typeface="全宋體-2" pitchFamily="18" charset="-120"/>
                <a:cs typeface="微軟正黑體"/>
              </a:rPr>
              <a:t>】</a:t>
            </a:r>
            <a:endParaRPr kumimoji="1" lang="zh-TW" altLang="en-US" sz="3800" b="1" dirty="0"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152147074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20636</TotalTime>
  <Words>194</Words>
  <Application>Microsoft Macintosh PowerPoint</Application>
  <PresentationFormat>如螢幕大小 (16:9)</PresentationFormat>
  <Paragraphs>42</Paragraphs>
  <Slides>6</Slides>
  <Notes>6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6</vt:i4>
      </vt:variant>
    </vt:vector>
  </HeadingPairs>
  <TitlesOfParts>
    <vt:vector size="7" baseType="lpstr">
      <vt:lpstr>Office 佈景主題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Church</dc:creator>
  <cp:lastModifiedBy>ＭＡＣ</cp:lastModifiedBy>
  <cp:revision>4694</cp:revision>
  <dcterms:created xsi:type="dcterms:W3CDTF">2009-02-27T08:32:01Z</dcterms:created>
  <dcterms:modified xsi:type="dcterms:W3CDTF">2023-09-02T12:36:05Z</dcterms:modified>
</cp:coreProperties>
</file>