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5288" r:id="rId2"/>
    <p:sldId id="5289" r:id="rId3"/>
    <p:sldId id="5290" r:id="rId4"/>
    <p:sldId id="5291" r:id="rId5"/>
    <p:sldId id="5292" r:id="rId6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376" y="-1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interSettings" Target="printerSettings/printerSettings1.bin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21/10/2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5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21/10/2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21/10/2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21/10/2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21/10/2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21/10/2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21/10/2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21/10/2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21/10/2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21/10/2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21/10/2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21/10/2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21/10/2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203598"/>
            <a:ext cx="9114119" cy="3744416"/>
          </a:xfrm>
        </p:spPr>
        <p:txBody>
          <a:bodyPr/>
          <a:lstStyle/>
          <a:p>
            <a:r>
              <a:rPr lang="zh-TW" altLang="en-US" sz="4400" b="1" dirty="0">
                <a:solidFill>
                  <a:schemeClr val="tx1"/>
                </a:solidFill>
                <a:latin typeface="微軟正黑體"/>
                <a:ea typeface="微軟正黑體"/>
                <a:cs typeface="微軟正黑體"/>
              </a:rPr>
              <a:t>上主的水泉有水滿滿，</a:t>
            </a:r>
          </a:p>
          <a:p>
            <a:r>
              <a:rPr lang="zh-TW" altLang="en-US" sz="44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欲賞賜豐盛的活命；</a:t>
            </a:r>
          </a:p>
          <a:p>
            <a:r>
              <a:rPr lang="zh-TW" altLang="en-US" sz="4400" b="1" dirty="0">
                <a:solidFill>
                  <a:schemeClr val="tx1"/>
                </a:solidFill>
                <a:latin typeface="微軟正黑體"/>
                <a:ea typeface="微軟正黑體"/>
                <a:cs typeface="微軟正黑體"/>
              </a:rPr>
              <a:t>見若人所欠祂欲賞賜，</a:t>
            </a:r>
          </a:p>
          <a:p>
            <a:r>
              <a:rPr lang="zh-TW" altLang="en-US" sz="44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互你及我無欠一件。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51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</a:t>
            </a:r>
            <a:r>
              <a:rPr lang="ja-JP" altLang="en-US" sz="3000" u="sng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（</a:t>
            </a:r>
            <a:r>
              <a:rPr lang="en-US" altLang="ja-JP" sz="3000" u="sng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1</a:t>
            </a:r>
            <a:r>
              <a:rPr lang="en-US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5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136</a:t>
            </a:r>
            <a:endParaRPr lang="ja-JP" altLang="en-US" sz="3000" u="sng" dirty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1.</a:t>
            </a:r>
            <a:endParaRPr lang="zh-TW" altLang="en-US" sz="4400" b="1" dirty="0">
              <a:solidFill>
                <a:prstClr val="black"/>
              </a:solidFill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13070308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203598"/>
            <a:ext cx="9114119" cy="3744416"/>
          </a:xfrm>
        </p:spPr>
        <p:txBody>
          <a:bodyPr/>
          <a:lstStyle/>
          <a:p>
            <a:r>
              <a:rPr lang="zh-TW" altLang="en-US" sz="4400" b="1" dirty="0">
                <a:solidFill>
                  <a:schemeClr val="tx1"/>
                </a:solidFill>
                <a:latin typeface="微軟正黑體"/>
                <a:ea typeface="微軟正黑體"/>
                <a:cs typeface="微軟正黑體"/>
              </a:rPr>
              <a:t>上主的水泉洗清罪過，</a:t>
            </a:r>
          </a:p>
          <a:p>
            <a:r>
              <a:rPr lang="zh-TW" altLang="en-US" sz="44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互人改變，得新活命；</a:t>
            </a:r>
          </a:p>
          <a:p>
            <a:r>
              <a:rPr lang="zh-TW" altLang="en-US" sz="4400" b="1" dirty="0">
                <a:solidFill>
                  <a:schemeClr val="tx1"/>
                </a:solidFill>
                <a:latin typeface="微軟正黑體"/>
                <a:ea typeface="微軟正黑體"/>
                <a:cs typeface="微軟正黑體"/>
              </a:rPr>
              <a:t>溪邊焦燥地也欲開花， </a:t>
            </a:r>
          </a:p>
          <a:p>
            <a:r>
              <a:rPr lang="zh-TW" altLang="en-US" sz="44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祈求的人欲得夠額。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51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2</a:t>
            </a:r>
            <a:r>
              <a:rPr lang="en-US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5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136</a:t>
            </a:r>
            <a:endParaRPr lang="ja-JP" altLang="en-US" sz="3000" u="sng" dirty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2.</a:t>
            </a:r>
            <a:endParaRPr lang="zh-TW" altLang="en-US" sz="4400" b="1" dirty="0">
              <a:solidFill>
                <a:prstClr val="black"/>
              </a:solidFill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19573102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203598"/>
            <a:ext cx="9114119" cy="3744416"/>
          </a:xfrm>
        </p:spPr>
        <p:txBody>
          <a:bodyPr/>
          <a:lstStyle/>
          <a:p>
            <a:r>
              <a:rPr lang="zh-TW" altLang="en-US" sz="4400" b="1" dirty="0">
                <a:solidFill>
                  <a:schemeClr val="tx1"/>
                </a:solidFill>
                <a:latin typeface="微軟正黑體"/>
                <a:ea typeface="微軟正黑體"/>
                <a:cs typeface="微軟正黑體"/>
              </a:rPr>
              <a:t>上主的水泉賜咱拯救，</a:t>
            </a:r>
          </a:p>
          <a:p>
            <a:r>
              <a:rPr lang="zh-TW" altLang="en-US" sz="44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有清靜奇妙的平安；</a:t>
            </a:r>
          </a:p>
          <a:p>
            <a:r>
              <a:rPr lang="zh-TW" altLang="en-US" sz="4400" b="1" dirty="0">
                <a:solidFill>
                  <a:schemeClr val="tx1"/>
                </a:solidFill>
                <a:latin typeface="微軟正黑體"/>
                <a:ea typeface="微軟正黑體"/>
                <a:cs typeface="微軟正黑體"/>
              </a:rPr>
              <a:t>佇洗禮中間領受平安，</a:t>
            </a:r>
          </a:p>
          <a:p>
            <a:r>
              <a:rPr lang="zh-TW" altLang="en-US" sz="44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為你，為我，逐項備辦。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51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3</a:t>
            </a:r>
            <a:r>
              <a:rPr lang="en-US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5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136</a:t>
            </a:r>
            <a:endParaRPr lang="ja-JP" altLang="en-US" sz="3000" u="sng" dirty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3.</a:t>
            </a:r>
            <a:endParaRPr lang="zh-TW" altLang="en-US" sz="4400" b="1" dirty="0">
              <a:solidFill>
                <a:prstClr val="black"/>
              </a:solidFill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9153474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203598"/>
            <a:ext cx="9114119" cy="3744416"/>
          </a:xfrm>
        </p:spPr>
        <p:txBody>
          <a:bodyPr/>
          <a:lstStyle/>
          <a:p>
            <a:r>
              <a:rPr lang="zh-TW" altLang="en-US" sz="4400" b="1" dirty="0">
                <a:solidFill>
                  <a:schemeClr val="tx1"/>
                </a:solidFill>
                <a:latin typeface="微軟正黑體"/>
                <a:ea typeface="微軟正黑體"/>
                <a:cs typeface="微軟正黑體"/>
              </a:rPr>
              <a:t>上主的水泉賜互逐人，</a:t>
            </a:r>
          </a:p>
          <a:p>
            <a:r>
              <a:rPr lang="zh-TW" altLang="en-US" sz="44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逐時逐位</a:t>
            </a:r>
            <a:r>
              <a:rPr lang="zh-TW" altLang="en-US" sz="44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永</a:t>
            </a:r>
            <a:r>
              <a:rPr lang="en-US" altLang="zh-TW" sz="4400" b="1" dirty="0" smtClean="0">
                <a:solidFill>
                  <a:srgbClr val="0000CC"/>
                </a:solidFill>
                <a:latin typeface="EUDC" pitchFamily="49" charset="-120"/>
                <a:ea typeface="EUDC" pitchFamily="49" charset="-120"/>
              </a:rPr>
              <a:t></a:t>
            </a:r>
            <a:r>
              <a:rPr lang="zh-TW" altLang="en-US" sz="44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枯</a:t>
            </a:r>
            <a:r>
              <a:rPr lang="zh-TW" altLang="en-US" sz="44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焦；</a:t>
            </a:r>
          </a:p>
          <a:p>
            <a:r>
              <a:rPr lang="zh-TW" altLang="en-US" sz="4400" b="1" dirty="0">
                <a:solidFill>
                  <a:schemeClr val="tx1"/>
                </a:solidFill>
                <a:latin typeface="微軟正黑體"/>
                <a:ea typeface="微軟正黑體"/>
                <a:cs typeface="微軟正黑體"/>
              </a:rPr>
              <a:t>恩惠欲滿滿到佇臨終，</a:t>
            </a:r>
          </a:p>
          <a:p>
            <a:r>
              <a:rPr lang="zh-TW" altLang="en-US" sz="44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供給你我充足夠額。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51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4</a:t>
            </a:r>
            <a:r>
              <a:rPr lang="en-US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5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136</a:t>
            </a:r>
            <a:endParaRPr lang="ja-JP" altLang="en-US" sz="3000" u="sng" dirty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4.</a:t>
            </a:r>
            <a:endParaRPr lang="zh-TW" altLang="en-US" sz="4400" b="1" dirty="0">
              <a:solidFill>
                <a:prstClr val="black"/>
              </a:solidFill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81240057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203598"/>
            <a:ext cx="9114119" cy="3744416"/>
          </a:xfrm>
        </p:spPr>
        <p:txBody>
          <a:bodyPr/>
          <a:lstStyle/>
          <a:p>
            <a:r>
              <a:rPr lang="zh-TW" altLang="en-US" sz="4400" b="1" dirty="0" smtClean="0">
                <a:solidFill>
                  <a:schemeClr val="tx1"/>
                </a:solidFill>
                <a:latin typeface="微軟正黑體"/>
                <a:ea typeface="微軟正黑體"/>
                <a:cs typeface="微軟正黑體"/>
              </a:rPr>
              <a:t>咱</a:t>
            </a:r>
            <a:r>
              <a:rPr lang="en-US" altLang="zh-TW" sz="4400" b="1" dirty="0" smtClean="0">
                <a:solidFill>
                  <a:schemeClr val="tx1"/>
                </a:solidFill>
                <a:latin typeface="EUDC" pitchFamily="49" charset="-120"/>
                <a:ea typeface="EUDC" pitchFamily="49" charset="-120"/>
              </a:rPr>
              <a:t></a:t>
            </a:r>
            <a:r>
              <a:rPr lang="zh-TW" altLang="en-US" sz="4400" b="1" dirty="0" smtClean="0">
                <a:solidFill>
                  <a:schemeClr val="tx1"/>
                </a:solidFill>
                <a:latin typeface="微軟正黑體"/>
                <a:ea typeface="微軟正黑體"/>
                <a:cs typeface="微軟正黑體"/>
              </a:rPr>
              <a:t>此世間</a:t>
            </a:r>
            <a:r>
              <a:rPr lang="en-US" altLang="zh-TW" sz="4400" b="1" dirty="0" smtClean="0">
                <a:solidFill>
                  <a:schemeClr val="tx1"/>
                </a:solidFill>
                <a:latin typeface="EUDC" pitchFamily="49" charset="-120"/>
                <a:ea typeface="EUDC" pitchFamily="49" charset="-120"/>
              </a:rPr>
              <a:t></a:t>
            </a:r>
            <a:r>
              <a:rPr lang="zh-TW" altLang="en-US" sz="4400" b="1" dirty="0" smtClean="0">
                <a:solidFill>
                  <a:schemeClr val="tx1"/>
                </a:solidFill>
                <a:latin typeface="微軟正黑體"/>
                <a:ea typeface="微軟正黑體"/>
                <a:cs typeface="微軟正黑體"/>
              </a:rPr>
              <a:t>免</a:t>
            </a:r>
            <a:r>
              <a:rPr lang="zh-TW" altLang="en-US" sz="4400" b="1" dirty="0">
                <a:solidFill>
                  <a:schemeClr val="tx1"/>
                </a:solidFill>
                <a:latin typeface="微軟正黑體"/>
                <a:ea typeface="微軟正黑體"/>
                <a:cs typeface="微軟正黑體"/>
              </a:rPr>
              <a:t>驚惶，</a:t>
            </a:r>
          </a:p>
          <a:p>
            <a:r>
              <a:rPr lang="zh-TW" altLang="en-US" sz="44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照主教示生活、工作；</a:t>
            </a:r>
          </a:p>
          <a:p>
            <a:r>
              <a:rPr lang="zh-TW" altLang="en-US" sz="4400" b="1" dirty="0">
                <a:solidFill>
                  <a:schemeClr val="tx1"/>
                </a:solidFill>
                <a:latin typeface="微軟正黑體"/>
                <a:ea typeface="微軟正黑體"/>
                <a:cs typeface="微軟正黑體"/>
              </a:rPr>
              <a:t>上主的水泉賜咱氣力，</a:t>
            </a:r>
          </a:p>
          <a:p>
            <a:r>
              <a:rPr lang="zh-TW" altLang="en-US" sz="44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互咱做祂忠實奴僕。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51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5</a:t>
            </a:r>
            <a:r>
              <a:rPr lang="en-US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5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136</a:t>
            </a:r>
            <a:endParaRPr lang="ja-JP" altLang="en-US" sz="3000" u="sng" dirty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5.</a:t>
            </a:r>
            <a:endParaRPr lang="zh-TW" altLang="en-US" sz="4400" b="1" dirty="0">
              <a:solidFill>
                <a:prstClr val="black"/>
              </a:solidFill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8889366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20639</TotalTime>
  <Words>161</Words>
  <Application>Microsoft Macintosh PowerPoint</Application>
  <PresentationFormat>如螢幕大小 (16:9)</PresentationFormat>
  <Paragraphs>35</Paragraphs>
  <Slides>5</Slides>
  <Notes>5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6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4704</cp:revision>
  <dcterms:created xsi:type="dcterms:W3CDTF">2009-02-27T08:32:01Z</dcterms:created>
  <dcterms:modified xsi:type="dcterms:W3CDTF">2021-10-02T11:27:07Z</dcterms:modified>
</cp:coreProperties>
</file>