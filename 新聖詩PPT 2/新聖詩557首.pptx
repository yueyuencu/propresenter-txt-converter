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5" r:id="rId2"/>
    <p:sldId id="5276" r:id="rId3"/>
    <p:sldId id="5277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856" y="-7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16/4/23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16/4/23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16/4/23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16/4/23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16/4/23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16/4/23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16/4/23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16/4/23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16/4/23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16/4/23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16/4/23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16/4/23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16/4/23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咱著尋求主上帝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，明白祂新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道路，</a:t>
            </a:r>
          </a:p>
          <a:p>
            <a:r>
              <a:rPr lang="zh-TW" altLang="zh-TW" b="1" dirty="0">
                <a:solidFill>
                  <a:srgbClr val="0000CC"/>
                </a:solidFill>
                <a:latin typeface="EUDC" panose="02020309000000000000" pitchFamily="49" charset="-120"/>
                <a:ea typeface="EUDC" panose="02020309000000000000" pitchFamily="49" charset="-120"/>
              </a:rPr>
              <a:t>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是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空空啲敬拜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，用敬虔話謳咾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尋祂著行祂旨意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，排除單調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、操勞，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就會看祂面榮光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，體驗喜樂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極好。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06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7466373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咱若欣慕主憐憫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，也著學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主模範，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分享耶穌的榮光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，反照祂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的完全；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拍開兇惡眾監牢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，摃斷奴隸鎖鍊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仁慈款待困苦人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，享受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自由恩典。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06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287538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著深入認識上帝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，重新用心識祂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著成聖做主聖殿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，受分別服事祂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主揀召咱有目的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，做祂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恩典器具，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宣揚、醫治眾苦痛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，創傷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、艱難掃除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57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06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3130412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20629</TotalTime>
  <Words>128</Words>
  <Application>Microsoft Macintosh PowerPoint</Application>
  <PresentationFormat>如螢幕大小 (4:3)</PresentationFormat>
  <Paragraphs>18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4694</cp:revision>
  <dcterms:created xsi:type="dcterms:W3CDTF">2009-02-27T08:32:01Z</dcterms:created>
  <dcterms:modified xsi:type="dcterms:W3CDTF">2016-04-23T14:05:12Z</dcterms:modified>
</cp:coreProperties>
</file>