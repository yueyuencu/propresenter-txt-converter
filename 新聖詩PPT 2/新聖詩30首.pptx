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7300" r:id="rId2"/>
    <p:sldId id="27301" r:id="rId3"/>
    <p:sldId id="27302" r:id="rId4"/>
    <p:sldId id="27303" r:id="rId5"/>
    <p:sldId id="27304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2025/10/18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061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1565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8008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1541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9521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8917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9662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46643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5839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8025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8918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40414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40448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22975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60454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34431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0346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294836" y="131790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細漢囝仔謳咾天父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副標題 6">
            <a:extLst>
              <a:ext uri="{FF2B5EF4-FFF2-40B4-BE49-F238E27FC236}">
                <a16:creationId xmlns:a16="http://schemas.microsoft.com/office/drawing/2014/main" id="{E05FE760-7D6C-2A4A-9E65-808D20C89163}"/>
              </a:ext>
            </a:extLst>
          </p:cNvPr>
          <p:cNvSpPr txBox="1">
            <a:spLocks/>
          </p:cNvSpPr>
          <p:nvPr/>
        </p:nvSpPr>
        <p:spPr bwMode="auto">
          <a:xfrm>
            <a:off x="5196" y="1289834"/>
            <a:ext cx="9174088" cy="37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8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2" indent="0" algn="ctr" defTabSz="9143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8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kumimoji="0"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細漢囝仔謳咾天父，</a:t>
            </a:r>
          </a:p>
          <a:p>
            <a:pPr>
              <a:spcBef>
                <a:spcPts val="1200"/>
              </a:spcBef>
            </a:pPr>
            <a:r>
              <a:rPr kumimoji="0"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祂疼咱，祂疼咱，</a:t>
            </a:r>
          </a:p>
          <a:p>
            <a:pPr>
              <a:spcBef>
                <a:spcPts val="1200"/>
              </a:spcBef>
            </a:pPr>
            <a:r>
              <a:rPr kumimoji="0"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0"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0"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kumimoji="0"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細漢囝仔謳咾天父，</a:t>
            </a:r>
          </a:p>
          <a:p>
            <a:pPr>
              <a:spcBef>
                <a:spcPts val="1200"/>
              </a:spcBef>
            </a:pPr>
            <a:r>
              <a:rPr kumimoji="0"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祂疼咱，祂疼咱。</a:t>
            </a:r>
          </a:p>
          <a:p>
            <a:pPr algn="r">
              <a:spcBef>
                <a:spcPts val="1200"/>
              </a:spcBef>
            </a:pPr>
            <a:r>
              <a:rPr kumimoji="0"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kumimoji="0"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</a:t>
            </a:r>
            <a:r>
              <a:rPr kumimoji="0"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kumimoji="0"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kumimoji="0"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</a:t>
            </a:r>
            <a:r>
              <a:rPr kumimoji="0"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kumimoji="0"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kumimoji="0"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405</a:t>
            </a:r>
            <a:r>
              <a:rPr kumimoji="0"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kumimoji="0"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11909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細漢囝仔謳咾天父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59FB122-B2D7-1947-A057-B063BBBFA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6" y="1289834"/>
            <a:ext cx="9174088" cy="373018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細漢囝仔感謝天父，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祂疼咱，祂疼咱。</a:t>
            </a:r>
          </a:p>
          <a:p>
            <a:pPr>
              <a:spcBef>
                <a:spcPts val="120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細漢囝仔謳咾天父，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祂疼咱，祂疼咱。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46361B9-A25B-BC4F-918C-E4BAF7DA116B}"/>
              </a:ext>
            </a:extLst>
          </p:cNvPr>
          <p:cNvSpPr txBox="1"/>
          <p:nvPr/>
        </p:nvSpPr>
        <p:spPr>
          <a:xfrm>
            <a:off x="1294836" y="131790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6982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細漢囝仔謳咾天父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59FB122-B2D7-1947-A057-B063BBBFA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6" y="1289834"/>
            <a:ext cx="9174088" cy="373018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細漢囝仔祈禱天父，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祂疼咱，祂疼咱。</a:t>
            </a:r>
          </a:p>
          <a:p>
            <a:pPr>
              <a:spcBef>
                <a:spcPts val="120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細漢囝仔謳咾天父，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祂疼咱，祂疼咱。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44F7A83-839E-6A47-8E0B-94DBB3470E08}"/>
              </a:ext>
            </a:extLst>
          </p:cNvPr>
          <p:cNvSpPr txBox="1"/>
          <p:nvPr/>
        </p:nvSpPr>
        <p:spPr>
          <a:xfrm>
            <a:off x="1294836" y="131790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0361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細漢囝仔謳咾天父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59FB122-B2D7-1947-A057-B063BBBFA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6" y="1289834"/>
            <a:ext cx="9174088" cy="373018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細漢囝仔敬愛天父，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祂疼咱，祂疼咱。</a:t>
            </a:r>
          </a:p>
          <a:p>
            <a:pPr>
              <a:spcBef>
                <a:spcPts val="120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細漢囝仔謳咾天父，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祂疼咱，祂疼咱。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A30483E-5D3B-B741-B5FE-C281B0D453E1}"/>
              </a:ext>
            </a:extLst>
          </p:cNvPr>
          <p:cNvSpPr txBox="1"/>
          <p:nvPr/>
        </p:nvSpPr>
        <p:spPr>
          <a:xfrm>
            <a:off x="1294836" y="131790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7998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細漢囝仔謳咾天父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59FB122-B2D7-1947-A057-B063BBBFA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6" y="1289834"/>
            <a:ext cx="9174088" cy="373018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細漢囝仔榮光天父，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祂疼咱，祂疼咱。</a:t>
            </a:r>
          </a:p>
          <a:p>
            <a:pPr>
              <a:spcBef>
                <a:spcPts val="120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細漢囝仔謳咾天父，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祂疼咱，祂疼咱。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696B42-07DC-0F43-9473-4A49ADC28EF8}"/>
              </a:ext>
            </a:extLst>
          </p:cNvPr>
          <p:cNvSpPr txBox="1"/>
          <p:nvPr/>
        </p:nvSpPr>
        <p:spPr>
          <a:xfrm>
            <a:off x="1294836" y="131790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7982193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20644</TotalTime>
  <Words>277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2025-10-17T23:56:40Z</dcterms:modified>
</cp:coreProperties>
</file>