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417" r:id="rId2"/>
    <p:sldId id="25418" r:id="rId3"/>
    <p:sldId id="25419" r:id="rId4"/>
    <p:sldId id="25420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2024/6/14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4372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9691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0932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4007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94553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68158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31332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72227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08461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40813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66360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45573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07544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33578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2253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2024/6/14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64951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1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耶穌作咱牧者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耶穌作咱牧者，顧咱攏無害，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抱佇祂的胸前，真安穩自在；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咱應該著隨祂，倚靠祂導路，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無論經過曠野，抑是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草埔。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141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75606"/>
            <a:ext cx="1224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21497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1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耶穌作咱牧者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耶穌作咱牧者，咱識祂聲音，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祂細聲來教示，感動咱的心；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有時雖然責備，用溫柔慈悲，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只有祂會導咱，咱是屬佇祂。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141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75606"/>
            <a:ext cx="1224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26012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1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耶穌作咱牧者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耶穌作咱牧者，為著羊來死，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用所流的寶血，洗羊羔清氣；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逐隻羊有記號，是牧者蓋印，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若有主的款式，就屬祂本身。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141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75606"/>
            <a:ext cx="1224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8265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1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耶穌作咱牧者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耶穌作咱牧者，靠祂手保護，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豺狼雖然極多，羊群祂照顧；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經過死蔭山谷，烏暗真通驚，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咱著好膽進前，隨祂穩當贏。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141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75606"/>
            <a:ext cx="1224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5719909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20635</TotalTime>
  <Words>243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4694</cp:revision>
  <dcterms:created xsi:type="dcterms:W3CDTF">2009-02-27T08:32:01Z</dcterms:created>
  <dcterms:modified xsi:type="dcterms:W3CDTF">2024-06-14T13:08:01Z</dcterms:modified>
</cp:coreProperties>
</file>