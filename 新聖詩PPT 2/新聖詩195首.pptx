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001" r:id="rId2"/>
    <p:sldId id="25002" r:id="rId3"/>
    <p:sldId id="25003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049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211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87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8865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0475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4137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9372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258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203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144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7890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75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2096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3013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8322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69DC3969-CF9C-854D-AE7E-60FE18225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我的心是土地，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愛種落祢的話，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若是殷勤栽培，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就欲結實多多。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我的心是土地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1203598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9141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我的心是土地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441ED6E-2E96-8B43-B78A-2E8E23833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祢的話是種籽，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佇我心緊芏芛，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灌沃聖神活水，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就欲結實虆虆。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4439521-1541-0B45-BBEA-F6C80F9F70DD}"/>
              </a:ext>
            </a:extLst>
          </p:cNvPr>
          <p:cNvSpPr txBox="1"/>
          <p:nvPr/>
        </p:nvSpPr>
        <p:spPr>
          <a:xfrm>
            <a:off x="1259632" y="1203598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7543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我的心是土地</a:t>
            </a:r>
          </a:p>
        </p:txBody>
      </p:sp>
      <p:sp>
        <p:nvSpPr>
          <p:cNvPr id="5" name="副標題 6">
            <a:extLst>
              <a:ext uri="{FF2B5EF4-FFF2-40B4-BE49-F238E27FC236}">
                <a16:creationId xmlns:a16="http://schemas.microsoft.com/office/drawing/2014/main" id="{00E9DFD3-EF5C-9A4B-A779-D47FA76BB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主的道是真理，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欲長大佇心裡，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時常勉勵教示，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行踏合主旨意。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DBB9BD-D96B-B94E-B9CA-F31BAA5815CC}"/>
              </a:ext>
            </a:extLst>
          </p:cNvPr>
          <p:cNvSpPr txBox="1"/>
          <p:nvPr/>
        </p:nvSpPr>
        <p:spPr>
          <a:xfrm>
            <a:off x="1259632" y="1203598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2223239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123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2024-11-09T01:50:54Z</dcterms:modified>
</cp:coreProperties>
</file>