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0"/>
  </p:notesMasterIdLst>
  <p:sldIdLst>
    <p:sldId id="25001" r:id="rId2"/>
    <p:sldId id="25002" r:id="rId3"/>
    <p:sldId id="25003" r:id="rId4"/>
    <p:sldId id="25004" r:id="rId5"/>
    <p:sldId id="25005" r:id="rId6"/>
    <p:sldId id="25006" r:id="rId7"/>
    <p:sldId id="25007" r:id="rId8"/>
    <p:sldId id="25008" r:id="rId9"/>
  </p:sldIdLst>
  <p:sldSz cx="9144000" cy="5143500" type="screen16x9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789" autoAdjust="0"/>
    <p:restoredTop sz="92222" autoAdjust="0"/>
  </p:normalViewPr>
  <p:slideViewPr>
    <p:cSldViewPr>
      <p:cViewPr varScale="1">
        <p:scale>
          <a:sx n="113" d="100"/>
          <a:sy n="113" d="100"/>
        </p:scale>
        <p:origin x="720" y="168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2025/6/7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/>
              <a:t>按一下以編輯母片文字樣式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313744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120039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883834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154761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518805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6762217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51726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282945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20"/>
            <a:ext cx="7772400" cy="1102519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2025/6/7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8136066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2025/6/7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8331778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2025/6/7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6139459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2025/6/7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8567939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7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7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2025/6/7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720907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2025/6/7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2838017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2025/6/7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7776820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2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2" y="1076327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2025/6/7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8355909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8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2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2025/6/7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7279734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2025/6/7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8898192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2025/6/7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7722328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05979"/>
            <a:ext cx="8229600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200151"/>
            <a:ext cx="8229600" cy="3394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2025/6/7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0284635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189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378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566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754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892" indent="-342892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31" indent="-285743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2" indent="-228594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8" indent="-228594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5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8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2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259632" y="339502"/>
            <a:ext cx="6120680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35496" y="1151651"/>
            <a:ext cx="216024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  </a:t>
            </a: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1-1.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259632" y="334882"/>
            <a:ext cx="612068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疼痛聖神，求祢降臨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  <p:sp>
        <p:nvSpPr>
          <p:cNvPr id="8" name="副標題 6">
            <a:extLst>
              <a:ext uri="{FF2B5EF4-FFF2-40B4-BE49-F238E27FC236}">
                <a16:creationId xmlns:a16="http://schemas.microsoft.com/office/drawing/2014/main" id="{D6FA1911-9B7E-8D44-9190-3383651D83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275606"/>
            <a:ext cx="9144000" cy="3744416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疼痛聖神，求祢降臨，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感動阮得完全，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助阮經驗祢的國度，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擴展祢的掌管。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 algn="r">
              <a:spcBef>
                <a:spcPts val="1200"/>
              </a:spcBef>
            </a:pP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新聖詩1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65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(1/8)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150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en-US" altLang="zh-TW" sz="3000" u="sng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4039668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259632" y="339502"/>
            <a:ext cx="6120680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35496" y="1151651"/>
            <a:ext cx="216024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  </a:t>
            </a: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1-2.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259632" y="334882"/>
            <a:ext cx="612068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疼痛聖神，求祢降臨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  <p:sp>
        <p:nvSpPr>
          <p:cNvPr id="9" name="副標題 6">
            <a:extLst>
              <a:ext uri="{FF2B5EF4-FFF2-40B4-BE49-F238E27FC236}">
                <a16:creationId xmlns:a16="http://schemas.microsoft.com/office/drawing/2014/main" id="{F9AE4E6B-9EB7-9942-B537-5C160800EC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496" y="1963800"/>
            <a:ext cx="9114119" cy="2664296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懇求聖神活命充滿阮。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懇求聖神活命充滿阮。</a:t>
            </a:r>
          </a:p>
          <a:p>
            <a:pPr algn="r">
              <a:spcBef>
                <a:spcPts val="1200"/>
              </a:spcBef>
            </a:pP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新聖詩1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65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(2/8)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150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en-US" altLang="zh-TW" sz="3000" u="sng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E4970966-275D-7846-96A6-49D6CA14773E}"/>
              </a:ext>
            </a:extLst>
          </p:cNvPr>
          <p:cNvSpPr txBox="1"/>
          <p:nvPr/>
        </p:nvSpPr>
        <p:spPr>
          <a:xfrm>
            <a:off x="201402" y="1921092"/>
            <a:ext cx="21164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【</a:t>
            </a:r>
            <a:r>
              <a:rPr lang="zh-TW" altLang="en-US" sz="32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複歌</a:t>
            </a:r>
            <a:r>
              <a:rPr lang="en-US" altLang="zh-TW" sz="32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】</a:t>
            </a:r>
            <a:endParaRPr lang="zh-TW" altLang="en-US" sz="32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26402917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259632" y="339502"/>
            <a:ext cx="6120680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35496" y="1151651"/>
            <a:ext cx="216024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  </a:t>
            </a:r>
            <a:r>
              <a:rPr lang="en-US" altLang="zh-TW" sz="40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-1.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259632" y="334882"/>
            <a:ext cx="612068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疼痛聖神，求祢降臨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  <p:sp>
        <p:nvSpPr>
          <p:cNvPr id="9" name="副標題 6">
            <a:extLst>
              <a:ext uri="{FF2B5EF4-FFF2-40B4-BE49-F238E27FC236}">
                <a16:creationId xmlns:a16="http://schemas.microsoft.com/office/drawing/2014/main" id="{877B0040-C517-5A43-B1FD-999D4CACBF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580" y="1275606"/>
            <a:ext cx="9114119" cy="3744416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疼痛聖神，求祢點</a:t>
            </a:r>
            <a:r>
              <a:rPr lang="zh-TW" altLang="en-US" sz="39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𤏸，</a:t>
            </a:r>
            <a:endParaRPr lang="en-US" altLang="zh-TW" sz="39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對主火熱信仰，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助祢子民追求合一，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用禮拜及行動。 </a:t>
            </a:r>
          </a:p>
          <a:p>
            <a:pPr algn="r">
              <a:spcBef>
                <a:spcPts val="1200"/>
              </a:spcBef>
            </a:pP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新聖詩1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65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(3/8)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150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en-US" altLang="zh-TW" sz="3000" u="sng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18526553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259632" y="339502"/>
            <a:ext cx="6120680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35496" y="1151651"/>
            <a:ext cx="216024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  </a:t>
            </a:r>
            <a:r>
              <a:rPr lang="en-US" altLang="zh-TW" sz="40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-2.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259632" y="334882"/>
            <a:ext cx="612068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疼痛聖神，求祢降臨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  <p:sp>
        <p:nvSpPr>
          <p:cNvPr id="9" name="副標題 6">
            <a:extLst>
              <a:ext uri="{FF2B5EF4-FFF2-40B4-BE49-F238E27FC236}">
                <a16:creationId xmlns:a16="http://schemas.microsoft.com/office/drawing/2014/main" id="{F9AE4E6B-9EB7-9942-B537-5C160800EC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496" y="1963800"/>
            <a:ext cx="9114119" cy="2664296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懇求聖神活命充滿阮。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懇求聖神活命充滿阮。</a:t>
            </a:r>
          </a:p>
          <a:p>
            <a:pPr algn="r">
              <a:spcBef>
                <a:spcPts val="1200"/>
              </a:spcBef>
            </a:pP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新聖詩1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65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(4/8)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150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en-US" altLang="zh-TW" sz="3000" u="sng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E4970966-275D-7846-96A6-49D6CA14773E}"/>
              </a:ext>
            </a:extLst>
          </p:cNvPr>
          <p:cNvSpPr txBox="1"/>
          <p:nvPr/>
        </p:nvSpPr>
        <p:spPr>
          <a:xfrm>
            <a:off x="201402" y="1921092"/>
            <a:ext cx="21164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【</a:t>
            </a:r>
            <a:r>
              <a:rPr lang="zh-TW" altLang="en-US" sz="32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複歌</a:t>
            </a:r>
            <a:r>
              <a:rPr lang="en-US" altLang="zh-TW" sz="32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】</a:t>
            </a:r>
            <a:endParaRPr lang="zh-TW" altLang="en-US" sz="32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42392342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259632" y="339502"/>
            <a:ext cx="6120680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35496" y="1151651"/>
            <a:ext cx="216024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  </a:t>
            </a: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3-1.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259632" y="334882"/>
            <a:ext cx="612068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疼痛聖神，求祢降臨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  <p:sp>
        <p:nvSpPr>
          <p:cNvPr id="8" name="副標題 6">
            <a:extLst>
              <a:ext uri="{FF2B5EF4-FFF2-40B4-BE49-F238E27FC236}">
                <a16:creationId xmlns:a16="http://schemas.microsoft.com/office/drawing/2014/main" id="{2AC84F79-AA88-8F4F-8D59-05FEF8F819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496" y="1275606"/>
            <a:ext cx="9114119" cy="3744416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疼痛聖神，願祢智慧，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引導舉止言行，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祢將萬有創造換新，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助阮歡喜回應。 </a:t>
            </a:r>
          </a:p>
          <a:p>
            <a:pPr algn="r">
              <a:spcBef>
                <a:spcPts val="1200"/>
              </a:spcBef>
            </a:pP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新聖詩1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65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(5/8)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150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en-US" altLang="zh-TW" sz="3000" u="sng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3913335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259632" y="339502"/>
            <a:ext cx="6120680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35496" y="1151651"/>
            <a:ext cx="216024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  </a:t>
            </a: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3-2.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259632" y="334882"/>
            <a:ext cx="612068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疼痛聖神，求祢降臨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  <p:sp>
        <p:nvSpPr>
          <p:cNvPr id="9" name="副標題 6">
            <a:extLst>
              <a:ext uri="{FF2B5EF4-FFF2-40B4-BE49-F238E27FC236}">
                <a16:creationId xmlns:a16="http://schemas.microsoft.com/office/drawing/2014/main" id="{F9AE4E6B-9EB7-9942-B537-5C160800EC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496" y="1963800"/>
            <a:ext cx="9114119" cy="2664296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懇求聖神活命充滿阮。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懇求聖神活命充滿阮。</a:t>
            </a:r>
          </a:p>
          <a:p>
            <a:pPr algn="r">
              <a:spcBef>
                <a:spcPts val="1200"/>
              </a:spcBef>
            </a:pP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新聖詩1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65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(6/8)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150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en-US" altLang="zh-TW" sz="3000" u="sng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E4970966-275D-7846-96A6-49D6CA14773E}"/>
              </a:ext>
            </a:extLst>
          </p:cNvPr>
          <p:cNvSpPr txBox="1"/>
          <p:nvPr/>
        </p:nvSpPr>
        <p:spPr>
          <a:xfrm>
            <a:off x="201402" y="1921092"/>
            <a:ext cx="21164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【</a:t>
            </a:r>
            <a:r>
              <a:rPr lang="zh-TW" altLang="en-US" sz="32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複歌</a:t>
            </a:r>
            <a:r>
              <a:rPr lang="en-US" altLang="zh-TW" sz="32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】</a:t>
            </a:r>
            <a:endParaRPr lang="zh-TW" altLang="en-US" sz="32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3677513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259632" y="339502"/>
            <a:ext cx="6120680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35496" y="1151651"/>
            <a:ext cx="216024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  </a:t>
            </a:r>
            <a:r>
              <a:rPr lang="en-US" altLang="zh-TW" sz="40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-1.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259632" y="334882"/>
            <a:ext cx="612068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疼痛聖神，求祢降臨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  <p:sp>
        <p:nvSpPr>
          <p:cNvPr id="9" name="副標題 6">
            <a:extLst>
              <a:ext uri="{FF2B5EF4-FFF2-40B4-BE49-F238E27FC236}">
                <a16:creationId xmlns:a16="http://schemas.microsoft.com/office/drawing/2014/main" id="{0C688F2A-A49D-7A4C-BD27-866C41FA1C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881" y="1275606"/>
            <a:ext cx="9114119" cy="3744416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求祢解放混亂世界，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無有衝突驚惶，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助祢子民盡力追求，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全地和諧相疼。</a:t>
            </a:r>
          </a:p>
          <a:p>
            <a:pPr algn="r">
              <a:spcBef>
                <a:spcPts val="1200"/>
              </a:spcBef>
            </a:pP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新聖詩1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65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(7/8)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150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en-US" altLang="zh-TW" sz="3000" u="sng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22788580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259632" y="339502"/>
            <a:ext cx="6120680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35496" y="1151651"/>
            <a:ext cx="216024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  </a:t>
            </a:r>
            <a:r>
              <a:rPr lang="en-US" altLang="zh-TW" sz="40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-2.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259632" y="334882"/>
            <a:ext cx="612068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疼痛聖神，求祢降臨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  <p:sp>
        <p:nvSpPr>
          <p:cNvPr id="9" name="副標題 6">
            <a:extLst>
              <a:ext uri="{FF2B5EF4-FFF2-40B4-BE49-F238E27FC236}">
                <a16:creationId xmlns:a16="http://schemas.microsoft.com/office/drawing/2014/main" id="{F9AE4E6B-9EB7-9942-B537-5C160800EC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496" y="1963800"/>
            <a:ext cx="9114119" cy="2664296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懇求聖神活命充滿阮。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懇求聖神活命充滿阮。</a:t>
            </a:r>
          </a:p>
          <a:p>
            <a:pPr algn="r">
              <a:spcBef>
                <a:spcPts val="1200"/>
              </a:spcBef>
            </a:pP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新聖詩1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65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(8/8)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150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en-US" altLang="zh-TW" sz="3000" u="sng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E4970966-275D-7846-96A6-49D6CA14773E}"/>
              </a:ext>
            </a:extLst>
          </p:cNvPr>
          <p:cNvSpPr txBox="1"/>
          <p:nvPr/>
        </p:nvSpPr>
        <p:spPr>
          <a:xfrm>
            <a:off x="201402" y="1921092"/>
            <a:ext cx="21164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【</a:t>
            </a:r>
            <a:r>
              <a:rPr lang="zh-TW" altLang="en-US" sz="32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複歌</a:t>
            </a:r>
            <a:r>
              <a:rPr lang="en-US" altLang="zh-TW" sz="32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】</a:t>
            </a:r>
            <a:endParaRPr lang="zh-TW" altLang="en-US" sz="32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2724429665"/>
      </p:ext>
    </p:extLst>
  </p:cSld>
  <p:clrMapOvr>
    <a:masterClrMapping/>
  </p:clrMapOvr>
</p:sld>
</file>

<file path=ppt/theme/theme1.xml><?xml version="1.0" encoding="utf-8"?>
<a:theme xmlns:a="http://schemas.openxmlformats.org/drawingml/2006/main" name="6_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20659</TotalTime>
  <Words>335</Words>
  <Application>Microsoft Macintosh PowerPoint</Application>
  <PresentationFormat>如螢幕大小 (16:9)</PresentationFormat>
  <Paragraphs>60</Paragraphs>
  <Slides>8</Slides>
  <Notes>8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8</vt:i4>
      </vt:variant>
    </vt:vector>
  </HeadingPairs>
  <TitlesOfParts>
    <vt:vector size="14" baseType="lpstr">
      <vt:lpstr>全宋體-2</vt:lpstr>
      <vt:lpstr>微軟正黑體</vt:lpstr>
      <vt:lpstr>新細明體</vt:lpstr>
      <vt:lpstr>Arial</vt:lpstr>
      <vt:lpstr>Calibri</vt:lpstr>
      <vt:lpstr>6_Office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Microsoft Office User</cp:lastModifiedBy>
  <cp:revision>4713</cp:revision>
  <dcterms:created xsi:type="dcterms:W3CDTF">2009-02-27T08:32:01Z</dcterms:created>
  <dcterms:modified xsi:type="dcterms:W3CDTF">2025-06-07T01:17:35Z</dcterms:modified>
</cp:coreProperties>
</file>