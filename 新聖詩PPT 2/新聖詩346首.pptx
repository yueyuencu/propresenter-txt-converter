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302" r:id="rId2"/>
    <p:sldId id="5303" r:id="rId3"/>
    <p:sldId id="5304" r:id="rId4"/>
    <p:sldId id="5305" r:id="rId5"/>
    <p:sldId id="5306" r:id="rId6"/>
    <p:sldId id="5307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224" y="-7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23/3/23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願我愈行及主愈倚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享受屬天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安寧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欣慕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路上大光照我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導到羊羔座前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zh-TW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363412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起頭見著我主彼時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所得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幸福無比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主的話心靈奮起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體驗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極大恩惠。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1812171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早前享受平安日子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想了甜蜜歡喜；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現今抵著患難失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志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求主</a:t>
            </a:r>
            <a:r>
              <a:rPr lang="zh-TW" altLang="en-US" sz="39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通放離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407981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至聖鴿仔平安的神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願祢閣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再降臨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願降服完全相信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掌管我心。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6613868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我前所愛偶像罪過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不管伊是甚麼，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助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我完全對心遷徙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只有來敬拜祢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843702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16602" y="1203598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我今欲行及主愈倚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心神平靜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安寧</a:t>
            </a: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；</a:t>
            </a:r>
            <a:endParaRPr lang="en-US" altLang="zh-TW" sz="4000" b="1" dirty="0" smtClean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純潔真光做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前導我</a:t>
            </a:r>
            <a:r>
              <a:rPr lang="zh-TW" altLang="en-US" sz="4000" b="1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，</a:t>
            </a:r>
            <a:endParaRPr lang="en-US" altLang="zh-TW" sz="4000" b="1" dirty="0" smtClean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 smtClean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直到羊羔座前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。阿們。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346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6)</a:t>
            </a:r>
            <a:r>
              <a:rPr lang="zh-TW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271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83518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581748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20649</TotalTime>
  <Words>182</Words>
  <Application>Microsoft Macintosh PowerPoint</Application>
  <PresentationFormat>如螢幕大小 (16:9)</PresentationFormat>
  <Paragraphs>42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4702</cp:revision>
  <dcterms:created xsi:type="dcterms:W3CDTF">2009-02-27T08:32:01Z</dcterms:created>
  <dcterms:modified xsi:type="dcterms:W3CDTF">2023-03-23T12:07:31Z</dcterms:modified>
</cp:coreProperties>
</file>