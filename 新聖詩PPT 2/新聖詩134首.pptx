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001" r:id="rId2"/>
    <p:sldId id="25009" r:id="rId3"/>
    <p:sldId id="25010" r:id="rId4"/>
    <p:sldId id="25011" r:id="rId5"/>
    <p:sldId id="25012" r:id="rId6"/>
    <p:sldId id="25013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2024/5/10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1056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9999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3540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242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1100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5148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32631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86231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27752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53313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6124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92963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44214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93277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58477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1830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96182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03027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0528" y="794197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老母早導子兒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老母早導子兒，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愛主耶穌來摸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學生無明，欲趕</a:t>
            </a:r>
            <a:r>
              <a:rPr lang="zh-TW" altLang="en-US" sz="39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去，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免主互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攪吵；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134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432</a:t>
            </a:r>
          </a:p>
        </p:txBody>
      </p:sp>
    </p:spTree>
    <p:extLst>
      <p:ext uri="{BB962C8B-B14F-4D97-AF65-F5344CB8AC3E}">
        <p14:creationId xmlns:p14="http://schemas.microsoft.com/office/powerpoint/2010/main" val="2307485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0528" y="794197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老母早導子兒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救主看</a:t>
            </a:r>
            <a:r>
              <a:rPr lang="zh-TW" altLang="en-US" sz="39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互使徒擋，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就教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免去，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安慰，講，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「容允細漢囝仔通來就近我。」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134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432</a:t>
            </a:r>
          </a:p>
        </p:txBody>
      </p:sp>
    </p:spTree>
    <p:extLst>
      <p:ext uri="{BB962C8B-B14F-4D97-AF65-F5344CB8AC3E}">
        <p14:creationId xmlns:p14="http://schemas.microsoft.com/office/powerpoint/2010/main" val="3619042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0528" y="794197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老母早導子兒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是主愛接納</a:t>
            </a:r>
            <a:r>
              <a:rPr lang="zh-TW" altLang="en-US" sz="39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來導𪜶，續來抱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主作牧者，</a:t>
            </a:r>
            <a:r>
              <a:rPr lang="zh-TW" altLang="en-US" sz="39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作羊子，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恁莫得趕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去；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134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432</a:t>
            </a:r>
          </a:p>
        </p:txBody>
      </p:sp>
    </p:spTree>
    <p:extLst>
      <p:ext uri="{BB962C8B-B14F-4D97-AF65-F5344CB8AC3E}">
        <p14:creationId xmlns:p14="http://schemas.microsoft.com/office/powerpoint/2010/main" val="1114709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0528" y="794197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老母早導子兒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細子心神歸順降服，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永遠會及主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天國，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「容允細漢囝仔通來就近我。」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134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432</a:t>
            </a:r>
          </a:p>
        </p:txBody>
      </p:sp>
    </p:spTree>
    <p:extLst>
      <p:ext uri="{BB962C8B-B14F-4D97-AF65-F5344CB8AC3E}">
        <p14:creationId xmlns:p14="http://schemas.microsoft.com/office/powerpoint/2010/main" val="2116521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0528" y="794197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老母早導子兒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救主仁愛赫大，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叫囝仔來就近祂，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可惜現時多多細子，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未識耶穌的名；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134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432</a:t>
            </a:r>
          </a:p>
        </p:txBody>
      </p:sp>
    </p:spTree>
    <p:extLst>
      <p:ext uri="{BB962C8B-B14F-4D97-AF65-F5344CB8AC3E}">
        <p14:creationId xmlns:p14="http://schemas.microsoft.com/office/powerpoint/2010/main" val="4241173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0528" y="794197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老母早導子兒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13" y="1419622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聖經無讀，心目霧霧，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呣知救主曾講此句，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「容允細漢囝仔通來就近我。」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134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(6/6)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432</a:t>
            </a:r>
          </a:p>
        </p:txBody>
      </p:sp>
    </p:spTree>
    <p:extLst>
      <p:ext uri="{BB962C8B-B14F-4D97-AF65-F5344CB8AC3E}">
        <p14:creationId xmlns:p14="http://schemas.microsoft.com/office/powerpoint/2010/main" val="2782948952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20667</TotalTime>
  <Words>275</Words>
  <Application>Microsoft Macintosh PowerPoint</Application>
  <PresentationFormat>如螢幕大小 (16:9)</PresentationFormat>
  <Paragraphs>46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4708</cp:revision>
  <dcterms:created xsi:type="dcterms:W3CDTF">2009-02-27T08:32:01Z</dcterms:created>
  <dcterms:modified xsi:type="dcterms:W3CDTF">2024-05-10T15:31:17Z</dcterms:modified>
</cp:coreProperties>
</file>