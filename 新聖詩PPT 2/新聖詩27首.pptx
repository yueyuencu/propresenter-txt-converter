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5284" r:id="rId2"/>
    <p:sldId id="5285" r:id="rId3"/>
    <p:sldId id="5286" r:id="rId4"/>
    <p:sldId id="5287" r:id="rId5"/>
    <p:sldId id="5288" r:id="rId6"/>
    <p:sldId id="5289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872" y="-88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interSettings" Target="printerSettings/printerSettings1.bin"/><Relationship Id="rId1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23/7/5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1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2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zh-TW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23/7/5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23/7/5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23/7/5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23/7/5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23/7/5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23/7/5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23/7/5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23/7/5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23/7/5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23/7/5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23/7/5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23/7/5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03598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我主上帝，我愈想就愈卬愕，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祢的聖手所做一切工程；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看見星辰，閣聽見雷的響聲，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宇宙充滿祢奇妙的工程。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-1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76917403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03598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我心出聲謳咾上帝聖名，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祢真偉大，何等偉大，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我心出聲謳咾上帝聖名，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祢真偉大，何等偉大。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1-2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516216" y="555526"/>
            <a:ext cx="262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6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2680685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03598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真</a:t>
            </a:r>
            <a:r>
              <a:rPr lang="zh-TW" altLang="en-US" sz="39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𬿪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了解，上帝無惜祂聖子，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差來世間替人類獻生命；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佇十架頂甘願替贖咱罪過，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流血慘死，互我通得永活。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2-1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3176769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03598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我心出聲謳咾上帝聖名，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祢真偉大，何等偉大，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我心出聲謳咾上帝聖名，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祢真偉大，何等偉大。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2-2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516216" y="555526"/>
            <a:ext cx="262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6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7420442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03598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主欲閣來，哨角的聲啲大彈，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接我轉去天家快樂無限；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我欲虔誠謙卑跪落來敬拜，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報揚上帝、我主，祢真偉大。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3-1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2976795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29881" y="1203598"/>
            <a:ext cx="9114119" cy="331236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我心出聲謳咾上帝聖名，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祢真偉大，何等偉大，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我心出聲謳咾上帝聖名，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祢真偉大，何等偉大。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詩</a:t>
            </a:r>
            <a:r>
              <a:rPr lang="zh-TW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 smtClean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ja-JP" altLang="en-US" sz="3000" u="sng" dirty="0" smtClean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4" name="文字方塊 3"/>
          <p:cNvSpPr txBox="1"/>
          <p:nvPr/>
        </p:nvSpPr>
        <p:spPr>
          <a:xfrm>
            <a:off x="395536" y="411510"/>
            <a:ext cx="828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400" b="1" dirty="0" smtClean="0">
                <a:solidFill>
                  <a:prstClr val="black"/>
                </a:solidFill>
                <a:latin typeface="微軟正黑體"/>
                <a:ea typeface="微軟正黑體"/>
                <a:cs typeface="微軟正黑體"/>
              </a:rPr>
              <a:t>  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3-2</a:t>
            </a:r>
            <a:r>
              <a:rPr lang="en-US" altLang="zh-TW" sz="40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lang="zh-TW" altLang="en-US" sz="40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516216" y="555526"/>
            <a:ext cx="2627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6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【</a:t>
            </a:r>
            <a:r>
              <a:rPr lang="zh-TW" altLang="en-US" sz="36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複歌</a:t>
            </a:r>
            <a:r>
              <a:rPr lang="en-US" altLang="zh-TW" sz="3600" b="1" dirty="0" smtClean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】</a:t>
            </a:r>
            <a:endParaRPr lang="zh-TW" altLang="en-US" sz="3600" b="1" dirty="0">
              <a:solidFill>
                <a:prstClr val="black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4540033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20637</TotalTime>
  <Words>229</Words>
  <Application>Microsoft Macintosh PowerPoint</Application>
  <PresentationFormat>如螢幕大小 (16:9)</PresentationFormat>
  <Paragraphs>45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4699</cp:revision>
  <dcterms:created xsi:type="dcterms:W3CDTF">2009-02-27T08:32:01Z</dcterms:created>
  <dcterms:modified xsi:type="dcterms:W3CDTF">2023-07-05T12:34:18Z</dcterms:modified>
</cp:coreProperties>
</file>