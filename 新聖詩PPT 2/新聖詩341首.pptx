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302" r:id="rId2"/>
    <p:sldId id="5303" r:id="rId3"/>
    <p:sldId id="5304" r:id="rId4"/>
    <p:sldId id="5305" r:id="rId5"/>
    <p:sldId id="5306" r:id="rId6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864" y="-88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23/2/4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23/2/4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23/2/4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23/2/4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23/2/4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23/2/4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23/2/4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23/2/4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23/2/4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23/2/4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23/2/4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23/2/4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23/2/4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我今專心迫切祈禱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愛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得天父大恩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求父帶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念我的中保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賞賜佇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此時陣。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72A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55552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240152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願父顯出榮光的面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照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我心肝光明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互我若子及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父相親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會合天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父性情。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72A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95536" y="55552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219192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我心欣慕真理的神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此時降臨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助我祈禱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向望深信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閣有拚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空的心。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72A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95536" y="55552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9997365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我若抵著艱難、鬱啐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懇求救主安慰；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心內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憂悶，嘴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講</a:t>
            </a:r>
            <a:r>
              <a:rPr lang="zh-TW" altLang="zh-TW" sz="4000" b="1" dirty="0" smtClean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出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聖神替我吐氣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72A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95536" y="55552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1706157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915566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我心深信全無僥疑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直直向望施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恩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所求若合天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父旨意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願祢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憐憫、應允。阿們。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41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72A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95536" y="555526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zh-TW" sz="4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44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4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692413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20633</TotalTime>
  <Words>166</Words>
  <Application>Microsoft Macintosh PowerPoint</Application>
  <PresentationFormat>如螢幕大小 (16:9)</PresentationFormat>
  <Paragraphs>35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4706</cp:revision>
  <dcterms:created xsi:type="dcterms:W3CDTF">2009-02-27T08:32:01Z</dcterms:created>
  <dcterms:modified xsi:type="dcterms:W3CDTF">2023-02-04T12:14:53Z</dcterms:modified>
</cp:coreProperties>
</file>