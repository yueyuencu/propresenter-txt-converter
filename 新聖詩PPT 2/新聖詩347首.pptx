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67" r:id="rId2"/>
    <p:sldId id="268" r:id="rId3"/>
    <p:sldId id="269" r:id="rId4"/>
    <p:sldId id="270" r:id="rId5"/>
    <p:sldId id="271" r:id="rId6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04" y="-71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CA873F-4225-3340-B06C-DF987AE0DAE8}" type="datetimeFigureOut">
              <a:rPr kumimoji="1" lang="zh-TW" altLang="en-US" smtClean="0"/>
              <a:t>22/3/5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F0928-6E56-A644-BFBC-A56223DF585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92839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22/3/5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75332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22/3/5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77412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22/3/5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95908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22/3/5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25362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22/3/5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65977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22/3/5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83490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22/3/5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76196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22/3/5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78513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22/3/5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72725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22/3/5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73745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22/3/5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77525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22/3/5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1595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主耶穌，我欲倚靠祢，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6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只有通靠祢；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懇求祢施恩救贖我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6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到一世。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1.</a:t>
            </a:r>
            <a:endParaRPr kumimoji="1"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582601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我欲倚靠祢赦免我，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6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跪佇祢腳前；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懇求祢施恩憐憫我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6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到一生。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2.</a:t>
            </a:r>
            <a:endParaRPr kumimoji="1"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174124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我欲倚靠祢來洗我，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6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洗佇祢寶血；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求祢互我會得成聖，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6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受恩惠。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3.</a:t>
            </a:r>
            <a:endParaRPr kumimoji="1"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09980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我欲倚靠祢來助我，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6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引導閣指示；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懇求祢時常牽成我，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6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永無離。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zh-TW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790259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主耶穌，我欲倚靠祢，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6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互我愈純全；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我欲倚靠祢一世人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6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到永遠。阿們。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5.</a:t>
            </a:r>
            <a:endParaRPr kumimoji="1"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933431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5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138</Words>
  <Application>Microsoft Macintosh PowerPoint</Application>
  <PresentationFormat>如螢幕大小 (16:9)</PresentationFormat>
  <Paragraphs>35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5_Office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Windows 使用者</dc:creator>
  <cp:lastModifiedBy>ＭＡＣ</cp:lastModifiedBy>
  <cp:revision>3</cp:revision>
  <dcterms:created xsi:type="dcterms:W3CDTF">2013-04-25T07:40:31Z</dcterms:created>
  <dcterms:modified xsi:type="dcterms:W3CDTF">2022-03-05T13:03:06Z</dcterms:modified>
</cp:coreProperties>
</file>