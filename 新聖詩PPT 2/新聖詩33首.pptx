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8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18/8/5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天頂阿爸真正慈悲啊，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賜咱食穿逐項齊備啊；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咱誠心服從祂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，謙卑來跟隨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祂是春風咱是草，隨祂吹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235875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今日所穿攏免掛慮啊，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三頓飲食祂有賞賜啊；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咱天父，祂真知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，人活著靠祂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咱若殷勤為祂做，免掛意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731534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來看鳥隻飛高飛低啊，    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來看山裡百合花開啊；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無種作無收成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，也攏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無紡織，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天父猶久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疼惜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養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飼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068587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所羅門王榮華富貴啊，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也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值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鳥隻百合花啊；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咱大家著深知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，主恩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真正大；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此個世界屬佇你，屬佇我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5823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117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2018-08-04T17:09:59Z</dcterms:modified>
</cp:coreProperties>
</file>