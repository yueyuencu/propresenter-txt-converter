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6648" r:id="rId2"/>
    <p:sldId id="26649" r:id="rId3"/>
    <p:sldId id="26650" r:id="rId4"/>
    <p:sldId id="26651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2025/2/15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43558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9297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15117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7100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2025/2/15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426920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2025/2/15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10958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2025/2/15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17913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2025/2/15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74821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2025/2/15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400240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2025/2/15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3782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2025/2/15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35954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2025/2/15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4732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2025/2/15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76664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2025/2/15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668901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2025/2/15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46036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2025/2/15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592607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727684" y="339502"/>
            <a:ext cx="529258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727684" y="345942"/>
            <a:ext cx="52925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上帝的教會呣是</a:t>
            </a:r>
            <a:r>
              <a:rPr lang="en-US" altLang="zh-TW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…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3779E6B4-62AC-9B47-A75A-83A29ED723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3506"/>
            <a:ext cx="9144000" cy="360040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上帝的教會呣是咱人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用黃金雕刻的聖殿，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選民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呣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是受揀來作樣，</a:t>
            </a:r>
            <a:endParaRPr lang="en-US" altLang="zh-TW" sz="40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是對十字架來結連。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253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57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043608" y="1347614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099790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727684" y="339502"/>
            <a:ext cx="529258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727684" y="345942"/>
            <a:ext cx="52925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上帝的教會呣是</a:t>
            </a:r>
            <a:r>
              <a:rPr lang="en-US" altLang="zh-TW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…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043608" y="1347614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C778E880-F919-774B-BEAB-55BFA6232A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1863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眾子兒聚集對遙遠來，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對東對西，對南方地，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北方霜雪所蓋的所在，    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攏是朋友，呣是人客。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253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57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505015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727684" y="339502"/>
            <a:ext cx="529258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727684" y="345942"/>
            <a:ext cx="52925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上帝的教會呣是</a:t>
            </a:r>
            <a:r>
              <a:rPr lang="en-US" altLang="zh-TW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…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043608" y="1347614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04E75DEA-7280-7B4D-AC79-B806BD19B2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基督的教會經歷死無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進入活命，施恩萬民，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基督受拒絕、釘死十架，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今地及天已經換新。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253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57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924234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727684" y="339502"/>
            <a:ext cx="529258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727684" y="345942"/>
            <a:ext cx="52925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上帝的教會呣是</a:t>
            </a:r>
            <a:r>
              <a:rPr lang="en-US" altLang="zh-TW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…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043608" y="1347614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C613F58-09F9-C149-BB66-4D50D15907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3023" y="1347614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教會永遠啲渴慕和平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面對悲慘、衝突、戰爭，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教會著常常學習反省：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繼續向前，奮</a:t>
            </a:r>
            <a:r>
              <a:rPr lang="zh-CN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鬪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無停。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253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57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64683557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20641</TotalTime>
  <Words>193</Words>
  <Application>Microsoft Macintosh PowerPoint</Application>
  <PresentationFormat>如螢幕大小 (16:9)</PresentationFormat>
  <Paragraphs>32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全宋體-2</vt:lpstr>
      <vt:lpstr>微軟正黑體</vt:lpstr>
      <vt:lpstr>新細明體</vt:lpstr>
      <vt:lpstr>Arial</vt:lpstr>
      <vt:lpstr>Calibri</vt:lpstr>
      <vt:lpstr>1_Office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4704</cp:revision>
  <dcterms:created xsi:type="dcterms:W3CDTF">2009-02-27T08:32:01Z</dcterms:created>
  <dcterms:modified xsi:type="dcterms:W3CDTF">2025-02-15T12:05:43Z</dcterms:modified>
</cp:coreProperties>
</file>