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001" r:id="rId2"/>
    <p:sldId id="25002" r:id="rId3"/>
    <p:sldId id="25003" r:id="rId4"/>
    <p:sldId id="2500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88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78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655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606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9815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1227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5835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158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408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685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9171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212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3874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8785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6020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50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上帝所賜活命，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會互我心勇健，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互我會疼祢所愛疼，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也行祢所愛行。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(1/4)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161a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上帝所賜活命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51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上帝所賜活命，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會互我心清氣，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互我會得趁祢旨意，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所行照祢指示。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(2/4)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161a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上帝所賜活命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7893B63-8AC1-0644-9EF9-F7148A661823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634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上帝所賜活命，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會得滿我心內，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互我會成祢所愛成，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性情溫柔自在。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(3/4)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161a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上帝所賜活命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7893B63-8AC1-0644-9EF9-F7148A661823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9265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上帝所賜活命，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互我會得永活；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久長徛起佇祢聖城，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謳咾祢名無息。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(4/4)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161a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上帝所賜活命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7893B63-8AC1-0644-9EF9-F7148A661823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90986877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176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5_Office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4691</cp:revision>
  <dcterms:created xsi:type="dcterms:W3CDTF">2009-02-27T08:32:01Z</dcterms:created>
  <dcterms:modified xsi:type="dcterms:W3CDTF">2024-04-04T13:48:39Z</dcterms:modified>
</cp:coreProperties>
</file>