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8" r:id="rId2"/>
    <p:sldId id="5279" r:id="rId3"/>
    <p:sldId id="5280" r:id="rId4"/>
    <p:sldId id="5281" r:id="rId5"/>
    <p:sldId id="528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24" y="-9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無行歹人道路，</a:t>
            </a: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存心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敢惡毒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暝日三思上帝法度，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這人真正有福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endParaRPr lang="zh-TW" altLang="en-US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5904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這人若樹一般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栽佇有水溪邊；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葉無凋謝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，茂盛好看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照時果子會生。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endParaRPr lang="zh-TW" altLang="en-US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80777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所做逐項興旺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上帝賜伊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大福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互伊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死後上到天堂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endParaRPr lang="zh-TW" altLang="en-US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647925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歹人冇粟一般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攏是虛假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無實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大風吹來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，立刻四散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歹人攏會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消失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endParaRPr lang="zh-TW" altLang="en-US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81236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14119" cy="3789229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遇著審判日子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、歹攏總分離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好人天頂享受福氣，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歹人及主相離。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196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TW" altLang="en-US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u="sng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endParaRPr lang="zh-TW" altLang="en-US" u="sng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14093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20640</TotalTime>
  <Words>146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2023-09-16T11:11:31Z</dcterms:modified>
</cp:coreProperties>
</file>