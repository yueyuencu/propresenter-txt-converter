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7633" r:id="rId2"/>
    <p:sldId id="27634" r:id="rId3"/>
    <p:sldId id="27635" r:id="rId4"/>
    <p:sldId id="27636" r:id="rId5"/>
    <p:sldId id="27637" r:id="rId6"/>
    <p:sldId id="27638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9085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220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982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3373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2720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302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647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1106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320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7519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95553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2456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532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272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5737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7513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6701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2025/10/25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7251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2753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副標題 6">
            <a:extLst>
              <a:ext uri="{FF2B5EF4-FFF2-40B4-BE49-F238E27FC236}">
                <a16:creationId xmlns:a16="http://schemas.microsoft.com/office/drawing/2014/main" id="{16AC3F49-A7FE-3041-8F66-33372003E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35420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祂可憐</a:t>
            </a:r>
            <a:r>
              <a:rPr lang="zh-TW" altLang="zh-TW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艱苦，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祂赫呢疼細隻鳥仔，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祂也一定疼我。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033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2753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1EE616B-A70F-924A-B02E-445D19CCA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6" y="1335420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天父疼我，天父疼我，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我知天父疼我，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我知祂疼細隻鳥仔，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天父一定疼我。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3EA47B0-C1B6-B849-995E-25BE5F628F44}"/>
              </a:ext>
            </a:extLst>
          </p:cNvPr>
          <p:cNvSpPr txBox="1"/>
          <p:nvPr/>
        </p:nvSpPr>
        <p:spPr>
          <a:xfrm>
            <a:off x="-52150" y="1269509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0158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2753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0FAFCAC-72D1-7B44-B010-E90FCCCD1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3658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祂互山頂的百合花，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顯出媠色好看，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主若照顧草木芳花，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我知祂也疼我。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0367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2753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1EE616B-A70F-924A-B02E-445D19CCA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6" y="1335420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天父疼我，天父疼我，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我知天父疼我，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我知祂疼細隻鳥仔，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天父一定疼我。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3EA47B0-C1B6-B849-995E-25BE5F628F44}"/>
              </a:ext>
            </a:extLst>
          </p:cNvPr>
          <p:cNvSpPr txBox="1"/>
          <p:nvPr/>
        </p:nvSpPr>
        <p:spPr>
          <a:xfrm>
            <a:off x="-52150" y="1269509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5471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2753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A61ACAA-51BF-164C-AF4D-9C1D468F0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883" y="133658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上帝創造鳥隻花木，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以及萬物逐項，</a:t>
            </a:r>
            <a:endParaRPr lang="en-US" altLang="zh-TW" sz="42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祂真關心顧祂細子，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疼痛世間萬人。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5891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62753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259632" y="339502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天父看著雀鳥跋落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1EE616B-A70F-924A-B02E-445D19CCA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46" y="1335420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天父疼我，天父疼我，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我知天父疼我，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我知祂疼細隻鳥仔，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天父一定疼我。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3EA47B0-C1B6-B849-995E-25BE5F628F44}"/>
              </a:ext>
            </a:extLst>
          </p:cNvPr>
          <p:cNvSpPr txBox="1"/>
          <p:nvPr/>
        </p:nvSpPr>
        <p:spPr>
          <a:xfrm>
            <a:off x="-52150" y="1269509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5867185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288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2025-10-25T02:11:18Z</dcterms:modified>
</cp:coreProperties>
</file>