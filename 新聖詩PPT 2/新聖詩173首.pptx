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84" r:id="rId2"/>
    <p:sldId id="5285" r:id="rId3"/>
    <p:sldId id="5286" r:id="rId4"/>
    <p:sldId id="5287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136" y="-11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22/6/11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22/6/11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22/6/11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22/6/11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22/6/11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22/6/11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22/6/11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懇求永活主聖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神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重新充滿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懇求永活主聖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神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重新充滿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1-1.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8087427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破碎</a:t>
            </a: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、塑造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、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鍛鍊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、重用；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懇求永活主聖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神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重新充滿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我！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1-2.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594840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懇求聖神佇教會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運行閣做工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助阮盡心求合一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和睦相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疼痛：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2-1.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5779417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犧牲、謙卑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、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克己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、分享；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懇求永活主聖神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賜阮疼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、向望！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2-2.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2180830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20633</TotalTime>
  <Words>138</Words>
  <Application>Microsoft Macintosh PowerPoint</Application>
  <PresentationFormat>如螢幕大小 (16:9)</PresentationFormat>
  <Paragraphs>28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4698</cp:revision>
  <dcterms:created xsi:type="dcterms:W3CDTF">2009-02-27T08:32:01Z</dcterms:created>
  <dcterms:modified xsi:type="dcterms:W3CDTF">2022-06-11T09:33:59Z</dcterms:modified>
</cp:coreProperties>
</file>