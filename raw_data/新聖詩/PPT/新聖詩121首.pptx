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18" r:id="rId2"/>
    <p:sldId id="25719" r:id="rId3"/>
    <p:sldId id="25720" r:id="rId4"/>
    <p:sldId id="25721" r:id="rId5"/>
    <p:sldId id="25722" r:id="rId6"/>
    <p:sldId id="25723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 autoAdjust="0"/>
    <p:restoredTop sz="92238" autoAdjust="0"/>
  </p:normalViewPr>
  <p:slideViewPr>
    <p:cSldViewPr>
      <p:cViewPr varScale="1">
        <p:scale>
          <a:sx n="102" d="100"/>
          <a:sy n="102" d="100"/>
        </p:scale>
        <p:origin x="1688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5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838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35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4906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9487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101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3420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63576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313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903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3661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8485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88891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3424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6790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809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3670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0458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上帝疼痛贏過一切，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天頂歡喜降落地，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</a:t>
            </a:r>
            <a:r>
              <a:rPr lang="en-US" altLang="zh-TW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阮卑微心內，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顯出祢極大仁愛；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上帝疼痛贏過一切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3517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8883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救主祢是慈悲憐憫，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祢的疼無限純真，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將祢救恩此時降臨，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進入阮驚惶的心。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上帝疼痛贏過一切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3517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3853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全能救主施落拯救，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主祢活命阮承受，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做祢聖殿，願祢降臨，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永遠無離</a:t>
            </a:r>
            <a:r>
              <a:rPr lang="en-US" altLang="zh-TW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阮心；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上帝疼痛贏過一切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3517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53523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阮欲親像天使天軍，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時常謳咾祢大恩，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永遠感謝謳咾聖名，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榮耀祢完全的疼。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上帝疼痛贏過一切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3517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99975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求祢重新造阮心神，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清氣無點無皺面，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互阮看見祢大救恩，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完全歸向來親近；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上帝疼痛贏過一切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3517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4572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互阮榮光閣再榮光，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直到阮進入樂園，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奉獻冕旒佇主面前，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謳咾稱呼永無停。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246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上帝疼痛贏過一切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3517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0005758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20642</TotalTime>
  <Words>253</Words>
  <Application>Microsoft Macintosh PowerPoint</Application>
  <PresentationFormat>如螢幕大小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4700</cp:revision>
  <dcterms:created xsi:type="dcterms:W3CDTF">2009-02-27T08:32:01Z</dcterms:created>
  <dcterms:modified xsi:type="dcterms:W3CDTF">2024-08-09T15:21:42Z</dcterms:modified>
</cp:coreProperties>
</file>