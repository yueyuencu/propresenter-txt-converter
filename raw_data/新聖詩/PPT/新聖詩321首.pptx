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01" r:id="rId2"/>
    <p:sldId id="25007" r:id="rId3"/>
    <p:sldId id="25008" r:id="rId4"/>
    <p:sldId id="25009" r:id="rId5"/>
    <p:sldId id="25010" r:id="rId6"/>
    <p:sldId id="25011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2025/12/6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834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409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684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774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819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716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300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370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907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9779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0551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512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068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874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880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5142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12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2025/12/6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2520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9847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我主，我救主，我真愛得完全，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求祢歡喜𫢶佇我心到永遠；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互私慾攏消除，互我心清白，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求主給我洗互我白卡贏雪。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476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187614"/>
            <a:ext cx="13346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85668"/>
            <a:ext cx="69847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我主，我救主，我真愛得完全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3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9847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892147"/>
            <a:ext cx="9145844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白卡贏雪！清白卡贏雪！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求主給我洗互我白卡贏雪。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476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187614"/>
            <a:ext cx="13346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85668"/>
            <a:ext cx="69847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我主，我救主，我真愛得完全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5CA052E-D8D5-964E-B0BC-625DFC957F65}"/>
              </a:ext>
            </a:extLst>
          </p:cNvPr>
          <p:cNvSpPr txBox="1"/>
          <p:nvPr/>
        </p:nvSpPr>
        <p:spPr>
          <a:xfrm>
            <a:off x="971600" y="1249169"/>
            <a:ext cx="2049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6563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9847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我主，我救主明知我的舊性，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求祢幫助我改換污穢心情；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甘願順服我主，攏無閣違逆，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求主給我洗互我白卡贏雪。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476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187614"/>
            <a:ext cx="13346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85668"/>
            <a:ext cx="69847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我主，我救主，我真愛得完全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89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9847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892147"/>
            <a:ext cx="9145844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白卡贏雪！清白卡贏雪！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求主給我洗互我白卡贏雪。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476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187614"/>
            <a:ext cx="13346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85668"/>
            <a:ext cx="69847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我主，我救主，我真愛得完全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5CA052E-D8D5-964E-B0BC-625DFC957F65}"/>
              </a:ext>
            </a:extLst>
          </p:cNvPr>
          <p:cNvSpPr txBox="1"/>
          <p:nvPr/>
        </p:nvSpPr>
        <p:spPr>
          <a:xfrm>
            <a:off x="971600" y="1249169"/>
            <a:ext cx="2049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6050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9847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我主，我救主，求祢施恩可憐，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賜我對今起果然真正換新；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未曾有人求討，主無補欠缺，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求主給我洗互我白卡贏雪。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476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187614"/>
            <a:ext cx="13346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85668"/>
            <a:ext cx="69847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我主，我救主，我真愛得完全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2337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9847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892147"/>
            <a:ext cx="9145844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白卡贏雪！清白卡贏雪！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求主給我洗互我白卡贏雪。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476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187614"/>
            <a:ext cx="13346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85668"/>
            <a:ext cx="69847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我主，我救主，我真愛得完全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5CA052E-D8D5-964E-B0BC-625DFC957F65}"/>
              </a:ext>
            </a:extLst>
          </p:cNvPr>
          <p:cNvSpPr txBox="1"/>
          <p:nvPr/>
        </p:nvSpPr>
        <p:spPr>
          <a:xfrm>
            <a:off x="971600" y="1249169"/>
            <a:ext cx="2049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631993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351</Words>
  <Application>Microsoft Macintosh PowerPoint</Application>
  <PresentationFormat>如螢幕大小 (16:9)</PresentationFormat>
  <Paragraphs>45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2025-12-06T02:59:06Z</dcterms:modified>
</cp:coreProperties>
</file>