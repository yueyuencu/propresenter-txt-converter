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276" r:id="rId2"/>
    <p:sldId id="5282" r:id="rId3"/>
    <p:sldId id="5277" r:id="rId4"/>
    <p:sldId id="5275" r:id="rId5"/>
    <p:sldId id="5279" r:id="rId6"/>
    <p:sldId id="5280" r:id="rId7"/>
    <p:sldId id="5281" r:id="rId8"/>
    <p:sldId id="5283" r:id="rId9"/>
    <p:sldId id="5284" r:id="rId10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92" y="-9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14119" cy="4104456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我心恬靜：安穩主翼下，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吞愞來背哀傷苦痛十架；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照主所愛，趁祂命令、安排，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世事會變，我主信實常在。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我心恬靜：經過莿帕路程，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耶穌我主賞賜喜樂安寧。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249092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14119" cy="4104456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我心恬靜：上帝穩當引導，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直到將來親像早日一般；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堅信向望，徛在攏無搖動，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奧祕情境，路尾攏會看明。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我心恬靜：無論偌大風湧，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趁主命令，萬事攏會平靜。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76406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14119" cy="4104456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我心恬靜：日子緊過無停，   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使命完成，主同在永安寧；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憂悶、失志、驚惶攏欲過去，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無閣傷悲，回復真實歡喜。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我心恬靜：災變、目屎過去，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到尾的確享受安穩福氣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981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628800"/>
            <a:ext cx="9114119" cy="4680520"/>
          </a:xfrm>
        </p:spPr>
        <p:txBody>
          <a:bodyPr/>
          <a:lstStyle/>
          <a:p>
            <a:r>
              <a:rPr lang="zh-TW" altLang="en-US" sz="50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我心恬靜</a:t>
            </a:r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：</a:t>
            </a:r>
            <a:r>
              <a:rPr lang="zh-TW" altLang="en-US" sz="50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安穩</a:t>
            </a:r>
            <a:r>
              <a:rPr lang="en-US" altLang="zh-TW" sz="5000" b="1" dirty="0" smtClean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</a:t>
            </a:r>
            <a:r>
              <a:rPr lang="zh-TW" altLang="en-US" sz="50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主</a:t>
            </a:r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翼下，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吞愞來背哀傷苦痛十架；</a:t>
            </a:r>
          </a:p>
          <a:p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照主所愛，趁祂命令、安排，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世事會變，我主信實常在</a:t>
            </a:r>
            <a:r>
              <a:rPr lang="zh-TW" altLang="en-US" sz="5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zh-TW" altLang="en-US" sz="5000" b="1" dirty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92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zh-TW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05</a:t>
            </a:r>
            <a:endParaRPr lang="zh-TW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0" y="62068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  1.</a:t>
            </a:r>
            <a:endParaRPr kumimoji="1" lang="zh-TW" altLang="en-US" sz="5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13649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37976" y="2132856"/>
            <a:ext cx="9114119" cy="3528392"/>
          </a:xfrm>
        </p:spPr>
        <p:txBody>
          <a:bodyPr/>
          <a:lstStyle/>
          <a:p>
            <a:r>
              <a:rPr lang="zh-TW" altLang="en-US" sz="50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我心恬靜</a:t>
            </a:r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：經過</a:t>
            </a:r>
            <a:r>
              <a:rPr lang="zh-TW" altLang="en-US" sz="50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莿帕路程</a:t>
            </a:r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耶穌我主賞賜喜樂安寧</a:t>
            </a:r>
            <a:r>
              <a:rPr lang="zh-TW" altLang="en-US" sz="5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50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92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en-US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62068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  1-1.</a:t>
            </a:r>
            <a:endParaRPr kumimoji="1" lang="zh-TW" altLang="en-US" sz="5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242254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628800"/>
            <a:ext cx="9114119" cy="4680520"/>
          </a:xfrm>
        </p:spPr>
        <p:txBody>
          <a:bodyPr/>
          <a:lstStyle/>
          <a:p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我心恬靜：上帝穩當引導，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直到將來親像早日一般；</a:t>
            </a:r>
          </a:p>
          <a:p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堅信向望，徛在攏無搖動，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奧祕情境，路尾攏會看明。</a:t>
            </a:r>
          </a:p>
          <a:p>
            <a:pPr algn="r">
              <a:spcBef>
                <a:spcPts val="192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3/</a:t>
            </a:r>
            <a:r>
              <a:rPr lang="en-US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05</a:t>
            </a:r>
            <a:endParaRPr lang="zh-TW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0" y="62068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  2.</a:t>
            </a:r>
            <a:endParaRPr kumimoji="1" lang="zh-TW" altLang="en-US" sz="5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36826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21993" y="2132856"/>
            <a:ext cx="9114119" cy="3528392"/>
          </a:xfrm>
        </p:spPr>
        <p:txBody>
          <a:bodyPr/>
          <a:lstStyle/>
          <a:p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我心恬靜：無論偌大風湧，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趁主命令，萬事攏會平靜。</a:t>
            </a:r>
          </a:p>
          <a:p>
            <a:pPr algn="r">
              <a:spcBef>
                <a:spcPts val="192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en-US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62068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  2-1.</a:t>
            </a:r>
            <a:endParaRPr kumimoji="1" lang="zh-TW" altLang="en-US" sz="5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2651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628800"/>
            <a:ext cx="9114119" cy="4680520"/>
          </a:xfrm>
        </p:spPr>
        <p:txBody>
          <a:bodyPr/>
          <a:lstStyle/>
          <a:p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我心恬靜：日子緊過無停，   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使命完成，主同在永安寧；</a:t>
            </a:r>
          </a:p>
          <a:p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憂悶、失志、驚惶攏欲過去，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無閣傷悲，回復真實歡喜。 </a:t>
            </a:r>
          </a:p>
          <a:p>
            <a:pPr algn="r">
              <a:spcBef>
                <a:spcPts val="192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5/</a:t>
            </a:r>
            <a:r>
              <a:rPr lang="en-US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05</a:t>
            </a:r>
            <a:endParaRPr lang="zh-TW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0" y="62068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3.</a:t>
            </a:r>
            <a:endParaRPr kumimoji="1" lang="zh-TW" altLang="en-US" sz="5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93172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14119" cy="3528392"/>
          </a:xfrm>
        </p:spPr>
        <p:txBody>
          <a:bodyPr/>
          <a:lstStyle/>
          <a:p>
            <a:r>
              <a:rPr lang="zh-TW" altLang="en-US" sz="5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我心恬靜：災變、目屎過去，</a:t>
            </a:r>
          </a:p>
          <a:p>
            <a:r>
              <a:rPr lang="zh-TW" altLang="en-US" sz="5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到尾的確享受安穩福氣。</a:t>
            </a:r>
          </a:p>
          <a:p>
            <a:pPr algn="r">
              <a:spcBef>
                <a:spcPts val="192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6/</a:t>
            </a:r>
            <a:r>
              <a:rPr lang="en-US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62068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3-</a:t>
            </a:r>
            <a:r>
              <a:rPr lang="en-US" altLang="zh-TW" sz="5000" b="1" dirty="0" smtClean="0">
                <a:latin typeface="微軟正黑體"/>
                <a:ea typeface="微軟正黑體"/>
                <a:cs typeface="微軟正黑體"/>
              </a:rPr>
              <a:t>1.</a:t>
            </a:r>
            <a:endParaRPr kumimoji="1" lang="zh-TW" altLang="en-US" sz="5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94861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335</Words>
  <Application>Microsoft Macintosh PowerPoint</Application>
  <PresentationFormat>如螢幕大小 (4:3)</PresentationFormat>
  <Paragraphs>60</Paragraphs>
  <Slides>9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2021-07-01T11:42:50Z</dcterms:modified>
</cp:coreProperties>
</file>