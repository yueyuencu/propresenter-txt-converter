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417" r:id="rId2"/>
    <p:sldId id="25418" r:id="rId3"/>
    <p:sldId id="25419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2024/9/28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6142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7304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4111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06947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4190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1676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552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68335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79556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50596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8530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49415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8013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06923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52481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03648" y="475961"/>
            <a:ext cx="561662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506738"/>
            <a:ext cx="5616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上帝發出祢的光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87624" y="1378392"/>
            <a:ext cx="118762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AED94FED-7AD9-8D40-90CB-EE757B72D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72387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求上帝發出祢的光，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以及祢的真實，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來引導我上到聖堂，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通及天父親密。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15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306661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03648" y="475961"/>
            <a:ext cx="561662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506738"/>
            <a:ext cx="5616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上帝發出祢的光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87624" y="1378392"/>
            <a:ext cx="118762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AED94FED-7AD9-8D40-90CB-EE757B72D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72387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我真愛到上帝祭壇，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我心就會歡喜，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我欲彈琴出聲唱歌，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謳咾上帝仁義。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15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4439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03648" y="475961"/>
            <a:ext cx="561662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506738"/>
            <a:ext cx="5616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上帝發出祢的光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87624" y="1378392"/>
            <a:ext cx="118762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AED94FED-7AD9-8D40-90CB-EE757B72D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72387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我心啥事煩惱憂悶？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你著向望上帝，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我猶久欲謳咾主恩，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祂是我的天父。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15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487600384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20643</TotalTime>
  <Words>127</Words>
  <Application>Microsoft Macintosh PowerPoint</Application>
  <PresentationFormat>如螢幕大小 (16:9)</PresentationFormat>
  <Paragraphs>24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4699</cp:revision>
  <dcterms:created xsi:type="dcterms:W3CDTF">2009-02-27T08:32:01Z</dcterms:created>
  <dcterms:modified xsi:type="dcterms:W3CDTF">2024-09-27T18:25:29Z</dcterms:modified>
</cp:coreProperties>
</file>