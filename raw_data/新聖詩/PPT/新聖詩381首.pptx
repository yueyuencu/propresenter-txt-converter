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124" r:id="rId2"/>
    <p:sldId id="25125" r:id="rId3"/>
    <p:sldId id="25126" r:id="rId4"/>
    <p:sldId id="25127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717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011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680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339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23652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5327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496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878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2519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057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517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842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796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2200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4481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2025/1/4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1620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70547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7340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萬有受造歸榮光上帝，阿們！阿們！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對聖手領受逐項好物，阿們！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阿們！阿們！阿們！阿們！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萬有受造歸榮光上帝，阿們！阿們！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709311"/>
            <a:ext cx="10081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70547"/>
            <a:ext cx="5904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萬有受造歸榮光上帝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17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70547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7340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性命受造歸榮光上帝，阿們！阿們！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對聖手領受逐項好物，阿們！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阿們！阿們！阿們！阿們！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性命受造歸榮光上帝，阿們！阿們！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709311"/>
            <a:ext cx="10081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70547"/>
            <a:ext cx="5904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萬有受造歸榮光上帝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04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70547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7340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時間受造歸榮光上帝，阿們！阿們</a:t>
            </a:r>
            <a:r>
              <a:rPr lang="en-US" altLang="zh-TW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!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對聖手領受逐項好物，阿們！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阿們！阿們！阿們！阿們！  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時間受造歸榮光上帝，阿們！阿們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!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709311"/>
            <a:ext cx="10081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70547"/>
            <a:ext cx="5904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萬有受造歸榮光上帝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033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70547"/>
            <a:ext cx="61926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73408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咱奉獻是主所賜的物，阿們！阿們</a:t>
            </a:r>
            <a:r>
              <a:rPr lang="en-US" altLang="zh-TW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!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對聖手領受逐項好物，阿們！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阿們！阿們！阿們！阿們！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咱奉獻是主所賜的物，阿們！阿們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!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709311"/>
            <a:ext cx="10081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70547"/>
            <a:ext cx="5904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萬有受造歸榮光上帝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95373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268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2_Office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2025-01-04T07:30:46Z</dcterms:modified>
</cp:coreProperties>
</file>