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6" r:id="rId2"/>
    <p:sldId id="5277" r:id="rId3"/>
    <p:sldId id="5278" r:id="rId4"/>
    <p:sldId id="5279" r:id="rId5"/>
    <p:sldId id="5280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1.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救主，我親近祢，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心注神欲聽，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我今虔誠聽候，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向望祢出聲。</a:t>
            </a: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154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1/5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）舊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281</a:t>
            </a:r>
          </a:p>
        </p:txBody>
      </p:sp>
    </p:spTree>
    <p:extLst>
      <p:ext uri="{BB962C8B-B14F-4D97-AF65-F5344CB8AC3E}">
        <p14:creationId xmlns:p14="http://schemas.microsoft.com/office/powerpoint/2010/main" val="3505617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救主，我心枵餓，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今求祢養飼，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祢的話是活命，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天真餅是祢。</a:t>
            </a: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154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2/5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）舊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281</a:t>
            </a:r>
          </a:p>
        </p:txBody>
      </p:sp>
    </p:spTree>
    <p:extLst>
      <p:ext uri="{BB962C8B-B14F-4D97-AF65-F5344CB8AC3E}">
        <p14:creationId xmlns:p14="http://schemas.microsoft.com/office/powerpoint/2010/main" val="3683946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救主，求祢顯出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祢榮光的面，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感化我心疼祢，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堅固我的信。</a:t>
            </a: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154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3/5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）舊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281</a:t>
            </a:r>
          </a:p>
        </p:txBody>
      </p:sp>
    </p:spTree>
    <p:extLst>
      <p:ext uri="{BB962C8B-B14F-4D97-AF65-F5344CB8AC3E}">
        <p14:creationId xmlns:p14="http://schemas.microsoft.com/office/powerpoint/2010/main" val="26533663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4.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救主，我獻本身，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攏無屬家己，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歡喜做祢差用，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專專歸佇祢。</a:t>
            </a: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154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4/5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）舊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281</a:t>
            </a:r>
          </a:p>
          <a:p>
            <a:endParaRPr lang="en-US" altLang="zh-TW" sz="3600" dirty="0">
              <a:solidFill>
                <a:srgbClr val="000000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53157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636912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ea typeface="華康中圓體"/>
              </a:rPr>
              <a:t>5.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懇求主來指示，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祢的聖旨意， 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　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攏照主好意思，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款待祢子兒。</a:t>
            </a:r>
          </a:p>
          <a:p>
            <a:pPr algn="r"/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新聖詩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154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首（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5/5</a:t>
            </a:r>
            <a:r>
              <a:rPr lang="zh-TW" altLang="en-US" sz="3600" u="sng" dirty="0">
                <a:solidFill>
                  <a:srgbClr val="000000"/>
                </a:solidFill>
                <a:ea typeface="華康中圓體"/>
              </a:rPr>
              <a:t>）舊</a:t>
            </a:r>
            <a:r>
              <a:rPr lang="en-US" altLang="zh-TW" sz="3600" u="sng" dirty="0">
                <a:solidFill>
                  <a:srgbClr val="000000"/>
                </a:solidFill>
                <a:ea typeface="華康中圓體"/>
              </a:rPr>
              <a:t>281</a:t>
            </a:r>
          </a:p>
          <a:p>
            <a:endParaRPr lang="en-US" altLang="zh-TW" sz="3600" dirty="0">
              <a:solidFill>
                <a:srgbClr val="000000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40661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123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2021-01-09T22:38:01Z</dcterms:modified>
</cp:coreProperties>
</file>