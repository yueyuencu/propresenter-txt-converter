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56" y="-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祂來唱仁愛，祂曾活唱仁愛；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祂死，唱仁愛。祂復活真恬靜。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這仁愛欲延續，著寫做歌來唱：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你及我同做歌手。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108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03337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祂來唱信心，祂曾活唱信心；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祂死，唱信心。祂復活真恬靜。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這信心欲延續，著寫做歌來唱：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你及我同做歌手。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54633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祂來唱向望，祂曾活唱向望；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祂死，唱向望。祂復活真恬靜。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這向望欲延續，著寫做歌來唱：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你及我同做歌手。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39717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祂來唱和平，祂曾活唱和平；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祂死，唱和平。祂復活真恬靜。 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這和平欲延續，著寫做歌來唱： 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你及我同做歌手。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85702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166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2015-04-11T08:38:48Z</dcterms:modified>
</cp:coreProperties>
</file>