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41" r:id="rId2"/>
    <p:sldId id="25042" r:id="rId3"/>
    <p:sldId id="25043" r:id="rId4"/>
    <p:sldId id="2504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349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6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023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90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35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744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630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244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981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702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503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3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047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721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7719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ECB63C0-AA86-FB4C-B011-A1823AB6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主，我愛就近祢，來近倚祢，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雖然著背十架，求祢扶持；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我心時常吟詩，主，我愛就近祢，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主，我愛就近祢，來近倚祢。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4559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6243E157-89FE-6441-8A3B-835274ABC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雖然抵著出外無位通歇，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更深暗暝罩我，掛頭用石；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眠夢猶原欣慕，主，我愛就近祢，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主，我愛就近祢，來近倚祢。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7745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2DAE429-A951-F548-A2FA-1E1408FC3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夢中看見天開，榮光出現，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上主施落恩惠，天地相連；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天使對我招呼，主，我愛就近祢，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主，我愛就近祢，來近倚祢。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042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主，我愛就近祢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21D3A60-D2C7-7643-BCDB-91327E893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睏醒歡喜記念，謳咾吟詩，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所過悽慘煩惱，成伯特利；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苦境變做聖路，主，我愛就近祢，</a:t>
            </a:r>
            <a:endParaRPr lang="en-US" altLang="zh-TW" sz="3800" b="1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，我愛就近祢，來近倚祢。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3221833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20702</TotalTime>
  <Words>259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2025-08-16T13:42:55Z</dcterms:modified>
</cp:coreProperties>
</file>