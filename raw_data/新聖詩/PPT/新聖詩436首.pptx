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5274" r:id="rId2"/>
    <p:sldId id="5275" r:id="rId3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2344" y="-72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interSettings" Target="printerSettings/printerSettings1.bin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15/11/21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15/11/21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15/11/21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15/11/21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15/11/21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15/11/21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15/11/21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15/11/21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15/11/21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15/11/21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15/11/21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15/11/21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15/11/21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謳咾父上帝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，恩典對天降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春風及夏雨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，秋割好過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冬；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米粒若珍珠， 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五穀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有清芳，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工作雖辛苦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，生活得穩當。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11378251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謳咾父上帝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，保祐作穡人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互地出土產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，菜蔬會大欉；</a:t>
            </a:r>
            <a:endParaRPr lang="zh-TW" altLang="en-US" dirty="0">
              <a:solidFill>
                <a:srgbClr val="0000CC"/>
              </a:solidFill>
              <a:ea typeface="華康中圓體"/>
            </a:endParaRP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阮欲來感謝， </a:t>
            </a:r>
            <a:r>
              <a:rPr lang="zh-TW" altLang="en-US" dirty="0" smtClean="0">
                <a:solidFill>
                  <a:srgbClr val="000000"/>
                </a:solidFill>
                <a:ea typeface="華康中圓體"/>
              </a:rPr>
              <a:t>天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父大疼痛，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唱歌來謳咾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，奇妙</a:t>
            </a:r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創造工</a:t>
            </a:r>
            <a:r>
              <a:rPr lang="zh-TW" altLang="en-US" dirty="0" smtClean="0">
                <a:solidFill>
                  <a:srgbClr val="0000CC"/>
                </a:solidFill>
                <a:ea typeface="華康中圓體"/>
              </a:rPr>
              <a:t>。</a:t>
            </a:r>
            <a:endParaRPr lang="en-US" altLang="zh-TW" dirty="0" smtClean="0">
              <a:solidFill>
                <a:srgbClr val="0000CC"/>
              </a:solidFill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36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97629527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20629</TotalTime>
  <Words>76</Words>
  <Application>Microsoft Macintosh PowerPoint</Application>
  <PresentationFormat>如螢幕大小 (4:3)</PresentationFormat>
  <Paragraphs>12</Paragraphs>
  <Slides>2</Slides>
  <Notes>2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3" baseType="lpstr"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4693</cp:revision>
  <dcterms:created xsi:type="dcterms:W3CDTF">2009-02-27T08:32:01Z</dcterms:created>
  <dcterms:modified xsi:type="dcterms:W3CDTF">2015-11-21T15:44:52Z</dcterms:modified>
</cp:coreProperties>
</file>