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302" r:id="rId2"/>
    <p:sldId id="5303" r:id="rId3"/>
    <p:sldId id="5304" r:id="rId4"/>
    <p:sldId id="5305" r:id="rId5"/>
    <p:sldId id="5306" r:id="rId6"/>
    <p:sldId id="5307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088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上帝做阮代代幫助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也做將來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互阮閃避大湧風颱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</a:t>
            </a:r>
            <a:r>
              <a:rPr lang="en-US" altLang="zh-TW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安穩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587558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全能寶座蔭影下面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聖徒徛起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安心；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上帝聖手夠額通靠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做阮穩當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保護。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889908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眾山猶未生出以前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世界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猶未形成；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祢對永遠就是上帝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長不變無替。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456883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對祢來看，雖然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千年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親像過了一暝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暗時一更實在真短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一目</a:t>
            </a:r>
            <a:r>
              <a:rPr lang="zh-TW" altLang="zh-TW" sz="4200" b="1" kern="100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新細明體-ExtB" panose="02020500000000000000" pitchFamily="18" charset="-120"/>
              </a:rPr>
              <a:t>𥍉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久就過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274578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光陰啲過親像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大水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一盡互伊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流去，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功名富貴宛然眠夢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實在攏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是空空。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932734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上帝做阮代代幫助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閣做將來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抵著艱苦求祢照顧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做阮永遠門戶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。阿們。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037801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172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4704</cp:revision>
  <dcterms:created xsi:type="dcterms:W3CDTF">2009-02-27T08:32:01Z</dcterms:created>
  <dcterms:modified xsi:type="dcterms:W3CDTF">2022-09-24T09:27:33Z</dcterms:modified>
</cp:coreProperties>
</file>