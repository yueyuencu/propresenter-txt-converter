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76" r:id="rId2"/>
    <p:sldId id="5277" r:id="rId3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92" y="-10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21/6/12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76872"/>
            <a:ext cx="9114119" cy="3960440"/>
          </a:xfrm>
        </p:spPr>
        <p:txBody>
          <a:bodyPr/>
          <a:lstStyle/>
          <a:p>
            <a:r>
              <a:rPr lang="en-US" altLang="zh-TW" sz="3600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你心志著換新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，</a:t>
            </a:r>
            <a:r>
              <a:rPr lang="en-US" altLang="zh-TW" sz="3600" dirty="0" smtClean="0">
                <a:solidFill>
                  <a:srgbClr val="000000"/>
                </a:solidFill>
                <a:ea typeface="華康中圓體"/>
              </a:rPr>
              <a:t>(</a:t>
            </a:r>
            <a:r>
              <a:rPr lang="en-US" altLang="zh-TW" sz="3600" dirty="0" smtClean="0">
                <a:solidFill>
                  <a:srgbClr val="000000"/>
                </a:solidFill>
                <a:ea typeface="華康中圓體"/>
              </a:rPr>
              <a:t>3x)</a:t>
            </a:r>
            <a:endParaRPr lang="zh-TW" altLang="en-US" sz="3600" dirty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來服事信靠主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sz="3600" dirty="0" smtClean="0">
                <a:solidFill>
                  <a:srgbClr val="000000"/>
                </a:solidFill>
                <a:ea typeface="華康中圓體"/>
              </a:rPr>
              <a:t>La la la la la la la la la~</a:t>
            </a:r>
            <a:endParaRPr lang="zh-TW" altLang="en-US" sz="3600" dirty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你心志著換新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，你心志著換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新，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你心志著換新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，來服事信靠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2980478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276872"/>
            <a:ext cx="9114119" cy="3960440"/>
          </a:xfrm>
        </p:spPr>
        <p:txBody>
          <a:bodyPr/>
          <a:lstStyle/>
          <a:p>
            <a:r>
              <a:rPr lang="en-US" altLang="zh-TW" sz="36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佇向望著歡喜，</a:t>
            </a:r>
            <a:r>
              <a:rPr lang="en-US" altLang="zh-TW" sz="3600" dirty="0" smtClean="0">
                <a:solidFill>
                  <a:srgbClr val="000000"/>
                </a:solidFill>
                <a:ea typeface="華康中圓體"/>
              </a:rPr>
              <a:t>(</a:t>
            </a:r>
            <a:r>
              <a:rPr lang="en-US" altLang="zh-TW" sz="3600" dirty="0" smtClean="0">
                <a:solidFill>
                  <a:srgbClr val="000000"/>
                </a:solidFill>
                <a:ea typeface="華康中圓體"/>
              </a:rPr>
              <a:t>3x)</a:t>
            </a:r>
            <a:endParaRPr lang="zh-TW" altLang="en-US" sz="3600" dirty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佇患難著吞愞 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CC"/>
              </a:solidFill>
              <a:ea typeface="華康中圓體"/>
            </a:endParaRPr>
          </a:p>
          <a:p>
            <a:r>
              <a:rPr lang="en-US" altLang="zh-TW" sz="3600" dirty="0" smtClean="0">
                <a:solidFill>
                  <a:srgbClr val="000000"/>
                </a:solidFill>
                <a:ea typeface="華康中圓體"/>
              </a:rPr>
              <a:t>La la la la la la la la la~</a:t>
            </a:r>
            <a:endParaRPr lang="zh-TW" altLang="en-US" sz="3600" dirty="0">
              <a:solidFill>
                <a:srgbClr val="000000"/>
              </a:solidFill>
              <a:ea typeface="華康中圓體"/>
            </a:endParaRPr>
          </a:p>
          <a:p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你心志著換新</a:t>
            </a:r>
            <a:r>
              <a:rPr lang="zh-TW" altLang="en-US" sz="3600" dirty="0" smtClean="0">
                <a:solidFill>
                  <a:srgbClr val="0000CC"/>
                </a:solidFill>
                <a:ea typeface="華康中圓體"/>
              </a:rPr>
              <a:t>，你心志著換</a:t>
            </a:r>
            <a:r>
              <a:rPr lang="zh-TW" altLang="en-US" sz="3600" dirty="0">
                <a:solidFill>
                  <a:srgbClr val="0000CC"/>
                </a:solidFill>
                <a:ea typeface="華康中圓體"/>
              </a:rPr>
              <a:t>新，</a:t>
            </a:r>
          </a:p>
          <a:p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你心志著換新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，來服事信靠</a:t>
            </a:r>
            <a:r>
              <a:rPr lang="zh-TW" altLang="en-US" sz="3600" dirty="0">
                <a:solidFill>
                  <a:srgbClr val="000000"/>
                </a:solidFill>
                <a:ea typeface="華康中圓體"/>
              </a:rPr>
              <a:t>主</a:t>
            </a:r>
            <a:r>
              <a:rPr lang="zh-TW" altLang="en-US" sz="3600" dirty="0" smtClean="0">
                <a:solidFill>
                  <a:srgbClr val="000000"/>
                </a:solidFill>
                <a:ea typeface="華康中圓體"/>
              </a:rPr>
              <a:t>。</a:t>
            </a:r>
            <a:endParaRPr lang="en-US" altLang="zh-TW" sz="3600" dirty="0" smtClean="0">
              <a:solidFill>
                <a:srgbClr val="000000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7673079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86</Words>
  <Application>Microsoft Macintosh PowerPoint</Application>
  <PresentationFormat>如螢幕大小 (4:3)</PresentationFormat>
  <Paragraphs>14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2021-06-12T03:14:39Z</dcterms:modified>
</cp:coreProperties>
</file>