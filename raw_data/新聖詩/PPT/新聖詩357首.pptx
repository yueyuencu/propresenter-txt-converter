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2" r:id="rId2"/>
    <p:sldId id="5273" r:id="rId3"/>
    <p:sldId id="5274" r:id="rId4"/>
    <p:sldId id="5275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92" y="-7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主，祢真餅為阮來擘，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葡萄汁為阮來斟，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為祢所講活命的話，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主，阮感謝，心來吟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953822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祝謝聖餐表明疼痛，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平安恩賜得豐盛，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召阮進入天堂向望，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助阮一生得成聖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111121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歷代聖徒今佇榮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耀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zh-TW" altLang="en-US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及父坐天頂座位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願主聖會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向望、聽候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用疼結連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永無離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494927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主，阮為祢服務見證，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保守照顧無受害，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受差進入世界環境，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求主聖國今臨在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386576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20626</TotalTime>
  <Words>129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4691</cp:revision>
  <dcterms:created xsi:type="dcterms:W3CDTF">2009-02-27T08:32:01Z</dcterms:created>
  <dcterms:modified xsi:type="dcterms:W3CDTF">2023-12-16T09:55:26Z</dcterms:modified>
</cp:coreProperties>
</file>