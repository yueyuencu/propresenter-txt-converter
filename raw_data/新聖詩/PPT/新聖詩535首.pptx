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531" r:id="rId2"/>
    <p:sldId id="25532" r:id="rId3"/>
    <p:sldId id="25533" r:id="rId4"/>
    <p:sldId id="25534" r:id="rId5"/>
    <p:sldId id="25535" r:id="rId6"/>
    <p:sldId id="25536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62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291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9173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970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991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963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4673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57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3662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11320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45484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1554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7605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844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2106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6173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2024/6/21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0579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2024/6/21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968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339501"/>
            <a:ext cx="4896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福音鐘聲啲大彈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福音鐘聲啲大彈，傳到眾海及眾山，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報傳得救歡喜消息，白白賞賜你及我；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「上帝將獨生子賞賜世間萬萬人，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信靠救主無論啥人會得永遠活穩當。」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567720"/>
            <a:ext cx="12241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89369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339501"/>
            <a:ext cx="4896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福音鐘聲啲大彈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福音鐘時時彈，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傳到眾海及眾山，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福音鐘直直彈，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報福氣互你及我。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567720"/>
            <a:ext cx="12241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437615-A455-3247-9844-FF71A71980D8}"/>
              </a:ext>
            </a:extLst>
          </p:cNvPr>
          <p:cNvSpPr txBox="1"/>
          <p:nvPr/>
        </p:nvSpPr>
        <p:spPr>
          <a:xfrm>
            <a:off x="0" y="1219548"/>
            <a:ext cx="19821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0843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339501"/>
            <a:ext cx="4896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福音鐘聲啲大彈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福音鐘聲猶啲彈，應該謹慎細膩聽，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若無反悔猶啲延延，穩當抵著大驚惶；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「逃走保全性命，莫得歇佇此所在，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莫得越頭莫得看後，驚了抵著大災害。」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567720"/>
            <a:ext cx="12241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66235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339501"/>
            <a:ext cx="4896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福音鐘聲啲大彈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福音鐘時時彈，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傳到眾海及眾山，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福音鐘直直彈，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報福氣互你及我。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567720"/>
            <a:ext cx="12241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437615-A455-3247-9844-FF71A71980D8}"/>
              </a:ext>
            </a:extLst>
          </p:cNvPr>
          <p:cNvSpPr txBox="1"/>
          <p:nvPr/>
        </p:nvSpPr>
        <p:spPr>
          <a:xfrm>
            <a:off x="0" y="1219548"/>
            <a:ext cx="19821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36036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339501"/>
            <a:ext cx="4896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福音鐘聲啲大彈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福音鐘聲有啲請，咱人應該來就近，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莫得推辭主的宴席，莫得看輕主的恩；  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「我是活命的餅，養飼心神的欠缺， 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罪過色緻親像朱紅，我會洗到白若雪。」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567720"/>
            <a:ext cx="12241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15289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339501"/>
            <a:ext cx="4896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福音鐘聲啲大彈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福音鐘時時彈，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傳到眾海及眾山，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福音鐘直直彈，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報福氣互你及我。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535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464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251520" y="567720"/>
            <a:ext cx="12241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8437615-A455-3247-9844-FF71A71980D8}"/>
              </a:ext>
            </a:extLst>
          </p:cNvPr>
          <p:cNvSpPr txBox="1"/>
          <p:nvPr/>
        </p:nvSpPr>
        <p:spPr>
          <a:xfrm>
            <a:off x="0" y="1219548"/>
            <a:ext cx="19821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382332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20647</TotalTime>
  <Words>346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2024-06-21T15:39:21Z</dcterms:modified>
</cp:coreProperties>
</file>