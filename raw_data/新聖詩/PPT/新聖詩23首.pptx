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2" r:id="rId3"/>
    <p:sldId id="25003" r:id="rId4"/>
    <p:sldId id="25004" r:id="rId5"/>
    <p:sldId id="25005" r:id="rId6"/>
    <p:sldId id="2500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208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48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187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97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927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516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92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176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89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5604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668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550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305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702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33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864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845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雀鳥的主、海翁的主，轉踅星辰的主，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阮著怎樣來敬畏，阮著怎樣來謳咾。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168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地動的主、暴風的主，啲歕哨角的主，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阮著怎樣閃災難，阮著怎樣來呼救。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5497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彩虹的主、十架的主，互墓變空的主，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阮著怎樣受恩典，阮著怎樣來感謝。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865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枵餓的主、病</a:t>
            </a:r>
            <a:r>
              <a:rPr lang="zh-CN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的主，憐憫浪子的主，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阮著怎樣求眷顧，阮著怎樣得活命。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263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厝邊的主、對敵的主，用鐮修整的主，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阮著怎樣顯仁愛，阮著怎樣求和平。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291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0359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雀鳥的主、海翁的主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F163305-A661-244B-B96F-058039C9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11484"/>
            <a:ext cx="9114119" cy="23056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萬世的主、身邊的主，慈悲憐憫的主，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阮著怎樣顯喜樂，怎樣實現祢天國。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7137749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297</Words>
  <Application>Microsoft Macintosh PowerPoint</Application>
  <PresentationFormat>如螢幕大小 (16:9)</PresentationFormat>
  <Paragraphs>36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2025-07-12T00:37:56Z</dcterms:modified>
</cp:coreProperties>
</file>