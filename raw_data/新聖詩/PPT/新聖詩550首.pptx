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001" r:id="rId2"/>
    <p:sldId id="25002" r:id="rId3"/>
    <p:sldId id="25003" r:id="rId4"/>
    <p:sldId id="25004" r:id="rId5"/>
    <p:sldId id="25005" r:id="rId6"/>
    <p:sldId id="2500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673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044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203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942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562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37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541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8776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6383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854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835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6560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4183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854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410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61161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553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78822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07704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724222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07704" y="339502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我做基督兵丁 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E0B0A02-5520-3740-937A-94B35D250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我做基督兵丁  著好膽進前，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器械著常修整，勤謹無愛閒；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時刻及歹相爭，</a:t>
            </a:r>
            <a:r>
              <a:rPr lang="zh-TW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通失儆醒， 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求主助我勇猛  互我會得勝。</a:t>
            </a:r>
          </a:p>
          <a:p>
            <a:pPr algn="r">
              <a:spcBef>
                <a:spcPts val="132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00980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07704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724222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07704" y="339502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我做基督兵丁 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881C46B-88F0-604F-952E-C36BA075C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672408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求主施大權能，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我無時停，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求主導我向前，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到永活天庭。</a:t>
            </a:r>
          </a:p>
          <a:p>
            <a:pPr algn="r">
              <a:spcBef>
                <a:spcPts val="132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16EE201-222C-BD4E-88FB-02D9D6752D6C}"/>
              </a:ext>
            </a:extLst>
          </p:cNvPr>
          <p:cNvSpPr txBox="1"/>
          <p:nvPr/>
        </p:nvSpPr>
        <p:spPr>
          <a:xfrm>
            <a:off x="0" y="132177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3686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07704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724222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07704" y="339502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我做基督兵丁 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12095727-3865-FA4A-8358-FAA7BD9CB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26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我做基督學生  著有好品行，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時常勤讀聖經  道理就漸明；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心思舉動端正，若手攑光燈， 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求主助我一生  遵趁主命令。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32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78984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07704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724222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07704" y="339502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我做基督兵丁 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16EE201-222C-BD4E-88FB-02D9D6752D6C}"/>
              </a:ext>
            </a:extLst>
          </p:cNvPr>
          <p:cNvSpPr txBox="1"/>
          <p:nvPr/>
        </p:nvSpPr>
        <p:spPr>
          <a:xfrm>
            <a:off x="0" y="132177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副標題 6">
            <a:extLst>
              <a:ext uri="{FF2B5EF4-FFF2-40B4-BE49-F238E27FC236}">
                <a16:creationId xmlns:a16="http://schemas.microsoft.com/office/drawing/2014/main" id="{581A4341-0323-6B42-99FE-F51C65110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02" y="1275606"/>
            <a:ext cx="9114119" cy="3528392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求主施大權能，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我無時停，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求主導我向前，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到永活天庭。</a:t>
            </a:r>
          </a:p>
          <a:p>
            <a:pPr algn="r">
              <a:spcBef>
                <a:spcPts val="132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42629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07704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724222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07704" y="339502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我做基督兵丁 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8F2F845F-2459-2740-9C92-93ECEAE3D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我做救主干證  著好膽向前， 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倚靠聖神才能  助我心堅定；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報傳救贖恩情，導罪人歸誠， 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求主助我闡明  互我會得勝。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32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9095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907704" y="339502"/>
            <a:ext cx="47525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724222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907704" y="339502"/>
            <a:ext cx="4752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我做基督兵丁 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16EE201-222C-BD4E-88FB-02D9D6752D6C}"/>
              </a:ext>
            </a:extLst>
          </p:cNvPr>
          <p:cNvSpPr txBox="1"/>
          <p:nvPr/>
        </p:nvSpPr>
        <p:spPr>
          <a:xfrm>
            <a:off x="0" y="1321772"/>
            <a:ext cx="19077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7819139-84DC-204A-8217-848B51E77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求主施大權能，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我無時停，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求主導我向前，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到永活天庭。</a:t>
            </a:r>
          </a:p>
          <a:p>
            <a:pPr algn="r">
              <a:spcBef>
                <a:spcPts val="132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994465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301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2024-11-01T14:45:58Z</dcterms:modified>
</cp:coreProperties>
</file>