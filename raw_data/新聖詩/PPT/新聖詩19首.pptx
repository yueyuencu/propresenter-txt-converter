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82" r:id="rId2"/>
    <p:sldId id="5283" r:id="rId3"/>
    <p:sldId id="5284" r:id="rId4"/>
    <p:sldId id="5285" r:id="rId5"/>
    <p:sldId id="5286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96" y="-9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413" y="1419622"/>
            <a:ext cx="9174088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為著美麗的地面，為著燦爛的星辰，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為著阮出世以來，所受一切的慈愛；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天父上帝阮齊聲，謳咾稱呼祢尊名。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483518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508666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413" y="1419622"/>
            <a:ext cx="9174088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為著逐時的景緻，無論暝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s</a:t>
            </a:r>
            <a:r>
              <a:rPr lang="en-US" altLang="zh-TW" sz="4000" b="1" dirty="0" err="1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u</a:t>
            </a:r>
            <a:r>
              <a:rPr lang="en-US" altLang="zh-TW" sz="4000" b="1" dirty="0" err="1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i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無比，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山水花木好光景，日月星辰照光明；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父上帝阮齊聲，謳咾稱呼祢尊名。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483518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200" b="1" dirty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509271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413" y="1419622"/>
            <a:ext cx="9174088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為著耳目的福氣，為著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心神的歡喜，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賜阮五官通欣賞，有聲有影得恩寵；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天父上帝阮齊聲，謳咾稱呼祢尊名。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483518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262682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413" y="1419622"/>
            <a:ext cx="9174088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為著溫暖的家庭，兄弟姊妹父母情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地上好朋友，關心看顧閣溫柔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父上帝阮齊聲，謳咾稱呼祢尊名。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483518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666503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0088" y="1203598"/>
            <a:ext cx="9174088" cy="393990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為著主至大恩惠，白白賞賜阮人類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聖神恩典及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人情，地上生活及永生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父上帝阮齊聲，謳咾稱呼祢尊名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阿們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483518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275551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184</Words>
  <Application>Microsoft Macintosh PowerPoint</Application>
  <PresentationFormat>如螢幕大小 (16:9)</PresentationFormat>
  <Paragraphs>31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2023-04-28T16:22:21Z</dcterms:modified>
</cp:coreProperties>
</file>