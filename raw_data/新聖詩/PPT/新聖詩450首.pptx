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417" r:id="rId2"/>
    <p:sldId id="25418" r:id="rId3"/>
    <p:sldId id="25419" r:id="rId4"/>
    <p:sldId id="25420" r:id="rId5"/>
    <p:sldId id="25421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41" autoAdjust="0"/>
    <p:restoredTop sz="92287" autoAdjust="0"/>
  </p:normalViewPr>
  <p:slideViewPr>
    <p:cSldViewPr>
      <p:cViewPr varScale="1">
        <p:scale>
          <a:sx n="146" d="100"/>
          <a:sy n="146" d="100"/>
        </p:scale>
        <p:origin x="168" y="41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2026/1/3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9155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9273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3165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5355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8969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85962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02775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56514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54984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80609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70817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18064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32917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60268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42664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0197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2026/1/3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0571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331640" y="342450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懇求上帝施恩賜福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懇求上帝施恩賜福，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保祐一家安樂；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序大序細信主基督，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大家相疼和睦。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450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/5)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575556" y="846773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202464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331640" y="342450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懇求上帝施恩賜福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父慈、子孝、夫妻保老，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兄弟姊妹和好；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虔誠祈禱，勤讀聖經，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成做屬主家庭。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450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(2/5)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575556" y="846773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774027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331640" y="342450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懇求上帝施恩賜福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全家大細做主信徒，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所行照主法度；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待人接物為主見證，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凡事做主光燈。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450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(3/5)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575556" y="846773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781185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331640" y="342450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懇求上帝施恩賜福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安份守己，敬虔知足，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呣敢放縱私慾； 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或是快樂，或是艱難，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求主賜阮平安。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450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(4/5)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575556" y="846773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81131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331640" y="342450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懇求上帝施恩賜福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</a:t>
            </a:r>
            <a:r>
              <a:rPr lang="zh-TW" altLang="en-US" sz="4000" b="1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求救主𫢶阮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中央，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成做伊甸樂園；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大家相疼，彼此和睦，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享受地上天國。阿們。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450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(5/5)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575556" y="846773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5.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20055850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20650</TotalTime>
  <Words>193</Words>
  <Application>Microsoft Macintosh PowerPoint</Application>
  <PresentationFormat>如螢幕大小 (16:9)</PresentationFormat>
  <Paragraphs>40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4700</cp:revision>
  <dcterms:created xsi:type="dcterms:W3CDTF">2009-02-27T08:32:01Z</dcterms:created>
  <dcterms:modified xsi:type="dcterms:W3CDTF">2026-01-03T05:58:03Z</dcterms:modified>
</cp:coreProperties>
</file>