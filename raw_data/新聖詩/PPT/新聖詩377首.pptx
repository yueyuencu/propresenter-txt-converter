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112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25111C-58C8-4C9E-B3F1-245363A4ACFE}" type="datetimeFigureOut">
              <a:rPr lang="zh-TW" altLang="en-US" smtClean="0"/>
              <a:t>2012/11/2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F1664-20B1-45E1-816B-851D9756797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5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8512ABF-A7C6-45BD-8138-4128E03F7816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9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03487B-9458-4CA4-9DCB-CA39084DF553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AA013C-99EA-4067-90C6-C2125E0C70A9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C84E8-AC51-4047-BB9A-159F923DD3ED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C84E8-AC51-4047-BB9A-159F923DD3ED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C84E8-AC51-4047-BB9A-159F923DD3ED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DA9E-987F-46BC-B276-94E4D070B772}" type="datetimeFigureOut">
              <a:rPr lang="zh-TW" altLang="en-US" smtClean="0"/>
              <a:t>2012/11/2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0A6DF-5F79-4176-A0C3-F86148B43A8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DA9E-987F-46BC-B276-94E4D070B772}" type="datetimeFigureOut">
              <a:rPr lang="zh-TW" altLang="en-US" smtClean="0"/>
              <a:t>2012/11/2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0A6DF-5F79-4176-A0C3-F86148B43A8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DA9E-987F-46BC-B276-94E4D070B772}" type="datetimeFigureOut">
              <a:rPr lang="zh-TW" altLang="en-US" smtClean="0"/>
              <a:t>2012/11/2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0A6DF-5F79-4176-A0C3-F86148B43A8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DA9E-987F-46BC-B276-94E4D070B772}" type="datetimeFigureOut">
              <a:rPr lang="zh-TW" altLang="en-US" smtClean="0"/>
              <a:t>2012/11/2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0A6DF-5F79-4176-A0C3-F86148B43A8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DA9E-987F-46BC-B276-94E4D070B772}" type="datetimeFigureOut">
              <a:rPr lang="zh-TW" altLang="en-US" smtClean="0"/>
              <a:t>2012/11/2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0A6DF-5F79-4176-A0C3-F86148B43A8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DA9E-987F-46BC-B276-94E4D070B772}" type="datetimeFigureOut">
              <a:rPr lang="zh-TW" altLang="en-US" smtClean="0"/>
              <a:t>2012/11/2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0A6DF-5F79-4176-A0C3-F86148B43A8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DA9E-987F-46BC-B276-94E4D070B772}" type="datetimeFigureOut">
              <a:rPr lang="zh-TW" altLang="en-US" smtClean="0"/>
              <a:t>2012/11/2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0A6DF-5F79-4176-A0C3-F86148B43A8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DA9E-987F-46BC-B276-94E4D070B772}" type="datetimeFigureOut">
              <a:rPr lang="zh-TW" altLang="en-US" smtClean="0"/>
              <a:t>2012/11/2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0A6DF-5F79-4176-A0C3-F86148B43A8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DA9E-987F-46BC-B276-94E4D070B772}" type="datetimeFigureOut">
              <a:rPr lang="zh-TW" altLang="en-US" smtClean="0"/>
              <a:t>2012/11/2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0A6DF-5F79-4176-A0C3-F86148B43A8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DA9E-987F-46BC-B276-94E4D070B772}" type="datetimeFigureOut">
              <a:rPr lang="zh-TW" altLang="en-US" smtClean="0"/>
              <a:t>2012/11/2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0A6DF-5F79-4176-A0C3-F86148B43A8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DA9E-987F-46BC-B276-94E4D070B772}" type="datetimeFigureOut">
              <a:rPr lang="zh-TW" altLang="en-US" smtClean="0"/>
              <a:t>2012/11/2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0A6DF-5F79-4176-A0C3-F86148B43A8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27DA9E-987F-46BC-B276-94E4D070B772}" type="datetimeFigureOut">
              <a:rPr lang="zh-TW" altLang="en-US" smtClean="0"/>
              <a:t>2012/11/2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0A6DF-5F79-4176-A0C3-F86148B43A8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標題 5"/>
          <p:cNvSpPr>
            <a:spLocks noGrp="1"/>
          </p:cNvSpPr>
          <p:nvPr>
            <p:ph type="ctrTitle"/>
          </p:nvPr>
        </p:nvSpPr>
        <p:spPr>
          <a:xfrm>
            <a:off x="714375" y="590550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34819" name="副標題 6"/>
          <p:cNvSpPr>
            <a:spLocks noGrp="1"/>
          </p:cNvSpPr>
          <p:nvPr>
            <p:ph type="subTitle" idx="1"/>
          </p:nvPr>
        </p:nvSpPr>
        <p:spPr>
          <a:xfrm>
            <a:off x="0" y="3071813"/>
            <a:ext cx="9144000" cy="3563937"/>
          </a:xfrm>
        </p:spPr>
        <p:txBody>
          <a:bodyPr/>
          <a:lstStyle/>
          <a:p>
            <a:r>
              <a:rPr lang="en-US" altLang="zh-TW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1</a:t>
            </a:r>
            <a:r>
              <a:rPr lang="en-US" altLang="zh-TW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.</a:t>
            </a:r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鼓舞大家甘奉獻，</a:t>
            </a:r>
          </a:p>
          <a:p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報答主恩是當然；</a:t>
            </a:r>
          </a:p>
          <a:p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耶穌成做天真餅，</a:t>
            </a:r>
          </a:p>
          <a:p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道成肉體做聖子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。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新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377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首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（</a:t>
            </a:r>
            <a:r>
              <a:rPr lang="en-US" altLang="zh-TW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1/6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）</a:t>
            </a:r>
            <a:endParaRPr lang="zh-TW" altLang="en-US" u="sng" dirty="0" smtClean="0">
              <a:solidFill>
                <a:schemeClr val="tx1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endParaRPr lang="zh-TW" altLang="en-US" dirty="0" smtClean="0">
              <a:solidFill>
                <a:schemeClr val="tx1"/>
              </a:solidFill>
              <a:latin typeface="華康中特圓體" pitchFamily="49" charset="-120"/>
              <a:ea typeface="華康中特圓體" pitchFamily="49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內容版面配置區 2"/>
          <p:cNvSpPr>
            <a:spLocks noGrp="1"/>
          </p:cNvSpPr>
          <p:nvPr>
            <p:ph idx="1"/>
          </p:nvPr>
        </p:nvSpPr>
        <p:spPr>
          <a:xfrm>
            <a:off x="0" y="3071813"/>
            <a:ext cx="9144000" cy="3937000"/>
          </a:xfrm>
        </p:spPr>
        <p:txBody>
          <a:bodyPr/>
          <a:lstStyle/>
          <a:p>
            <a:pPr algn="ctr">
              <a:buNone/>
            </a:pPr>
            <a:r>
              <a:rPr lang="en-US" altLang="zh-TW" dirty="0" smtClean="0">
                <a:latin typeface="華康中特圓體" pitchFamily="49" charset="-120"/>
                <a:ea typeface="華康中特圓體" pitchFamily="49" charset="-120"/>
              </a:rPr>
              <a:t>2</a:t>
            </a:r>
            <a:r>
              <a:rPr lang="en-US" altLang="zh-TW" dirty="0" smtClean="0">
                <a:latin typeface="華康中特圓體" pitchFamily="49" charset="-120"/>
                <a:ea typeface="華康中特圓體" pitchFamily="49" charset="-120"/>
              </a:rPr>
              <a:t>.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你欲為祂獻什麼？</a:t>
            </a:r>
          </a:p>
          <a:p>
            <a:pPr algn="ctr"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豈無寡婦二半釐？</a:t>
            </a:r>
          </a:p>
          <a:p>
            <a:pPr algn="ctr"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你若無錢嘛有工，</a:t>
            </a:r>
          </a:p>
          <a:p>
            <a:pPr algn="ctr"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設使無物嘛有人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。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r">
              <a:buNone/>
            </a:pP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377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2/6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）</a:t>
            </a:r>
          </a:p>
          <a:p>
            <a:pPr algn="ctr">
              <a:buFont typeface="Arial" charset="0"/>
              <a:buNone/>
            </a:pPr>
            <a:endParaRPr lang="zh-TW" altLang="en-US" b="1" dirty="0" smtClean="0">
              <a:solidFill>
                <a:srgbClr val="2A0BE5"/>
              </a:solidFill>
              <a:latin typeface="華康中特圓體" pitchFamily="49" charset="-120"/>
              <a:ea typeface="華康中特圓體" pitchFamily="49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標題 1"/>
          <p:cNvSpPr>
            <a:spLocks noGrp="1"/>
          </p:cNvSpPr>
          <p:nvPr>
            <p:ph type="title"/>
          </p:nvPr>
        </p:nvSpPr>
        <p:spPr>
          <a:xfrm>
            <a:off x="500063" y="642938"/>
            <a:ext cx="8229600" cy="1143000"/>
          </a:xfrm>
        </p:spPr>
        <p:txBody>
          <a:bodyPr/>
          <a:lstStyle/>
          <a:p>
            <a:endParaRPr lang="zh-TW" altLang="en-US" u="sng" smtClean="0"/>
          </a:p>
        </p:txBody>
      </p:sp>
      <p:sp>
        <p:nvSpPr>
          <p:cNvPr id="36867" name="內容版面配置區 2"/>
          <p:cNvSpPr>
            <a:spLocks noGrp="1"/>
          </p:cNvSpPr>
          <p:nvPr>
            <p:ph idx="1"/>
          </p:nvPr>
        </p:nvSpPr>
        <p:spPr>
          <a:xfrm>
            <a:off x="0" y="3071813"/>
            <a:ext cx="9144000" cy="3311525"/>
          </a:xfrm>
        </p:spPr>
        <p:txBody>
          <a:bodyPr/>
          <a:lstStyle/>
          <a:p>
            <a:pPr algn="ctr">
              <a:buNone/>
            </a:pPr>
            <a:r>
              <a:rPr lang="en-US" altLang="zh-TW" dirty="0" smtClean="0">
                <a:latin typeface="華康中特圓體" pitchFamily="49" charset="-120"/>
                <a:ea typeface="華康中特圓體" pitchFamily="49" charset="-120"/>
              </a:rPr>
              <a:t>3</a:t>
            </a:r>
            <a:r>
              <a:rPr lang="en-US" altLang="zh-TW" dirty="0" smtClean="0">
                <a:latin typeface="華康中特圓體" pitchFamily="49" charset="-120"/>
                <a:ea typeface="華康中特圓體" pitchFamily="49" charset="-120"/>
              </a:rPr>
              <a:t>.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為主奉獻著忠誠，</a:t>
            </a:r>
          </a:p>
          <a:p>
            <a:pPr algn="ctr">
              <a:buNone/>
            </a:pPr>
            <a:r>
              <a:rPr lang="zh-TW" altLang="en-US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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通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徛啲講無閒；</a:t>
            </a:r>
          </a:p>
          <a:p>
            <a:pPr algn="ctr"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咱著好膽緊向前， </a:t>
            </a:r>
          </a:p>
          <a:p>
            <a:pPr algn="ctr"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為主奉獻做見證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。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r">
              <a:buNone/>
            </a:pP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377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3/6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）</a:t>
            </a:r>
          </a:p>
          <a:p>
            <a:pPr>
              <a:buFont typeface="Arial" charset="0"/>
              <a:buNone/>
            </a:pPr>
            <a:endParaRPr lang="zh-TW" altLang="en-US" b="1" dirty="0" smtClean="0">
              <a:solidFill>
                <a:srgbClr val="2A0BE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標題 1"/>
          <p:cNvSpPr>
            <a:spLocks noGrp="1"/>
          </p:cNvSpPr>
          <p:nvPr>
            <p:ph type="title"/>
          </p:nvPr>
        </p:nvSpPr>
        <p:spPr>
          <a:xfrm>
            <a:off x="571500" y="642938"/>
            <a:ext cx="8229600" cy="1143000"/>
          </a:xfrm>
        </p:spPr>
        <p:txBody>
          <a:bodyPr/>
          <a:lstStyle/>
          <a:p>
            <a:endParaRPr lang="zh-TW" altLang="en-US" sz="4800" u="sng" smtClean="0"/>
          </a:p>
        </p:txBody>
      </p:sp>
      <p:sp>
        <p:nvSpPr>
          <p:cNvPr id="37891" name="內容版面配置區 2"/>
          <p:cNvSpPr>
            <a:spLocks noGrp="1"/>
          </p:cNvSpPr>
          <p:nvPr>
            <p:ph idx="1"/>
          </p:nvPr>
        </p:nvSpPr>
        <p:spPr>
          <a:xfrm>
            <a:off x="0" y="3071813"/>
            <a:ext cx="9144000" cy="3481387"/>
          </a:xfrm>
        </p:spPr>
        <p:txBody>
          <a:bodyPr/>
          <a:lstStyle/>
          <a:p>
            <a:pPr algn="ctr">
              <a:buNone/>
            </a:pPr>
            <a:r>
              <a:rPr lang="en-US" altLang="zh-TW" dirty="0" smtClean="0">
                <a:latin typeface="華康中特圓體" pitchFamily="49" charset="-120"/>
                <a:ea typeface="華康中特圓體" pitchFamily="49" charset="-120"/>
              </a:rPr>
              <a:t>4</a:t>
            </a:r>
            <a:r>
              <a:rPr lang="en-US" altLang="zh-TW" dirty="0" smtClean="0">
                <a:latin typeface="華康中特圓體" pitchFamily="49" charset="-120"/>
                <a:ea typeface="華康中特圓體" pitchFamily="49" charset="-120"/>
              </a:rPr>
              <a:t>.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你若生活卡富裕，</a:t>
            </a:r>
          </a:p>
          <a:p>
            <a:pPr algn="ctr"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著知這是主賞賜；</a:t>
            </a:r>
          </a:p>
          <a:p>
            <a:pPr algn="ctr"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貨物錢財遮呢多，</a:t>
            </a:r>
          </a:p>
          <a:p>
            <a:pPr algn="ctr"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攏是為主做管家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。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r">
              <a:buNone/>
            </a:pP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377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4/6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）</a:t>
            </a:r>
          </a:p>
          <a:p>
            <a:pPr algn="ctr">
              <a:buFont typeface="Arial" charset="0"/>
              <a:buNone/>
            </a:pPr>
            <a:endParaRPr lang="zh-TW" altLang="en-US" b="1" dirty="0" smtClean="0">
              <a:solidFill>
                <a:srgbClr val="2A0BE5"/>
              </a:solidFill>
              <a:latin typeface="華康中特圓體" pitchFamily="49" charset="-120"/>
              <a:ea typeface="華康中特圓體" pitchFamily="49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標題 1"/>
          <p:cNvSpPr>
            <a:spLocks noGrp="1"/>
          </p:cNvSpPr>
          <p:nvPr>
            <p:ph type="title"/>
          </p:nvPr>
        </p:nvSpPr>
        <p:spPr>
          <a:xfrm>
            <a:off x="571500" y="642938"/>
            <a:ext cx="8229600" cy="1143000"/>
          </a:xfrm>
        </p:spPr>
        <p:txBody>
          <a:bodyPr/>
          <a:lstStyle/>
          <a:p>
            <a:endParaRPr lang="zh-TW" altLang="en-US" sz="4800" u="sng" smtClean="0"/>
          </a:p>
        </p:txBody>
      </p:sp>
      <p:sp>
        <p:nvSpPr>
          <p:cNvPr id="37891" name="內容版面配置區 2"/>
          <p:cNvSpPr>
            <a:spLocks noGrp="1"/>
          </p:cNvSpPr>
          <p:nvPr>
            <p:ph idx="1"/>
          </p:nvPr>
        </p:nvSpPr>
        <p:spPr>
          <a:xfrm>
            <a:off x="0" y="3071813"/>
            <a:ext cx="9144000" cy="3481387"/>
          </a:xfrm>
        </p:spPr>
        <p:txBody>
          <a:bodyPr/>
          <a:lstStyle/>
          <a:p>
            <a:pPr algn="ctr">
              <a:buNone/>
            </a:pPr>
            <a:r>
              <a:rPr lang="en-US" altLang="zh-TW" dirty="0" smtClean="0">
                <a:latin typeface="華康中特圓體" pitchFamily="49" charset="-120"/>
                <a:ea typeface="華康中特圓體" pitchFamily="49" charset="-120"/>
              </a:rPr>
              <a:t>5.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欲出欲入照聖旨，</a:t>
            </a:r>
          </a:p>
          <a:p>
            <a:pPr algn="ctr"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欲用欲開出在祂；</a:t>
            </a:r>
          </a:p>
          <a:p>
            <a:pPr algn="ctr"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主若欲用無推辭，</a:t>
            </a:r>
          </a:p>
          <a:p>
            <a:pPr algn="ctr"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甘心樂意真歡喜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。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r">
              <a:buNone/>
            </a:pP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377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5/6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）</a:t>
            </a:r>
          </a:p>
          <a:p>
            <a:pPr algn="ctr">
              <a:buFont typeface="Arial" charset="0"/>
              <a:buNone/>
            </a:pPr>
            <a:endParaRPr lang="zh-TW" altLang="en-US" b="1" dirty="0" smtClean="0">
              <a:solidFill>
                <a:srgbClr val="2A0BE5"/>
              </a:solidFill>
              <a:latin typeface="華康中特圓體" pitchFamily="49" charset="-120"/>
              <a:ea typeface="華康中特圓體" pitchFamily="49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標題 1"/>
          <p:cNvSpPr>
            <a:spLocks noGrp="1"/>
          </p:cNvSpPr>
          <p:nvPr>
            <p:ph type="title"/>
          </p:nvPr>
        </p:nvSpPr>
        <p:spPr>
          <a:xfrm>
            <a:off x="571500" y="642938"/>
            <a:ext cx="8229600" cy="1143000"/>
          </a:xfrm>
        </p:spPr>
        <p:txBody>
          <a:bodyPr/>
          <a:lstStyle/>
          <a:p>
            <a:endParaRPr lang="zh-TW" altLang="en-US" sz="4800" u="sng" smtClean="0"/>
          </a:p>
        </p:txBody>
      </p:sp>
      <p:sp>
        <p:nvSpPr>
          <p:cNvPr id="37891" name="內容版面配置區 2"/>
          <p:cNvSpPr>
            <a:spLocks noGrp="1"/>
          </p:cNvSpPr>
          <p:nvPr>
            <p:ph idx="1"/>
          </p:nvPr>
        </p:nvSpPr>
        <p:spPr>
          <a:xfrm>
            <a:off x="0" y="3071813"/>
            <a:ext cx="9144000" cy="3481387"/>
          </a:xfrm>
        </p:spPr>
        <p:txBody>
          <a:bodyPr/>
          <a:lstStyle/>
          <a:p>
            <a:pPr algn="ctr">
              <a:buNone/>
            </a:pPr>
            <a:r>
              <a:rPr lang="en-US" altLang="zh-TW" dirty="0" smtClean="0">
                <a:latin typeface="華康中特圓體" pitchFamily="49" charset="-120"/>
                <a:ea typeface="華康中特圓體" pitchFamily="49" charset="-120"/>
              </a:rPr>
              <a:t>6.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你若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為主</a:t>
            </a:r>
            <a:r>
              <a:rPr lang="zh-TW" altLang="en-US" b="1" dirty="0" smtClean="0">
                <a:latin typeface="EUDC" pitchFamily="49" charset="-120"/>
                <a:ea typeface="EUDC" pitchFamily="49" charset="-120"/>
              </a:rPr>
              <a:t>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願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放，</a:t>
            </a:r>
          </a:p>
          <a:p>
            <a:pPr algn="ctr"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主欲移交互別人；</a:t>
            </a:r>
          </a:p>
          <a:p>
            <a:pPr algn="ctr"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你若為主甘願獻，</a:t>
            </a:r>
          </a:p>
          <a:p>
            <a:pPr algn="ctr"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欲閣互你講萬千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。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r">
              <a:buNone/>
            </a:pP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377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6/6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）</a:t>
            </a:r>
          </a:p>
          <a:p>
            <a:pPr algn="ctr">
              <a:buFont typeface="Arial" charset="0"/>
              <a:buNone/>
            </a:pPr>
            <a:endParaRPr lang="zh-TW" altLang="en-US" b="1" dirty="0" smtClean="0">
              <a:solidFill>
                <a:srgbClr val="2A0BE5"/>
              </a:solidFill>
              <a:latin typeface="華康中特圓體" pitchFamily="49" charset="-120"/>
              <a:ea typeface="華康中特圓體" pitchFamily="49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</Words>
  <Application>Microsoft Office PowerPoint</Application>
  <PresentationFormat>如螢幕大小 (4:3)</PresentationFormat>
  <Paragraphs>36</Paragraphs>
  <Slides>6</Slides>
  <Notes>6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Office 佈景主題</vt:lpstr>
      <vt:lpstr>投影片 1</vt:lpstr>
      <vt:lpstr>投影片 2</vt:lpstr>
      <vt:lpstr>投影片 3</vt:lpstr>
      <vt:lpstr>投影片 4</vt:lpstr>
      <vt:lpstr>投影片 5</vt:lpstr>
      <vt:lpstr>投影片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Windows 使用者</dc:creator>
  <cp:lastModifiedBy>Windows 使用者</cp:lastModifiedBy>
  <cp:revision>1</cp:revision>
  <dcterms:created xsi:type="dcterms:W3CDTF">2012-11-02T04:25:34Z</dcterms:created>
  <dcterms:modified xsi:type="dcterms:W3CDTF">2012-11-02T04:26:00Z</dcterms:modified>
</cp:coreProperties>
</file>