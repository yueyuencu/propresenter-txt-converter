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253" r:id="rId2"/>
    <p:sldId id="25254" r:id="rId3"/>
    <p:sldId id="25255" r:id="rId4"/>
    <p:sldId id="25256" r:id="rId5"/>
    <p:sldId id="25257" r:id="rId6"/>
    <p:sldId id="25258" r:id="rId7"/>
    <p:sldId id="25259" r:id="rId8"/>
    <p:sldId id="25260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8" autoAdjust="0"/>
    <p:restoredTop sz="92359" autoAdjust="0"/>
  </p:normalViewPr>
  <p:slideViewPr>
    <p:cSldViewPr>
      <p:cViewPr varScale="1">
        <p:scale>
          <a:sx n="127" d="100"/>
          <a:sy n="127" d="100"/>
        </p:scale>
        <p:origin x="76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758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557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229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6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2741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223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0305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299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233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9882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067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8293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37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51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9088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319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70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07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13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232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內面榮光照出來；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這光是主十架的光，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顯明救主大仁愛。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</p:spTree>
    <p:extLst>
      <p:ext uri="{BB962C8B-B14F-4D97-AF65-F5344CB8AC3E}">
        <p14:creationId xmlns:p14="http://schemas.microsoft.com/office/powerpoint/2010/main" val="222834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07" y="158831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至大救主無窮恩惠，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這門真正為我大開，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為我！為我！這門為我大開。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077481-9AE8-8744-A37F-C14511666891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742582-9D78-544F-8E50-CCFA2E181B0E}"/>
              </a:ext>
            </a:extLst>
          </p:cNvPr>
          <p:cNvSpPr txBox="1"/>
          <p:nvPr/>
        </p:nvSpPr>
        <p:spPr>
          <a:xfrm>
            <a:off x="683568" y="1850606"/>
            <a:ext cx="1391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歌）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4280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赦罪恩門現時大開，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萬國萬人著親近；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無論老幼貧賤富貴，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入來得主赦罪恩。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</p:spTree>
    <p:extLst>
      <p:ext uri="{BB962C8B-B14F-4D97-AF65-F5344CB8AC3E}">
        <p14:creationId xmlns:p14="http://schemas.microsoft.com/office/powerpoint/2010/main" val="100377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07" y="158831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至大救主無窮恩惠，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這門真正為我大開，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為我！為我！這門為我大開。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077481-9AE8-8744-A37F-C14511666891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742582-9D78-544F-8E50-CCFA2E181B0E}"/>
              </a:ext>
            </a:extLst>
          </p:cNvPr>
          <p:cNvSpPr txBox="1"/>
          <p:nvPr/>
        </p:nvSpPr>
        <p:spPr>
          <a:xfrm>
            <a:off x="683568" y="1850606"/>
            <a:ext cx="1391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歌）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2453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咱著好膽進前無驚，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入這得救恩典門；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背十字架隨主來行，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救主賞賜大榮光。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</p:spTree>
    <p:extLst>
      <p:ext uri="{BB962C8B-B14F-4D97-AF65-F5344CB8AC3E}">
        <p14:creationId xmlns:p14="http://schemas.microsoft.com/office/powerpoint/2010/main" val="1553674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07" y="158831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至大救主無窮恩惠，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這門真正為我大開，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為我！為我！這門為我大開。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077481-9AE8-8744-A37F-C14511666891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742582-9D78-544F-8E50-CCFA2E181B0E}"/>
              </a:ext>
            </a:extLst>
          </p:cNvPr>
          <p:cNvSpPr txBox="1"/>
          <p:nvPr/>
        </p:nvSpPr>
        <p:spPr>
          <a:xfrm>
            <a:off x="683568" y="1850606"/>
            <a:ext cx="1391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歌）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2777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我著甘願背主十架，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已經過河，就放下；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得入天城朝見上帝，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謳咾主恩到萬世。 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(7/8)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</p:spTree>
    <p:extLst>
      <p:ext uri="{BB962C8B-B14F-4D97-AF65-F5344CB8AC3E}">
        <p14:creationId xmlns:p14="http://schemas.microsoft.com/office/powerpoint/2010/main" val="251923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天頂大開恩典的門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07" y="158831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至大救主無窮恩惠，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這門真正為我大開，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為我！為我！這門為我大開。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(8/8)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077481-9AE8-8744-A37F-C14511666891}"/>
              </a:ext>
            </a:extLst>
          </p:cNvPr>
          <p:cNvSpPr txBox="1"/>
          <p:nvPr/>
        </p:nvSpPr>
        <p:spPr>
          <a:xfrm>
            <a:off x="251520" y="120359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742582-9D78-544F-8E50-CCFA2E181B0E}"/>
              </a:ext>
            </a:extLst>
          </p:cNvPr>
          <p:cNvSpPr txBox="1"/>
          <p:nvPr/>
        </p:nvSpPr>
        <p:spPr>
          <a:xfrm>
            <a:off x="683568" y="1850606"/>
            <a:ext cx="1391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歌）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8737576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20733</TotalTime>
  <Words>381</Words>
  <Application>Microsoft Macintosh PowerPoint</Application>
  <PresentationFormat>如螢幕大小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4719</cp:revision>
  <dcterms:created xsi:type="dcterms:W3CDTF">2009-02-27T08:32:01Z</dcterms:created>
  <dcterms:modified xsi:type="dcterms:W3CDTF">2024-05-24T14:47:57Z</dcterms:modified>
</cp:coreProperties>
</file>