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032" y="-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1.</a:t>
            </a:r>
            <a:r>
              <a:rPr lang="zh-TW" altLang="en-US" dirty="0">
                <a:solidFill>
                  <a:schemeClr val="tx1"/>
                </a:solidFill>
                <a:latin typeface="華康中圓體"/>
                <a:ea typeface="華康中圓體"/>
              </a:rPr>
              <a:t>謳咾全能的主上帝，造化的大君王！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祂做你大氣力拯救，你著謳咾尊崇！</a:t>
            </a:r>
          </a:p>
          <a:p>
            <a:r>
              <a:rPr lang="zh-TW" altLang="en-US" dirty="0">
                <a:solidFill>
                  <a:schemeClr val="tx1"/>
                </a:solidFill>
                <a:latin typeface="華康中圓體"/>
                <a:ea typeface="華康中圓體"/>
              </a:rPr>
              <a:t>聽見的人，著進入祂的聖殿，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及我同心歡喜稱讚。</a:t>
            </a:r>
            <a:endParaRPr lang="en-US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38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1/4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72</a:t>
            </a:r>
            <a:endParaRPr lang="zh-TW" altLang="en-US" dirty="0">
              <a:solidFill>
                <a:srgbClr val="0000CC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8917093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謳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咾萬有的主上帝，管理實在奇異！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保護照顧你</a:t>
            </a:r>
            <a:r>
              <a:rPr lang="zh-TW" altLang="en-US" b="1" dirty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受害，軟弱得主扶持！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你豈無看，心內所欣慕的事，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照祂命令得著賞賜。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38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2/4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72</a:t>
            </a:r>
            <a:endParaRPr lang="zh-TW" altLang="en-US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endParaRPr lang="zh-TW" altLang="en-US" dirty="0">
              <a:solidFill>
                <a:srgbClr val="0000CC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6908638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 smtClean="0">
                <a:solidFill>
                  <a:schemeClr val="tx1"/>
                </a:solidFill>
                <a:latin typeface="華康中圓體"/>
                <a:ea typeface="華康中圓體"/>
              </a:rPr>
              <a:t>著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謳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咾主互你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工作 興旺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閣保護你！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祂的慈愛及憐憫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穩當 常常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看顧你！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重新來想，主若作你的朋友，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全能的手會扶助你。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38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3/4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72</a:t>
            </a:r>
            <a:endParaRPr lang="zh-TW" altLang="en-US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endParaRPr lang="zh-TW" altLang="en-US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4464254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我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著盡力謳咾天父，謳咾祂大權能！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世間眾人攏著齊聲 謳咾佇祂面前！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 吟講，阿們，救主榮光大顯現，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永遠謳咾祂的恩典。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38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4/4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72</a:t>
            </a:r>
            <a:endParaRPr lang="zh-TW" altLang="en-US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endParaRPr lang="zh-TW" altLang="en-US" dirty="0">
              <a:solidFill>
                <a:srgbClr val="0000CC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0563027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20625</TotalTime>
  <Words>156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4689</cp:revision>
  <dcterms:created xsi:type="dcterms:W3CDTF">2009-02-27T08:32:01Z</dcterms:created>
  <dcterms:modified xsi:type="dcterms:W3CDTF">2016-01-02T17:34:05Z</dcterms:modified>
</cp:coreProperties>
</file>