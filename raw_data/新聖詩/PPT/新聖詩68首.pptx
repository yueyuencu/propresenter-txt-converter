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272" r:id="rId2"/>
    <p:sldId id="5273" r:id="rId3"/>
    <p:sldId id="5274" r:id="rId4"/>
    <p:sldId id="5275" r:id="rId5"/>
    <p:sldId id="5276" r:id="rId6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352" y="-8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18/11/9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18/11/9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18/11/9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18/11/9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18/11/9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18/11/9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18/11/9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18/11/9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18/11/9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18/11/9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18/11/9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18/11/9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18/11/9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132856"/>
            <a:ext cx="9114119" cy="4248472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主耶穌放拺祢寶座冕旒，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為著我降生地上，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總是伯利恆客館無所在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通迎接我主彼內。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請來入我心，主耶穌，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佇我心有位做寶座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9289588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132856"/>
            <a:ext cx="9114119" cy="4248472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聖城門大開，眾天使吟詩，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啲報傳主作王威儀，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總是主降世，卑微地上，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閣謙卑來作人模樣。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請來入我心，主耶穌，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佇我心有位做寶座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3164806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132856"/>
            <a:ext cx="9114119" cy="4248472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飛鳥有巢歇，狐狸有孔住，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佇蔭影樹林來生活，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總是主耶穌用草做床舖，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佇曠野極淒凊荒埔。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請來入我心，主耶穌，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 佇我心有位做寶座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9971395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132856"/>
            <a:ext cx="9114119" cy="4248472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主祢來世間傳活命真理，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 通互人得自由免死，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總是人凌辱殘忍款待祢，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 佇城外各各他釘死。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請來入我心，主耶穌，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佇我心有位做寶座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3449565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132856"/>
            <a:ext cx="9114119" cy="4248472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聖城門大開，眾天使吟詩，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主閣來得榮顯彼時，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願救主叫我，給我講，「請來，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我身邊有備辦所在。」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　我心就歡喜，主耶穌，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祢導我入天堂門戶。阿們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8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634299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20631</TotalTime>
  <Words>194</Words>
  <Application>Microsoft Macintosh PowerPoint</Application>
  <PresentationFormat>如螢幕大小 (4:3)</PresentationFormat>
  <Paragraphs>40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4698</cp:revision>
  <dcterms:created xsi:type="dcterms:W3CDTF">2009-02-27T08:32:01Z</dcterms:created>
  <dcterms:modified xsi:type="dcterms:W3CDTF">2018-11-09T15:11:36Z</dcterms:modified>
</cp:coreProperties>
</file>