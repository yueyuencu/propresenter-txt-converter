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76" r:id="rId2"/>
    <p:sldId id="5277" r:id="rId3"/>
    <p:sldId id="5278" r:id="rId4"/>
    <p:sldId id="5279" r:id="rId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976" y="-3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2014/10/11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2014/10/11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2014/10/11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2014/10/11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2014/10/11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2014/10/11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2014/10/11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2014/10/11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2014/10/11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2014/10/11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2014/10/11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2014/10/11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2014/10/11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chemeClr val="tx1"/>
                </a:solidFill>
                <a:latin typeface="華康中圓體" pitchFamily="49" charset="-120"/>
                <a:ea typeface="華康中圓體" pitchFamily="49" charset="-120"/>
                <a:cs typeface="Heiti TC Light"/>
              </a:rPr>
              <a:t>1</a:t>
            </a:r>
            <a:r>
              <a:rPr lang="en-US" altLang="zh-TW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全能獨一的王，阮人所著尊崇，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常常敬奉；</a:t>
            </a:r>
          </a:p>
          <a:p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暝日顧阮無離，逐時施恩保庇，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深深疼阮大家，續到天下。</a:t>
            </a:r>
            <a:endParaRPr lang="en-US" altLang="zh-TW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華康中圓體" pitchFamily="49" charset="-120"/>
                <a:ea typeface="華康中圓體" pitchFamily="49" charset="-120"/>
                <a:cs typeface="Heiti TC Light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 pitchFamily="49" charset="-120"/>
                <a:ea typeface="華康中圓體" pitchFamily="49" charset="-120"/>
                <a:cs typeface="Heiti TC Light"/>
              </a:rPr>
              <a:t>180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 pitchFamily="49" charset="-120"/>
                <a:ea typeface="華康中圓體" pitchFamily="49" charset="-120"/>
                <a:cs typeface="Heiti TC Light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 pitchFamily="49" charset="-120"/>
                <a:ea typeface="華康中圓體" pitchFamily="49" charset="-120"/>
                <a:cs typeface="Heiti TC Light"/>
              </a:rPr>
              <a:t>1/4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 pitchFamily="49" charset="-120"/>
                <a:ea typeface="華康中圓體" pitchFamily="49" charset="-120"/>
                <a:cs typeface="Heiti TC Light"/>
              </a:rPr>
              <a:t>）舊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 pitchFamily="49" charset="-120"/>
                <a:ea typeface="華康中圓體" pitchFamily="49" charset="-120"/>
                <a:cs typeface="Heiti TC Light"/>
              </a:rPr>
              <a:t>53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 pitchFamily="49" charset="-120"/>
                <a:ea typeface="華康中圓體" pitchFamily="49" charset="-120"/>
                <a:cs typeface="Heiti TC Light"/>
              </a:rPr>
              <a:t>首</a:t>
            </a:r>
          </a:p>
        </p:txBody>
      </p:sp>
    </p:spTree>
    <p:extLst>
      <p:ext uri="{BB962C8B-B14F-4D97-AF65-F5344CB8AC3E}">
        <p14:creationId xmlns:p14="http://schemas.microsoft.com/office/powerpoint/2010/main" val="6664796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chemeClr val="tx1"/>
                </a:solidFill>
                <a:latin typeface="華康中圓體" pitchFamily="49" charset="-120"/>
                <a:ea typeface="華康中圓體"/>
                <a:cs typeface="Heiti TC Light"/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永活的道耶穌，阮人所著稱呼，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祢有看顧；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甘願替人釘死，互人罪過脫離，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閣做眾人中保，互人倚靠。</a:t>
            </a:r>
            <a:endParaRPr lang="en-US" altLang="zh-TW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華康中圓體" pitchFamily="49" charset="-120"/>
                <a:ea typeface="華康中圓體"/>
                <a:cs typeface="Heiti TC Light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 pitchFamily="49" charset="-120"/>
                <a:ea typeface="華康中圓體"/>
                <a:cs typeface="Heiti TC Light"/>
              </a:rPr>
              <a:t>180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 pitchFamily="49" charset="-120"/>
                <a:ea typeface="華康中圓體"/>
                <a:cs typeface="Heiti TC Light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 pitchFamily="49" charset="-120"/>
                <a:ea typeface="華康中圓體"/>
                <a:cs typeface="Heiti TC Light"/>
              </a:rPr>
              <a:t>2/4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 pitchFamily="49" charset="-120"/>
                <a:ea typeface="華康中圓體"/>
                <a:cs typeface="Heiti TC Light"/>
              </a:rPr>
              <a:t>）舊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 pitchFamily="49" charset="-120"/>
                <a:ea typeface="華康中圓體"/>
                <a:cs typeface="Heiti TC Light"/>
              </a:rPr>
              <a:t>53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 pitchFamily="49" charset="-120"/>
                <a:ea typeface="華康中圓體"/>
                <a:cs typeface="Heiti TC Light"/>
              </a:rPr>
              <a:t>首</a:t>
            </a:r>
          </a:p>
        </p:txBody>
      </p:sp>
    </p:spTree>
    <p:extLst>
      <p:ext uri="{BB962C8B-B14F-4D97-AF65-F5344CB8AC3E}">
        <p14:creationId xmlns:p14="http://schemas.microsoft.com/office/powerpoint/2010/main" val="29190067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chemeClr val="tx1"/>
                </a:solidFill>
                <a:latin typeface="華康中圓體" pitchFamily="49" charset="-120"/>
                <a:ea typeface="華康中圓體"/>
                <a:cs typeface="Heiti TC Light"/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至尊真理的神，權能感化萬民， 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互人換新；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歡喜</a:t>
            </a:r>
            <a:r>
              <a:rPr lang="zh-TW" altLang="en-US" b="1" dirty="0">
                <a:solidFill>
                  <a:srgbClr val="000000"/>
                </a:solidFill>
                <a:latin typeface="EUDC" pitchFamily="49" charset="-120"/>
                <a:ea typeface="EUDC" pitchFamily="49" charset="-120"/>
              </a:rPr>
              <a:t>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人心內，助阮放拺歹代，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做阮大家導師，導阮到天。</a:t>
            </a:r>
            <a:endParaRPr lang="en-US" altLang="zh-TW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華康中圓體" pitchFamily="49" charset="-120"/>
                <a:ea typeface="華康中圓體"/>
                <a:cs typeface="Heiti TC Light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 pitchFamily="49" charset="-120"/>
                <a:ea typeface="華康中圓體"/>
                <a:cs typeface="Heiti TC Light"/>
              </a:rPr>
              <a:t>180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 pitchFamily="49" charset="-120"/>
                <a:ea typeface="華康中圓體"/>
                <a:cs typeface="Heiti TC Light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 pitchFamily="49" charset="-120"/>
                <a:ea typeface="華康中圓體"/>
                <a:cs typeface="Heiti TC Light"/>
              </a:rPr>
              <a:t>3/4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 pitchFamily="49" charset="-120"/>
                <a:ea typeface="華康中圓體"/>
                <a:cs typeface="Heiti TC Light"/>
              </a:rPr>
              <a:t>）舊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 pitchFamily="49" charset="-120"/>
                <a:ea typeface="華康中圓體"/>
                <a:cs typeface="Heiti TC Light"/>
              </a:rPr>
              <a:t>53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 pitchFamily="49" charset="-120"/>
                <a:ea typeface="華康中圓體"/>
                <a:cs typeface="Heiti TC Light"/>
              </a:rPr>
              <a:t>首</a:t>
            </a:r>
          </a:p>
        </p:txBody>
      </p:sp>
    </p:spTree>
    <p:extLst>
      <p:ext uri="{BB962C8B-B14F-4D97-AF65-F5344CB8AC3E}">
        <p14:creationId xmlns:p14="http://schemas.microsoft.com/office/powerpoint/2010/main" val="27588790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chemeClr val="tx1"/>
                </a:solidFill>
                <a:latin typeface="華康中圓體" pitchFamily="49" charset="-120"/>
                <a:ea typeface="華康中圓體"/>
                <a:cs typeface="Heiti TC Light"/>
              </a:rPr>
              <a:t>4</a:t>
            </a:r>
            <a:r>
              <a:rPr lang="en-US" altLang="zh-TW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謳咾三位一體，造化萬民的父，   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疼人上帝；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仁慈施恩普遍，公義威嚴顯然，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賞罰無有偏情，攏照公平。</a:t>
            </a:r>
            <a:endParaRPr lang="en-US" altLang="zh-TW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華康中圓體" pitchFamily="49" charset="-120"/>
                <a:ea typeface="華康中圓體"/>
                <a:cs typeface="Heiti TC Light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 pitchFamily="49" charset="-120"/>
                <a:ea typeface="華康中圓體"/>
                <a:cs typeface="Heiti TC Light"/>
              </a:rPr>
              <a:t>180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 pitchFamily="49" charset="-120"/>
                <a:ea typeface="華康中圓體"/>
                <a:cs typeface="Heiti TC Light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 pitchFamily="49" charset="-120"/>
                <a:ea typeface="華康中圓體"/>
                <a:cs typeface="Heiti TC Light"/>
              </a:rPr>
              <a:t>4/4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 pitchFamily="49" charset="-120"/>
                <a:ea typeface="華康中圓體"/>
                <a:cs typeface="Heiti TC Light"/>
              </a:rPr>
              <a:t>）舊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 pitchFamily="49" charset="-120"/>
                <a:ea typeface="華康中圓體"/>
                <a:cs typeface="Heiti TC Light"/>
              </a:rPr>
              <a:t>53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 pitchFamily="49" charset="-120"/>
                <a:ea typeface="華康中圓體"/>
                <a:cs typeface="Heiti TC Light"/>
              </a:rPr>
              <a:t>首</a:t>
            </a:r>
          </a:p>
        </p:txBody>
      </p:sp>
    </p:spTree>
    <p:extLst>
      <p:ext uri="{BB962C8B-B14F-4D97-AF65-F5344CB8AC3E}">
        <p14:creationId xmlns:p14="http://schemas.microsoft.com/office/powerpoint/2010/main" val="41519488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20630</TotalTime>
  <Words>158</Words>
  <Application>Microsoft Macintosh PowerPoint</Application>
  <PresentationFormat>如螢幕大小 (4:3)</PresentationFormat>
  <Paragraphs>24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4692</cp:revision>
  <dcterms:created xsi:type="dcterms:W3CDTF">2009-02-27T08:32:01Z</dcterms:created>
  <dcterms:modified xsi:type="dcterms:W3CDTF">2014-10-11T14:55:04Z</dcterms:modified>
</cp:coreProperties>
</file>