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7829" r:id="rId2"/>
    <p:sldId id="27830" r:id="rId3"/>
    <p:sldId id="27831" r:id="rId4"/>
    <p:sldId id="27832" r:id="rId5"/>
    <p:sldId id="27833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965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613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59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437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58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45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984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388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217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950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3181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92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389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209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48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956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6520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主有恩典大慈悲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A24F6A-B0E8-FE42-921B-A63312ACABAC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CBCA11B-CC58-3C4E-AE45-890336821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2152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主有恩典大慈悲，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導阮平安過一年；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今阮感謝用誠心，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求主上帝聽阮吟。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0798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主有恩典大慈悲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A24F6A-B0E8-FE42-921B-A63312ACABAC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07E0A687-71E6-444D-91CE-BF486E68B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2152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感謝祢賜阮鄉土，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美麗如畫景若圖，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四季轉踅照天時，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相和相疼來徛起。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2113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主有恩典大慈悲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A24F6A-B0E8-FE42-921B-A63312ACABAC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2465652-6E1E-1543-949E-A48B918E9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3308" y="122152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感謝春雨年年落，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潤澤土地好種作；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溪水長流山嶺青，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五穀菜蔬閣</a:t>
            </a:r>
            <a:r>
              <a:rPr lang="en-US" altLang="zh-TW" sz="4000" b="1" dirty="0" err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puh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芛。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2705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主有恩典大慈悲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A24F6A-B0E8-FE42-921B-A63312ACABAC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2FF43E7B-39E1-2148-A704-3A190A1ED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2152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東懷浩瀚太平洋，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西抱平原好種稻；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花香鳥語人情暖，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美麗天成咱台灣。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3961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1763688" y="339502"/>
            <a:ext cx="518457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1763688" y="340814"/>
            <a:ext cx="5184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主有恩典大慈悲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4A24F6A-B0E8-FE42-921B-A63312ACABAC}"/>
              </a:ext>
            </a:extLst>
          </p:cNvPr>
          <p:cNvSpPr txBox="1"/>
          <p:nvPr/>
        </p:nvSpPr>
        <p:spPr>
          <a:xfrm>
            <a:off x="899592" y="867583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DB0F935-AE48-6541-B497-40220EB3F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21526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可惜鄉親多未信，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報傳福音著趕緊，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導入父兜同受恩，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四海一家享天倫。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9021195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20664</TotalTime>
  <Words>220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4712</cp:revision>
  <dcterms:created xsi:type="dcterms:W3CDTF">2009-02-27T08:32:01Z</dcterms:created>
  <dcterms:modified xsi:type="dcterms:W3CDTF">2026-02-13T14:50:42Z</dcterms:modified>
</cp:coreProperties>
</file>