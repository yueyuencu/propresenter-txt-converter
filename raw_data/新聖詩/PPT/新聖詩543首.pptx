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5269" r:id="rId2"/>
    <p:sldId id="5270" r:id="rId3"/>
    <p:sldId id="5271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52" y="-90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24/3/1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xmlns="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xmlns="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0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9242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139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443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88248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5754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14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1671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93529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3782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6060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24/3/1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4758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24/3/1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128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我愛學主的款式，愛學無快受氣，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祂無怨恨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𠢕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憐憫，常常溫柔謙卑；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我愛學主的款式，祂曾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高山頂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及咱天父相見面，我愛做祂學生。</a:t>
            </a:r>
          </a:p>
          <a:p>
            <a:pPr algn="r">
              <a:spcBef>
                <a:spcPts val="10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19100" y="627534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我愛學主的款式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95660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我愛學主的款式，愛學祂大疼痛，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雖然受人歹款待，猶久好款待人；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我愛學主的款式，愛出力行好事，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做工盡我的本份，來歸榮光互主。</a:t>
            </a:r>
          </a:p>
          <a:p>
            <a:pPr algn="r">
              <a:spcBef>
                <a:spcPts val="10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19100" y="627534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我愛學主的款式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127994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xmlns="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xmlns="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347614"/>
            <a:ext cx="9145844" cy="3672408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我愛學主的款式，愛學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𠢕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疼天父，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歡喜順趁父旨意，甘願背十字架；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可惜未學主款式，德行攏無齊備，</a:t>
            </a:r>
          </a:p>
          <a:p>
            <a:pPr>
              <a:spcBef>
                <a:spcPts val="10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懇求救主允准我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會成做親像祢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0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44D887F2-5300-9E66-7A42-BD85F5427A56}"/>
              </a:ext>
            </a:extLst>
          </p:cNvPr>
          <p:cNvSpPr txBox="1"/>
          <p:nvPr/>
        </p:nvSpPr>
        <p:spPr>
          <a:xfrm>
            <a:off x="19100" y="627534"/>
            <a:ext cx="70567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xmlns="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我愛學主的款式</a:t>
            </a:r>
            <a:endParaRPr lang="zh-TW" altLang="en-US" sz="4400" b="1" dirty="0">
              <a:solidFill>
                <a:prstClr val="black"/>
              </a:solidFill>
              <a:ea typeface="全宋體-2"/>
            </a:endParaRPr>
          </a:p>
        </p:txBody>
      </p:sp>
    </p:spTree>
    <p:extLst>
      <p:ext uri="{BB962C8B-B14F-4D97-AF65-F5344CB8AC3E}">
        <p14:creationId xmlns:p14="http://schemas.microsoft.com/office/powerpoint/2010/main" val="292020332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20652</TotalTime>
  <Words>129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1_Office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4687</cp:revision>
  <dcterms:created xsi:type="dcterms:W3CDTF">2009-02-27T08:32:01Z</dcterms:created>
  <dcterms:modified xsi:type="dcterms:W3CDTF">2024-03-01T15:32:41Z</dcterms:modified>
</cp:coreProperties>
</file>