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001" r:id="rId2"/>
    <p:sldId id="25002" r:id="rId3"/>
    <p:sldId id="25003" r:id="rId4"/>
    <p:sldId id="25004" r:id="rId5"/>
    <p:sldId id="25005" r:id="rId6"/>
    <p:sldId id="25006" r:id="rId7"/>
    <p:sldId id="25007" r:id="rId8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2025/7/12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486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0518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1578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1721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6140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416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9095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11769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8053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6895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56044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2668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550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53055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37029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58334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08647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88457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985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0359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萬有光明極美麗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11484"/>
            <a:ext cx="9114119" cy="23056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萬有光明極美麗，活物無論大細，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上帝創造這萬類，充滿奇妙智慧。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B2E2AB0-3832-434D-9979-C911F767C806}"/>
              </a:ext>
            </a:extLst>
          </p:cNvPr>
          <p:cNvSpPr txBox="1"/>
          <p:nvPr/>
        </p:nvSpPr>
        <p:spPr>
          <a:xfrm>
            <a:off x="1511152" y="1326709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24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2400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4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11680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0359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萬有光明極美麗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11484"/>
            <a:ext cx="9114119" cy="23056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春天燒烙的太陽，秋天所吹涼風，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園內成熟的果子，逐項是主造伊。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29930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萬有光明極美麗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11484"/>
            <a:ext cx="9114119" cy="23056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萬有光明極美麗，活物無論大細，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上帝創造這萬類，充滿奇妙智慧。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B2E2AB0-3832-434D-9979-C911F767C806}"/>
              </a:ext>
            </a:extLst>
          </p:cNvPr>
          <p:cNvSpPr txBox="1"/>
          <p:nvPr/>
        </p:nvSpPr>
        <p:spPr>
          <a:xfrm>
            <a:off x="1511152" y="1326709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24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2400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4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8256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0359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萬有光明極美麗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11484"/>
            <a:ext cx="9114119" cy="23056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細蕊草花攏啲開，主造𪜶色緻媠，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細隻鳥仔啲吟詩，主造細細的翼。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74733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萬有光明極美麗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11484"/>
            <a:ext cx="9114119" cy="23056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萬有光明極美麗，活物無論大細，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上帝創造這萬類，充滿奇妙智慧。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B2E2AB0-3832-434D-9979-C911F767C806}"/>
              </a:ext>
            </a:extLst>
          </p:cNvPr>
          <p:cNvSpPr txBox="1"/>
          <p:nvPr/>
        </p:nvSpPr>
        <p:spPr>
          <a:xfrm>
            <a:off x="1511152" y="1326709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24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2400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4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03421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0359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萬有光明極美麗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11484"/>
            <a:ext cx="9114119" cy="23056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賜咱目睭通觀看，互咱嘴唇唱歌，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主大權能著傳報，祂造萬有極好。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56880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萬有光明極美麗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11484"/>
            <a:ext cx="9114119" cy="23056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萬有光明極美麗，活物無論大細，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上帝創造這萬類，充滿奇妙智慧。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7/7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B2E2AB0-3832-434D-9979-C911F767C806}"/>
              </a:ext>
            </a:extLst>
          </p:cNvPr>
          <p:cNvSpPr txBox="1"/>
          <p:nvPr/>
        </p:nvSpPr>
        <p:spPr>
          <a:xfrm>
            <a:off x="1511152" y="1326709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24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2400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4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1844236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20649</TotalTime>
  <Words>289</Words>
  <Application>Microsoft Macintosh PowerPoint</Application>
  <PresentationFormat>如螢幕大小 (16:9)</PresentationFormat>
  <Paragraphs>43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2025-07-12T00:29:05Z</dcterms:modified>
</cp:coreProperties>
</file>