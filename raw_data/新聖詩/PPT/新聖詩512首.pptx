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750" r:id="rId2"/>
    <p:sldId id="27751" r:id="rId3"/>
    <p:sldId id="27752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2025/11/22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04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03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163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2009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0707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340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7832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060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93596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55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439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9407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825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2025/11/22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3263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2025/11/22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4190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人人攏真殷勤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44410" y="86068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81233C9-919D-E442-A9D2-836CD1569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312" y="139908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人人攏真殷勤啲做真多項，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我也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通貧憚，著盡力做工；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地面、空中、海洋逐款的工作，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攏是眾人出力，才有受祝福。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451</a:t>
            </a:r>
          </a:p>
        </p:txBody>
      </p:sp>
    </p:spTree>
    <p:extLst>
      <p:ext uri="{BB962C8B-B14F-4D97-AF65-F5344CB8AC3E}">
        <p14:creationId xmlns:p14="http://schemas.microsoft.com/office/powerpoint/2010/main" val="2890218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人人攏真殷勤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44410" y="86068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CB772818-0587-1144-9DAA-CEC94B2B5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908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對赫多人勞苦咱才得安樂，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因為人人做工，我才通享福；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織布、拍鐵、掘山、討海及犁田，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所做逐項工作攏會致蔭咱。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451</a:t>
            </a:r>
          </a:p>
        </p:txBody>
      </p:sp>
    </p:spTree>
    <p:extLst>
      <p:ext uri="{BB962C8B-B14F-4D97-AF65-F5344CB8AC3E}">
        <p14:creationId xmlns:p14="http://schemas.microsoft.com/office/powerpoint/2010/main" val="167904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人人攏真殷勤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44410" y="86068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2FE13D-1117-5348-81F5-2C37E27F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908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世間真多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𠢕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人也歡喜做工，</a:t>
            </a:r>
          </a:p>
          <a:p>
            <a:pPr>
              <a:spcBef>
                <a:spcPts val="1200"/>
              </a:spcBef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攏出力工作，無論叨一項；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主助咱做工人，甘願來著磨，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因為咱若做工，世界會美化。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451</a:t>
            </a:r>
          </a:p>
        </p:txBody>
      </p:sp>
    </p:spTree>
    <p:extLst>
      <p:ext uri="{BB962C8B-B14F-4D97-AF65-F5344CB8AC3E}">
        <p14:creationId xmlns:p14="http://schemas.microsoft.com/office/powerpoint/2010/main" val="28746567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170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2025-11-22T00:57:54Z</dcterms:modified>
</cp:coreProperties>
</file>