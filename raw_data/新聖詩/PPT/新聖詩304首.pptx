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5274" r:id="rId2"/>
    <p:sldId id="5275" r:id="rId3"/>
    <p:sldId id="5276" r:id="rId4"/>
    <p:sldId id="5277" r:id="rId5"/>
    <p:sldId id="5278" r:id="rId6"/>
    <p:sldId id="5279" r:id="rId7"/>
    <p:sldId id="5280" r:id="rId8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472" y="-9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interSettings" Target="printerSettings/printerSettings1.bin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19/11/16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19/11/16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19/11/16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19/11/16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19/11/16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19/11/16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19/11/16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19/11/16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19/11/16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19/11/16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19/11/16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19/11/16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19/11/16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2276872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【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複歌</a:t>
            </a:r>
            <a:r>
              <a:rPr lang="en-US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】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我欲謳咾，我欲謳咾，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我欲謳咾我主上帝，</a:t>
            </a:r>
          </a:p>
          <a:p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我欲謳咾，我欲謳咾，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我欲謳咾我主上帝</a:t>
            </a:r>
            <a:r>
              <a:rPr lang="zh-TW" altLang="en-US" sz="36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6240861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2276872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約翰有聽見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  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攏總受贖子兒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一齊出聲謳咾主聖名。</a:t>
            </a:r>
          </a:p>
          <a:p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有人啲祈禱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，有人啲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唱歌，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一齊出聲謳咾主聖名</a:t>
            </a:r>
            <a:r>
              <a:rPr lang="zh-TW" altLang="en-US" sz="36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8467190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276872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【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複歌</a:t>
            </a:r>
            <a:r>
              <a:rPr lang="en-US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】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我欲謳咾，我欲謳咾，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我欲謳咾我主上帝，</a:t>
            </a:r>
          </a:p>
          <a:p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我欲謳咾，我欲謳咾，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我欲謳咾我主上帝</a:t>
            </a:r>
            <a:r>
              <a:rPr lang="zh-TW" altLang="en-US" sz="36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0014799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2276872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齊聲稱讚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 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歡喜謳咾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唱歌，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將一切謳咾榮光歸上帝。</a:t>
            </a:r>
          </a:p>
          <a:p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榮光歸聖父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，榮光歸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聖子，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榮光歸疼痛聖神到萬世</a:t>
            </a:r>
            <a:r>
              <a:rPr lang="zh-TW" altLang="en-US" sz="36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8437319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7681" y="2276872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【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複歌</a:t>
            </a:r>
            <a:r>
              <a:rPr lang="en-US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】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我欲謳咾，我欲謳咾，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我欲謳咾我主上帝，</a:t>
            </a:r>
          </a:p>
          <a:p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我欲謳咾，我欲謳咾，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我欲謳咾我主上帝</a:t>
            </a:r>
            <a:r>
              <a:rPr lang="zh-TW" altLang="en-US" sz="36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5246709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2276872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阮做祢子兒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，主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，阮永遠天父，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祢用疼痛來創造阮大家。 </a:t>
            </a:r>
          </a:p>
          <a:p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阮欲尊崇祢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，阮欲稱讚祢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願尊貴榮光歸祢到萬世</a:t>
            </a:r>
            <a:r>
              <a:rPr lang="zh-TW" altLang="en-US" sz="36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1215481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2276872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【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複歌</a:t>
            </a:r>
            <a:r>
              <a:rPr lang="en-US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】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我欲謳咾，我欲謳咾，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我欲謳咾我主上帝，</a:t>
            </a:r>
          </a:p>
          <a:p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我欲謳咾，我欲謳咾，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我欲謳咾我主上帝</a:t>
            </a:r>
            <a:r>
              <a:rPr lang="zh-TW" altLang="en-US" sz="36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941087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20639</TotalTime>
  <Words>226</Words>
  <Application>Microsoft Macintosh PowerPoint</Application>
  <PresentationFormat>如螢幕大小 (4:3)</PresentationFormat>
  <Paragraphs>42</Paragraphs>
  <Slides>7</Slides>
  <Notes>7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8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4701</cp:revision>
  <dcterms:created xsi:type="dcterms:W3CDTF">2009-02-27T08:32:01Z</dcterms:created>
  <dcterms:modified xsi:type="dcterms:W3CDTF">2019-11-16T13:14:56Z</dcterms:modified>
</cp:coreProperties>
</file>