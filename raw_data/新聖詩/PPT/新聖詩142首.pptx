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9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見若日光所照的位，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耶穌佇遐管理萬類；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月有時圓有時無去，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猶久聖國逐位建置。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713822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咱眾大家時常祈求，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謳咾聲音做祂冕旒；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祂名真芳淐上天庭，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逐時逐刻感謝無停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569466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萬國萬民一齊開嘴，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唱歌謳咾救主恩惠；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男女老幼同心出聲，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感謝報揚祂大尊名。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40993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囚犯趒跳脫離鎖鍊，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厭倦得著永遠安然；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見若欠缺攏得補足，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福氣充滿佇祂聖國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389566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祂若顯出救人權能，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死失咒詛無閣顯明； 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後代對祂得著大福，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贏過亞當所失快樂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25470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122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2017-10-21T16:25:08Z</dcterms:modified>
</cp:coreProperties>
</file>