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071" r:id="rId2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96" autoAdjust="0"/>
    <p:restoredTop sz="92277" autoAdjust="0"/>
  </p:normalViewPr>
  <p:slideViewPr>
    <p:cSldViewPr>
      <p:cViewPr varScale="1">
        <p:scale>
          <a:sx n="161" d="100"/>
          <a:sy n="161" d="100"/>
        </p:scale>
        <p:origin x="832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2024/4/12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709646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42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0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1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2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2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2024/4/12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230436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2024/4/12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414874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9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03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08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2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16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20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23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28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2024/4/12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7347270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2024/4/12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4488205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4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4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2024/4/12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7502243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2024/4/12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274454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2024/4/12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159704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17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811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17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2024/4/12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3911149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034" indent="0">
              <a:buNone/>
              <a:defRPr sz="2800"/>
            </a:lvl2pPr>
            <a:lvl3pPr marL="914084" indent="0">
              <a:buNone/>
              <a:defRPr sz="2400"/>
            </a:lvl3pPr>
            <a:lvl4pPr marL="1371124" indent="0">
              <a:buNone/>
              <a:defRPr sz="2000"/>
            </a:lvl4pPr>
            <a:lvl5pPr marL="1828169" indent="0">
              <a:buNone/>
              <a:defRPr sz="2000"/>
            </a:lvl5pPr>
            <a:lvl6pPr marL="2285202" indent="0">
              <a:buNone/>
              <a:defRPr sz="2000"/>
            </a:lvl6pPr>
            <a:lvl7pPr marL="2742236" indent="0">
              <a:buNone/>
              <a:defRPr sz="2000"/>
            </a:lvl7pPr>
            <a:lvl8pPr marL="3199280" indent="0">
              <a:buNone/>
              <a:defRPr sz="2000"/>
            </a:lvl8pPr>
            <a:lvl9pPr marL="365632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2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2024/4/12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763861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2024/4/12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021480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3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3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2024/4/12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0269775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14" tIns="45707" rIns="91414" bIns="45707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200154"/>
            <a:ext cx="8229600" cy="3394472"/>
          </a:xfrm>
          <a:prstGeom prst="rect">
            <a:avLst/>
          </a:prstGeom>
        </p:spPr>
        <p:txBody>
          <a:bodyPr vert="horz" lIns="91414" tIns="45707" rIns="91414" bIns="45707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379A1A98-A4E7-4F22-B6A0-1F12C5F135FA}" type="datetimeFigureOut">
              <a:rPr kumimoji="0"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2024/4/12</a:t>
            </a:fld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7"/>
            <a:ext cx="2895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95823173-8EDA-4B7D-BB8D-E543550488CE}" type="slidenum">
              <a:rPr kumimoji="0"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656040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084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776" indent="-342776" algn="l" defTabSz="914084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697" indent="-285653" algn="l" defTabSz="914084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600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640" indent="-228516" algn="l" defTabSz="914084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685" indent="-228516" algn="l" defTabSz="914084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718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764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80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84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3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08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2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9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02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236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28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2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935596" y="345048"/>
            <a:ext cx="676875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068" y="1275606"/>
            <a:ext cx="9145844" cy="3672408"/>
          </a:xfrm>
        </p:spPr>
        <p:txBody>
          <a:bodyPr>
            <a:normAutofit fontScale="85000" lnSpcReduction="20000"/>
          </a:bodyPr>
          <a:lstStyle/>
          <a:p>
            <a:pPr>
              <a:spcBef>
                <a:spcPts val="1200"/>
              </a:spcBef>
            </a:pPr>
            <a:r>
              <a:rPr lang="zh-TW" altLang="en-US" sz="47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榮光歸聖父上帝，</a:t>
            </a:r>
          </a:p>
          <a:p>
            <a:pPr>
              <a:spcBef>
                <a:spcPts val="1200"/>
              </a:spcBef>
            </a:pPr>
            <a:r>
              <a:rPr lang="zh-TW" altLang="en-US" sz="47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榮光聖子、聖神、三位一體，</a:t>
            </a:r>
          </a:p>
          <a:p>
            <a:pPr>
              <a:spcBef>
                <a:spcPts val="1200"/>
              </a:spcBef>
            </a:pPr>
            <a:r>
              <a:rPr lang="zh-TW" altLang="en-US" sz="47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早佇啲，現在佇啲，</a:t>
            </a:r>
          </a:p>
          <a:p>
            <a:pPr>
              <a:spcBef>
                <a:spcPts val="1200"/>
              </a:spcBef>
            </a:pPr>
            <a:r>
              <a:rPr lang="zh-TW" altLang="en-US" sz="47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將來也永遠佇啲，</a:t>
            </a:r>
          </a:p>
          <a:p>
            <a:pPr>
              <a:spcBef>
                <a:spcPts val="1200"/>
              </a:spcBef>
            </a:pPr>
            <a:r>
              <a:rPr lang="zh-TW" altLang="en-US" sz="47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無窮無盡。阿們，阿們！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387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1/1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507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1115616" y="1117440"/>
            <a:ext cx="10801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949632" y="345048"/>
            <a:ext cx="67547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榮光歸聖父上帝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699745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20617</TotalTime>
  <Words>53</Words>
  <Application>Microsoft Macintosh PowerPoint</Application>
  <PresentationFormat>如螢幕大小 (16:9)</PresentationFormat>
  <Paragraphs>9</Paragraphs>
  <Slides>1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7" baseType="lpstr">
      <vt:lpstr>全宋體-2</vt:lpstr>
      <vt:lpstr>微軟正黑體</vt:lpstr>
      <vt:lpstr>新細明體</vt:lpstr>
      <vt:lpstr>Arial</vt:lpstr>
      <vt:lpstr>Calibri</vt:lpstr>
      <vt:lpstr>1_Office 佈景主題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4685</cp:revision>
  <dcterms:created xsi:type="dcterms:W3CDTF">2009-02-27T08:32:01Z</dcterms:created>
  <dcterms:modified xsi:type="dcterms:W3CDTF">2024-04-12T15:34:58Z</dcterms:modified>
</cp:coreProperties>
</file>