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252" r:id="rId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2024/6/7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0693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55896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0506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93255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80908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65956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56330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5304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60083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1120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33138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6997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2024/6/7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19641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89703" y="356141"/>
            <a:ext cx="53645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89704" y="345048"/>
            <a:ext cx="53645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謳咾全能恩典主宰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5A45F618-E2B1-0C41-939D-FB57D3ADE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275606"/>
            <a:ext cx="9114119" cy="36724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謳咾全能恩典主宰，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萬族稱呼感謝跪拜；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父、子、聖神，公義仁愛，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尊榮、頌讚直到萬代。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591475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45</Words>
  <Application>Microsoft Macintosh PowerPoint</Application>
  <PresentationFormat>如螢幕大小 (16:9)</PresentationFormat>
  <Paragraphs>7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4700</cp:revision>
  <dcterms:created xsi:type="dcterms:W3CDTF">2009-02-27T08:32:01Z</dcterms:created>
  <dcterms:modified xsi:type="dcterms:W3CDTF">2024-06-07T14:36:37Z</dcterms:modified>
</cp:coreProperties>
</file>