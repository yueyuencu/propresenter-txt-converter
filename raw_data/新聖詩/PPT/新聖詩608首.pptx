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597" r:id="rId2"/>
    <p:sldId id="25598" r:id="rId3"/>
    <p:sldId id="25599" r:id="rId4"/>
    <p:sldId id="25600" r:id="rId5"/>
    <p:sldId id="25601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2024/7/12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9867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714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1907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5761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6874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4252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31919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52909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92869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5549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05797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81841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8561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80052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86400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2024/7/12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88301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2024/7/12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61618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40060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87008"/>
            <a:ext cx="540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奇妙恩典何等甘甜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19622"/>
            <a:ext cx="9144000" cy="3456384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奇妙恩典何等甘甜，</a:t>
            </a:r>
            <a:endParaRPr lang="en-US" altLang="zh-TW" sz="43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救我脫離罪坑；</a:t>
            </a:r>
            <a:endParaRPr lang="en-US" altLang="zh-TW" sz="43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前我失迷今得回歸，</a:t>
            </a:r>
            <a:endParaRPr lang="en-US" altLang="zh-TW" sz="43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失明今得看見。</a:t>
            </a:r>
            <a:endParaRPr lang="en-US" altLang="zh-TW" sz="43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608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/5)</a:t>
            </a:r>
            <a:r>
              <a:rPr lang="zh-CN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246</a:t>
            </a:r>
            <a:endParaRPr lang="en-US" altLang="zh-TW" sz="3000" u="sng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43608" y="1408575"/>
            <a:ext cx="1224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44396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40060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87008"/>
            <a:ext cx="540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奇妙恩典何等甘甜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19622"/>
            <a:ext cx="9144000" cy="3456384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這大恩典教我敬畏，</a:t>
            </a: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驚惶變做安慰；</a:t>
            </a: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這樣恩典實在寶貴，</a:t>
            </a: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我信就得恩惠。</a:t>
            </a:r>
            <a:endParaRPr lang="en-US" altLang="zh-TW" sz="43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608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(2/5)</a:t>
            </a:r>
            <a:r>
              <a:rPr lang="zh-CN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246</a:t>
            </a:r>
            <a:endParaRPr lang="en-US" altLang="zh-TW" sz="3000" u="sng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43608" y="1408575"/>
            <a:ext cx="1224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43090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40060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87008"/>
            <a:ext cx="540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奇妙恩典何等甘甜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19622"/>
            <a:ext cx="9144000" cy="3456384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經過多多試鍊、羅網，</a:t>
            </a:r>
            <a:endParaRPr lang="en-US" altLang="zh-TW" sz="43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危險、枵餓、苦痛；</a:t>
            </a: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這恩導我安然穩當，</a:t>
            </a: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牽我免致失望。</a:t>
            </a:r>
            <a:endParaRPr lang="en-US" altLang="zh-TW" sz="43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608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(3/5)</a:t>
            </a:r>
            <a:r>
              <a:rPr lang="zh-CN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246</a:t>
            </a:r>
            <a:endParaRPr lang="en-US" altLang="zh-TW" sz="3000" u="sng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43608" y="1408575"/>
            <a:ext cx="1224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51438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40060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87008"/>
            <a:ext cx="540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奇妙恩典何等甘甜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19622"/>
            <a:ext cx="9144000" cy="3456384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當我肉體心神衰微， </a:t>
            </a: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活命欲熄的時；</a:t>
            </a: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身軀靈魂相離彼時，</a:t>
            </a: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也得平安歡喜。</a:t>
            </a:r>
            <a:endParaRPr lang="en-US" altLang="zh-TW" sz="43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608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(4/5)</a:t>
            </a:r>
            <a:r>
              <a:rPr lang="zh-CN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246</a:t>
            </a:r>
            <a:endParaRPr lang="en-US" altLang="zh-TW" sz="3000" u="sng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43608" y="1408575"/>
            <a:ext cx="1224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525546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40060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87008"/>
            <a:ext cx="540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奇妙恩典何等甘甜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19622"/>
            <a:ext cx="9144000" cy="3456384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聖徒相見佇主身邊，</a:t>
            </a: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若日光照滿天；</a:t>
            </a: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歡喜吟詩，主恩齊備，</a:t>
            </a: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謳咾到萬萬年。</a:t>
            </a:r>
            <a:endParaRPr lang="en-US" altLang="zh-TW" sz="43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608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(5/5)</a:t>
            </a:r>
            <a:r>
              <a:rPr lang="zh-CN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246</a:t>
            </a:r>
            <a:endParaRPr lang="en-US" altLang="zh-TW" sz="3000" u="sng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43608" y="1408575"/>
            <a:ext cx="1224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04019964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20648</TotalTime>
  <Words>208</Words>
  <Application>Microsoft Macintosh PowerPoint</Application>
  <PresentationFormat>如螢幕大小 (16:9)</PresentationFormat>
  <Paragraphs>40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4706</cp:revision>
  <dcterms:created xsi:type="dcterms:W3CDTF">2009-02-27T08:32:01Z</dcterms:created>
  <dcterms:modified xsi:type="dcterms:W3CDTF">2024-07-12T14:36:27Z</dcterms:modified>
</cp:coreProperties>
</file>