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722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C037-E60F-4617-81CF-CA67BEB3AC78}" type="datetimeFigureOut">
              <a:rPr lang="zh-TW" altLang="en-US" smtClean="0"/>
              <a:t>2013/5/25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CFE97-F482-4AD5-B11F-2BAEE943391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C037-E60F-4617-81CF-CA67BEB3AC78}" type="datetimeFigureOut">
              <a:rPr lang="zh-TW" altLang="en-US" smtClean="0"/>
              <a:t>2013/5/25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CFE97-F482-4AD5-B11F-2BAEE943391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C037-E60F-4617-81CF-CA67BEB3AC78}" type="datetimeFigureOut">
              <a:rPr lang="zh-TW" altLang="en-US" smtClean="0"/>
              <a:t>2013/5/25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CFE97-F482-4AD5-B11F-2BAEE943391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C037-E60F-4617-81CF-CA67BEB3AC78}" type="datetimeFigureOut">
              <a:rPr lang="zh-TW" altLang="en-US" smtClean="0"/>
              <a:t>2013/5/25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CFE97-F482-4AD5-B11F-2BAEE943391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C037-E60F-4617-81CF-CA67BEB3AC78}" type="datetimeFigureOut">
              <a:rPr lang="zh-TW" altLang="en-US" smtClean="0"/>
              <a:t>2013/5/25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CFE97-F482-4AD5-B11F-2BAEE943391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C037-E60F-4617-81CF-CA67BEB3AC78}" type="datetimeFigureOut">
              <a:rPr lang="zh-TW" altLang="en-US" smtClean="0"/>
              <a:t>2013/5/25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CFE97-F482-4AD5-B11F-2BAEE943391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C037-E60F-4617-81CF-CA67BEB3AC78}" type="datetimeFigureOut">
              <a:rPr lang="zh-TW" altLang="en-US" smtClean="0"/>
              <a:t>2013/5/25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CFE97-F482-4AD5-B11F-2BAEE943391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C037-E60F-4617-81CF-CA67BEB3AC78}" type="datetimeFigureOut">
              <a:rPr lang="zh-TW" altLang="en-US" smtClean="0"/>
              <a:t>2013/5/25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CFE97-F482-4AD5-B11F-2BAEE943391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C037-E60F-4617-81CF-CA67BEB3AC78}" type="datetimeFigureOut">
              <a:rPr lang="zh-TW" altLang="en-US" smtClean="0"/>
              <a:t>2013/5/25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CFE97-F482-4AD5-B11F-2BAEE943391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C037-E60F-4617-81CF-CA67BEB3AC78}" type="datetimeFigureOut">
              <a:rPr lang="zh-TW" altLang="en-US" smtClean="0"/>
              <a:t>2013/5/25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CFE97-F482-4AD5-B11F-2BAEE943391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C037-E60F-4617-81CF-CA67BEB3AC78}" type="datetimeFigureOut">
              <a:rPr lang="zh-TW" altLang="en-US" smtClean="0"/>
              <a:t>2013/5/25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8CFE97-F482-4AD5-B11F-2BAEE943391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D2C037-E60F-4617-81CF-CA67BEB3AC78}" type="datetimeFigureOut">
              <a:rPr lang="zh-TW" altLang="en-US" smtClean="0"/>
              <a:t>2013/5/25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8CFE97-F482-4AD5-B11F-2BAEE943391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3143248"/>
            <a:ext cx="9144000" cy="2982915"/>
          </a:xfrm>
        </p:spPr>
        <p:txBody>
          <a:bodyPr/>
          <a:lstStyle/>
          <a:p>
            <a:pPr algn="ctr">
              <a:buNone/>
            </a:pPr>
            <a:r>
              <a:rPr lang="en-US" dirty="0" smtClean="0">
                <a:latin typeface="華康中特圓體" pitchFamily="49" charset="-120"/>
                <a:ea typeface="華康中特圓體" pitchFamily="49" charset="-120"/>
              </a:rPr>
              <a:t>1</a:t>
            </a:r>
            <a:r>
              <a:rPr lang="en-US" dirty="0" smtClean="0">
                <a:latin typeface="華康中特圓體" pitchFamily="49" charset="-120"/>
                <a:ea typeface="華康中特圓體" pitchFamily="49" charset="-120"/>
              </a:rPr>
              <a:t>.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萬國萬人攏有一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擺，決心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歸主是應該，</a:t>
            </a:r>
          </a:p>
          <a:p>
            <a:pPr algn="ctr">
              <a:buNone/>
            </a:pP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真假善惡時常鬪爭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，到底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你倚叨一旁？</a:t>
            </a:r>
          </a:p>
          <a:p>
            <a:pPr algn="ctr">
              <a:buNone/>
            </a:pP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遠大目標重新立志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，定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你亨通抑衰微，</a:t>
            </a:r>
          </a:p>
          <a:p>
            <a:pPr algn="ctr">
              <a:buNone/>
            </a:pP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你所揀選趕緊決定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，欲</a:t>
            </a:r>
            <a:r>
              <a:rPr lang="zh-TW" altLang="en-US" b="1" dirty="0" smtClean="0">
                <a:solidFill>
                  <a:srgbClr val="0000CC"/>
                </a:solidFill>
                <a:latin typeface="EUDC" pitchFamily="49" charset="-120"/>
                <a:ea typeface="EUDC" pitchFamily="49" charset="-120"/>
              </a:rPr>
              <a:t>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烏暗抑光明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。</a:t>
            </a:r>
            <a:endParaRPr lang="zh-TW" altLang="en-US" dirty="0" smtClean="0">
              <a:solidFill>
                <a:srgbClr val="0000CC"/>
              </a:solidFill>
              <a:latin typeface="華康中特圓體" pitchFamily="49" charset="-120"/>
              <a:ea typeface="華康中特圓體" pitchFamily="49" charset="-120"/>
            </a:endParaRPr>
          </a:p>
          <a:p>
            <a:pPr algn="r">
              <a:buNone/>
            </a:pPr>
            <a:r>
              <a:rPr lang="zh-TW" altLang="en-US" u="sng" dirty="0" smtClean="0">
                <a:latin typeface="華康中特圓體" pitchFamily="49" charset="-120"/>
                <a:ea typeface="華康中特圓體" pitchFamily="49" charset="-120"/>
              </a:rPr>
              <a:t>新</a:t>
            </a:r>
            <a:r>
              <a:rPr lang="zh-TW" altLang="en-US" u="sng" dirty="0" smtClean="0">
                <a:latin typeface="華康中特圓體" pitchFamily="49" charset="-120"/>
                <a:ea typeface="華康中特圓體" pitchFamily="49" charset="-120"/>
              </a:rPr>
              <a:t>聖詩</a:t>
            </a:r>
            <a:r>
              <a:rPr lang="en-US" altLang="zh-TW" u="sng" dirty="0" smtClean="0">
                <a:latin typeface="華康中特圓體" pitchFamily="49" charset="-120"/>
                <a:ea typeface="華康中特圓體" pitchFamily="49" charset="-120"/>
              </a:rPr>
              <a:t>468</a:t>
            </a:r>
            <a:r>
              <a:rPr lang="zh-TW" altLang="en-US" u="sng" dirty="0" smtClean="0">
                <a:latin typeface="華康中特圓體" pitchFamily="49" charset="-120"/>
                <a:ea typeface="華康中特圓體" pitchFamily="49" charset="-120"/>
              </a:rPr>
              <a:t>首</a:t>
            </a:r>
            <a:r>
              <a:rPr lang="zh-TW" altLang="en-US" u="sng" dirty="0" smtClean="0">
                <a:latin typeface="華康中特圓體" pitchFamily="49" charset="-120"/>
                <a:ea typeface="華康中特圓體" pitchFamily="49" charset="-120"/>
              </a:rPr>
              <a:t>（</a:t>
            </a:r>
            <a:r>
              <a:rPr lang="en-US" altLang="zh-TW" u="sng" dirty="0" smtClean="0">
                <a:latin typeface="華康中特圓體" pitchFamily="49" charset="-120"/>
                <a:ea typeface="華康中特圓體" pitchFamily="49" charset="-120"/>
              </a:rPr>
              <a:t>1/3</a:t>
            </a:r>
            <a:r>
              <a:rPr lang="zh-TW" altLang="en-US" u="sng" dirty="0" smtClean="0">
                <a:latin typeface="華康中特圓體" pitchFamily="49" charset="-120"/>
                <a:ea typeface="華康中特圓體" pitchFamily="49" charset="-120"/>
              </a:rPr>
              <a:t>）</a:t>
            </a:r>
            <a:endParaRPr lang="en-US" altLang="zh-TW" u="sng" dirty="0" smtClean="0">
              <a:latin typeface="華康中特圓體" pitchFamily="49" charset="-120"/>
              <a:ea typeface="華康中特圓體" pitchFamily="49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3143248"/>
            <a:ext cx="9144000" cy="2982915"/>
          </a:xfrm>
        </p:spPr>
        <p:txBody>
          <a:bodyPr/>
          <a:lstStyle/>
          <a:p>
            <a:pPr algn="ctr">
              <a:buNone/>
            </a:pPr>
            <a:r>
              <a:rPr lang="en-US" altLang="zh-TW" dirty="0" smtClean="0">
                <a:latin typeface="華康中特圓體" pitchFamily="49" charset="-120"/>
                <a:ea typeface="華康中特圓體" pitchFamily="49" charset="-120"/>
              </a:rPr>
              <a:t>2</a:t>
            </a:r>
            <a:r>
              <a:rPr lang="en-US" altLang="zh-TW" dirty="0" smtClean="0">
                <a:latin typeface="華康中特圓體" pitchFamily="49" charset="-120"/>
                <a:ea typeface="華康中特圓體" pitchFamily="49" charset="-120"/>
              </a:rPr>
              <a:t>.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為著真理有時剋虧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，好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膽擁護是寶貴，</a:t>
            </a:r>
          </a:p>
          <a:p>
            <a:pPr algn="ctr">
              <a:buNone/>
            </a:pP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擒住真理，看輕名利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，行義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到尾會勝利；</a:t>
            </a:r>
          </a:p>
          <a:p>
            <a:pPr algn="ctr">
              <a:buNone/>
            </a:pP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勇敢的人揀選真理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，小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膽的人閃避伊，</a:t>
            </a:r>
          </a:p>
          <a:p>
            <a:pPr algn="ctr">
              <a:buNone/>
            </a:pP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前所拒絕好的信仰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，到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尾眾人會意向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。</a:t>
            </a:r>
            <a:endParaRPr lang="en-US" altLang="zh-TW" dirty="0" smtClean="0">
              <a:solidFill>
                <a:srgbClr val="0000CC"/>
              </a:solidFill>
              <a:latin typeface="華康中特圓體" pitchFamily="49" charset="-120"/>
              <a:ea typeface="華康中特圓體" pitchFamily="49" charset="-120"/>
            </a:endParaRPr>
          </a:p>
          <a:p>
            <a:pPr algn="r">
              <a:buNone/>
            </a:pPr>
            <a:r>
              <a:rPr lang="zh-TW" altLang="en-US" u="sng" dirty="0" smtClean="0">
                <a:latin typeface="華康中特圓體" pitchFamily="49" charset="-120"/>
                <a:ea typeface="華康中特圓體" pitchFamily="49" charset="-120"/>
              </a:rPr>
              <a:t>新聖詩</a:t>
            </a:r>
            <a:r>
              <a:rPr lang="en-US" altLang="zh-TW" u="sng" dirty="0" smtClean="0">
                <a:latin typeface="華康中特圓體" pitchFamily="49" charset="-120"/>
                <a:ea typeface="華康中特圓體" pitchFamily="49" charset="-120"/>
              </a:rPr>
              <a:t>468</a:t>
            </a:r>
            <a:r>
              <a:rPr lang="zh-TW" altLang="en-US" u="sng" dirty="0" smtClean="0">
                <a:latin typeface="華康中特圓體" pitchFamily="49" charset="-120"/>
                <a:ea typeface="華康中特圓體" pitchFamily="49" charset="-120"/>
              </a:rPr>
              <a:t>首</a:t>
            </a:r>
            <a:r>
              <a:rPr lang="zh-TW" altLang="en-US" u="sng" dirty="0" smtClean="0">
                <a:latin typeface="華康中特圓體" pitchFamily="49" charset="-120"/>
                <a:ea typeface="華康中特圓體" pitchFamily="49" charset="-120"/>
              </a:rPr>
              <a:t>（</a:t>
            </a:r>
            <a:r>
              <a:rPr lang="en-US" altLang="zh-TW" u="sng" dirty="0" smtClean="0">
                <a:latin typeface="華康中特圓體" pitchFamily="49" charset="-120"/>
                <a:ea typeface="華康中特圓體" pitchFamily="49" charset="-120"/>
              </a:rPr>
              <a:t>2/3</a:t>
            </a:r>
            <a:r>
              <a:rPr lang="zh-TW" altLang="en-US" u="sng" dirty="0" smtClean="0">
                <a:latin typeface="華康中特圓體" pitchFamily="49" charset="-120"/>
                <a:ea typeface="華康中特圓體" pitchFamily="49" charset="-120"/>
              </a:rPr>
              <a:t>）</a:t>
            </a:r>
            <a:endParaRPr lang="en-US" altLang="zh-TW" u="sng" dirty="0" smtClean="0">
              <a:latin typeface="華康中特圓體" pitchFamily="49" charset="-120"/>
              <a:ea typeface="華康中特圓體" pitchFamily="49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3143248"/>
            <a:ext cx="9144000" cy="2982915"/>
          </a:xfrm>
        </p:spPr>
        <p:txBody>
          <a:bodyPr/>
          <a:lstStyle/>
          <a:p>
            <a:pPr algn="ctr">
              <a:buNone/>
            </a:pPr>
            <a:r>
              <a:rPr lang="en-US" altLang="zh-TW" dirty="0" smtClean="0">
                <a:latin typeface="華康中特圓體" pitchFamily="49" charset="-120"/>
                <a:ea typeface="華康中特圓體" pitchFamily="49" charset="-120"/>
              </a:rPr>
              <a:t>3</a:t>
            </a:r>
            <a:r>
              <a:rPr lang="en-US" dirty="0" smtClean="0">
                <a:latin typeface="華康中特圓體" pitchFamily="49" charset="-120"/>
                <a:ea typeface="華康中特圓體" pitchFamily="49" charset="-120"/>
              </a:rPr>
              <a:t>.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雖然罪惡暫時縱橫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，到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尾真理穩得勝， </a:t>
            </a:r>
          </a:p>
          <a:p>
            <a:pPr algn="ctr">
              <a:buNone/>
            </a:pP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  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雖有重刑做伊份額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，抑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是地位受</a:t>
            </a:r>
            <a:r>
              <a:rPr lang="en-US" altLang="zh-TW" dirty="0" err="1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thun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踏；</a:t>
            </a:r>
          </a:p>
          <a:p>
            <a:pPr algn="ctr">
              <a:buNone/>
            </a:pP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  這樣苦楚致蔭將來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，佇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遙遠未知世界，</a:t>
            </a:r>
          </a:p>
          <a:p>
            <a:pPr algn="ctr">
              <a:buNone/>
            </a:pP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  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上帝徛佇你我身邊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，保守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看顧祂子兒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。</a:t>
            </a:r>
            <a:endParaRPr lang="en-US" altLang="zh-TW" dirty="0" smtClean="0">
              <a:solidFill>
                <a:srgbClr val="0000CC"/>
              </a:solidFill>
              <a:latin typeface="華康中特圓體" pitchFamily="49" charset="-120"/>
              <a:ea typeface="華康中特圓體" pitchFamily="49" charset="-120"/>
            </a:endParaRPr>
          </a:p>
          <a:p>
            <a:pPr algn="r">
              <a:buNone/>
            </a:pPr>
            <a:r>
              <a:rPr lang="zh-TW" altLang="en-US" u="sng" dirty="0" smtClean="0">
                <a:latin typeface="華康中特圓體" pitchFamily="49" charset="-120"/>
                <a:ea typeface="華康中特圓體" pitchFamily="49" charset="-120"/>
              </a:rPr>
              <a:t>新聖詩</a:t>
            </a:r>
            <a:r>
              <a:rPr lang="en-US" altLang="zh-TW" u="sng" dirty="0" smtClean="0">
                <a:latin typeface="華康中特圓體" pitchFamily="49" charset="-120"/>
                <a:ea typeface="華康中特圓體" pitchFamily="49" charset="-120"/>
              </a:rPr>
              <a:t>468</a:t>
            </a:r>
            <a:r>
              <a:rPr lang="zh-TW" altLang="en-US" u="sng" dirty="0" smtClean="0">
                <a:latin typeface="華康中特圓體" pitchFamily="49" charset="-120"/>
                <a:ea typeface="華康中特圓體" pitchFamily="49" charset="-120"/>
              </a:rPr>
              <a:t>首</a:t>
            </a:r>
            <a:r>
              <a:rPr lang="zh-TW" altLang="en-US" u="sng" dirty="0" smtClean="0">
                <a:latin typeface="華康中特圓體" pitchFamily="49" charset="-120"/>
                <a:ea typeface="華康中特圓體" pitchFamily="49" charset="-120"/>
              </a:rPr>
              <a:t>（</a:t>
            </a:r>
            <a:r>
              <a:rPr lang="en-US" altLang="zh-TW" u="sng" dirty="0" smtClean="0">
                <a:latin typeface="華康中特圓體" pitchFamily="49" charset="-120"/>
                <a:ea typeface="華康中特圓體" pitchFamily="49" charset="-120"/>
              </a:rPr>
              <a:t>3/3</a:t>
            </a:r>
            <a:r>
              <a:rPr lang="zh-TW" altLang="en-US" u="sng" dirty="0" smtClean="0">
                <a:latin typeface="華康中特圓體" pitchFamily="49" charset="-120"/>
                <a:ea typeface="華康中特圓體" pitchFamily="49" charset="-120"/>
              </a:rPr>
              <a:t>）</a:t>
            </a:r>
            <a:endParaRPr lang="en-US" altLang="zh-TW" u="sng" dirty="0" smtClean="0">
              <a:latin typeface="華康中特圓體" pitchFamily="49" charset="-120"/>
              <a:ea typeface="華康中特圓體" pitchFamily="49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</Words>
  <Application>Microsoft Office PowerPoint</Application>
  <PresentationFormat>如螢幕大小 (4:3)</PresentationFormat>
  <Paragraphs>15</Paragraphs>
  <Slides>3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投影片 1</vt:lpstr>
      <vt:lpstr>投影片 2</vt:lpstr>
      <vt:lpstr>投影片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Windows 使用者</dc:creator>
  <cp:lastModifiedBy>Windows 使用者</cp:lastModifiedBy>
  <cp:revision>1</cp:revision>
  <dcterms:created xsi:type="dcterms:W3CDTF">2013-05-25T14:25:38Z</dcterms:created>
  <dcterms:modified xsi:type="dcterms:W3CDTF">2013-05-25T14:25:59Z</dcterms:modified>
</cp:coreProperties>
</file>