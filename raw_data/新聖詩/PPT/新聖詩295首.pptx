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5274" r:id="rId2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616" y="-42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4" Type="http://schemas.openxmlformats.org/officeDocument/2006/relationships/printerSettings" Target="printerSettings/printerSettings1.bin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23/4/6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23/4/6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23/4/6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23/4/6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23/4/6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23/4/6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23/4/6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23/4/6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23/4/6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23/4/6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23/4/6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23/4/6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23/4/6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-8921" y="1203598"/>
            <a:ext cx="9114119" cy="3816424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哈利路亞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6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哈利路亞，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6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哈利路亞，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6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哈利路亞！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303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1.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539552" y="3939902"/>
            <a:ext cx="828000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 smtClean="0">
                <a:solidFill>
                  <a:srgbClr val="FF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en-US" sz="3200" b="1" dirty="0" smtClean="0">
                <a:solidFill>
                  <a:srgbClr val="FF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本首吟唱</a:t>
            </a:r>
            <a:r>
              <a:rPr lang="en-US" altLang="zh-TW" sz="3200" b="1" dirty="0" smtClean="0">
                <a:solidFill>
                  <a:srgbClr val="FF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zh-TW" altLang="en-US" sz="3200" b="1" dirty="0" smtClean="0">
                <a:solidFill>
                  <a:srgbClr val="FF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次</a:t>
            </a:r>
            <a:r>
              <a:rPr lang="en-US" altLang="zh-TW" sz="3200" b="1" dirty="0" smtClean="0">
                <a:solidFill>
                  <a:srgbClr val="FF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  <a:endParaRPr lang="zh-TW" altLang="en-US" sz="3200" b="1" dirty="0">
              <a:solidFill>
                <a:srgbClr val="FF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3778673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20631</TotalTime>
  <Words>29</Words>
  <Application>Microsoft Macintosh PowerPoint</Application>
  <PresentationFormat>如螢幕大小 (16:9)</PresentationFormat>
  <Paragraphs>8</Paragraphs>
  <Slides>1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2" baseType="lpstr">
      <vt:lpstr>Office 佈景主題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4700</cp:revision>
  <dcterms:created xsi:type="dcterms:W3CDTF">2009-02-27T08:32:01Z</dcterms:created>
  <dcterms:modified xsi:type="dcterms:W3CDTF">2023-04-06T12:46:04Z</dcterms:modified>
</cp:coreProperties>
</file>