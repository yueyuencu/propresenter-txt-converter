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5273" r:id="rId2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44" y="-5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主，聽我祈禱</a:t>
            </a:r>
            <a:r>
              <a:rPr lang="zh-TW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，主</a:t>
            </a:r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，聽我祈禱，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懇求祢聽我求</a:t>
            </a:r>
            <a:r>
              <a:rPr lang="zh-TW" altLang="zh-TW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。主</a:t>
            </a:r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，聽我祈禱，</a:t>
            </a:r>
          </a:p>
          <a:p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主，聽我祈禱</a:t>
            </a:r>
            <a:r>
              <a:rPr lang="zh-TW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，聽我懇</a:t>
            </a:r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求的聲。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2249559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36</Words>
  <Application>Microsoft Macintosh PowerPoint</Application>
  <PresentationFormat>如螢幕大小 (4:3)</PresentationFormat>
  <Paragraphs>5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2015-08-10T02:35:03Z</dcterms:modified>
</cp:coreProperties>
</file>