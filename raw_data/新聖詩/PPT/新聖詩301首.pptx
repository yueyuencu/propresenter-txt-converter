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6" r:id="rId2"/>
    <p:sldId id="5277" r:id="rId3"/>
    <p:sldId id="5278" r:id="rId4"/>
    <p:sldId id="5279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976" y="-5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2014/9/13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2014/9/13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2014/9/13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2014/9/13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2014/9/13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2014/9/13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2014/9/13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2014/9/13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2014/9/13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2014/9/13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2014/9/13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2014/9/13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2014/9/13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708920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b="1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萬人謳咾耶穌尊名！</a:t>
            </a:r>
          </a:p>
          <a:p>
            <a:r>
              <a:rPr lang="zh-TW" altLang="zh-TW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天使圍纍仆拜，天使圍纍仆拜；</a:t>
            </a:r>
          </a:p>
          <a:p>
            <a:r>
              <a:rPr lang="zh-TW" altLang="zh-TW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奉獻冕旒一齊出聲，</a:t>
            </a:r>
          </a:p>
          <a:p>
            <a:r>
              <a:rPr lang="en-US" altLang="zh-TW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【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複歌</a:t>
            </a:r>
            <a:r>
              <a:rPr lang="en-US" altLang="zh-TW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】</a:t>
            </a:r>
            <a:r>
              <a:rPr lang="zh-TW" altLang="zh-TW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來</a:t>
            </a:r>
            <a:r>
              <a:rPr lang="zh-TW" altLang="zh-TW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謳咾祂，謳咾，謳咾，謳咾</a:t>
            </a:r>
            <a:r>
              <a:rPr lang="zh-TW" altLang="zh-TW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，</a:t>
            </a:r>
          </a:p>
          <a:p>
            <a:r>
              <a:rPr lang="zh-TW" altLang="zh-TW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謳咾萬主的主。</a:t>
            </a:r>
            <a:endParaRPr lang="en-US" altLang="zh-TW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01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1/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549990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708920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b="1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以色列族受選子孫，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贖回墮落世代，贖回墮落世代；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靠主恩典得救人群，</a:t>
            </a:r>
          </a:p>
          <a:p>
            <a:r>
              <a:rPr lang="en-US" altLang="zh-TW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【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複歌</a:t>
            </a:r>
            <a:r>
              <a:rPr lang="en-US" altLang="zh-TW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】</a:t>
            </a:r>
            <a:r>
              <a:rPr lang="zh-TW" altLang="zh-TW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來</a:t>
            </a:r>
            <a:r>
              <a:rPr lang="zh-TW" altLang="zh-TW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謳咾祂，謳咾，謳咾，謳咾，</a:t>
            </a:r>
          </a:p>
          <a:p>
            <a:r>
              <a:rPr lang="zh-TW" altLang="zh-TW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謳咾萬主的主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。</a:t>
            </a:r>
            <a:endParaRPr lang="en-US" altLang="zh-TW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01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5056129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2708920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b="1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天下四海萬族萬民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齊聲稱讚和諧，齊聲稱讚和諧；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  一切威嚴歸互真神； </a:t>
            </a:r>
            <a:r>
              <a:rPr lang="zh-TW" altLang="en-US" dirty="0">
                <a:latin typeface="華康中特圓體" pitchFamily="49" charset="-120"/>
                <a:ea typeface="華康中圓體"/>
              </a:rPr>
              <a:t>　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</a:t>
            </a:r>
            <a:r>
              <a:rPr lang="en-US" altLang="zh-TW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【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複歌</a:t>
            </a:r>
            <a:r>
              <a:rPr lang="en-US" altLang="zh-TW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】</a:t>
            </a:r>
            <a:r>
              <a:rPr lang="zh-TW" altLang="zh-TW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來</a:t>
            </a:r>
            <a:r>
              <a:rPr lang="zh-TW" altLang="zh-TW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謳咾祂，謳咾，謳咾，謳咾，</a:t>
            </a:r>
          </a:p>
          <a:p>
            <a:r>
              <a:rPr lang="zh-TW" altLang="zh-TW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謳咾萬主的主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。</a:t>
            </a:r>
            <a:endParaRPr lang="en-US" altLang="zh-TW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01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3/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</a:p>
          <a:p>
            <a:endParaRPr lang="zh-TW" altLang="en-US" b="1" dirty="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028076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2708920"/>
            <a:ext cx="9114119" cy="3888432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b="1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阮欲一齊及天聖徒，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佇主座前仆拜，佇主座前仆拜；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 頌讚歌聲永遠歡呼， </a:t>
            </a:r>
            <a:r>
              <a:rPr lang="zh-TW" altLang="en-US" dirty="0">
                <a:latin typeface="華康中特圓體" pitchFamily="49" charset="-120"/>
                <a:ea typeface="華康中圓體"/>
              </a:rPr>
              <a:t>　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</a:t>
            </a:r>
            <a:r>
              <a:rPr lang="en-US" altLang="zh-TW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【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複歌</a:t>
            </a:r>
            <a:r>
              <a:rPr lang="en-US" altLang="zh-TW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】</a:t>
            </a:r>
            <a:r>
              <a:rPr lang="zh-TW" altLang="zh-TW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來</a:t>
            </a:r>
            <a:r>
              <a:rPr lang="zh-TW" altLang="zh-TW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謳咾祂，謳咾，謳咾，謳咾，</a:t>
            </a:r>
          </a:p>
          <a:p>
            <a:r>
              <a:rPr lang="zh-TW" altLang="zh-TW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謳咾萬主的主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。</a:t>
            </a:r>
            <a:endParaRPr lang="en-US" altLang="zh-TW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01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4/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0618502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20630</TotalTime>
  <Words>110</Words>
  <Application>Microsoft Macintosh PowerPoint</Application>
  <PresentationFormat>如螢幕大小 (4:3)</PresentationFormat>
  <Paragraphs>28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4695</cp:revision>
  <dcterms:created xsi:type="dcterms:W3CDTF">2009-02-27T08:32:01Z</dcterms:created>
  <dcterms:modified xsi:type="dcterms:W3CDTF">2014-09-13T09:19:36Z</dcterms:modified>
</cp:coreProperties>
</file>