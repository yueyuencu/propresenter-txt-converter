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417" r:id="rId2"/>
    <p:sldId id="25418" r:id="rId3"/>
    <p:sldId id="25419" r:id="rId4"/>
    <p:sldId id="25420" r:id="rId5"/>
    <p:sldId id="25421" r:id="rId6"/>
    <p:sldId id="25422" r:id="rId7"/>
    <p:sldId id="25423" r:id="rId8"/>
    <p:sldId id="25424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2024/11/23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1509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412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6048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289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3726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81245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44574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6231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03289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7950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10135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58366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40234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81211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7802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51700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51778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3792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97251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02980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339502"/>
            <a:ext cx="55806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338437"/>
            <a:ext cx="55806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上帝作咱安全要塞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67544" y="1270007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92F464DD-2E53-5440-B704-2977775B4C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67805"/>
            <a:ext cx="9144000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上帝作咱安全要塞，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堅固營寨及籐牌；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艱難困苦迫近目前，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主欲助咱大得勝；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275525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339502"/>
            <a:ext cx="55806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338437"/>
            <a:ext cx="55806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上帝作咱安全要塞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79512" y="854687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B920EC6-B754-F04E-8AEC-C3397B608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63638"/>
            <a:ext cx="9144000" cy="324036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暗世君王興起，靠伊戰甲計智，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勢力雖然兇猛，迫倚到咱面前，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救主助咱大得勝。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559631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339502"/>
            <a:ext cx="55806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338437"/>
            <a:ext cx="55806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上帝作咱安全要塞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3ACDCD39-947E-874F-931D-01093206E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0007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咱若倚靠家己能力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連鞭失敗無利益；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佳哉人子為咱交戰，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天父吩咐著向前；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67544" y="1270007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551651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339502"/>
            <a:ext cx="55806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338437"/>
            <a:ext cx="55806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上帝作咱安全要塞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79512" y="854687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ED86C4C2-DB95-F14F-9CF6-90F8B242FC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62573"/>
            <a:ext cx="9144000" cy="324036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人子到底啥人？耶穌基督祂名，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萬軍的主聖子，祂是獨一無二，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交戰得著大勝利。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8004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339502"/>
            <a:ext cx="55806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338437"/>
            <a:ext cx="55806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上帝作咱安全要塞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67544" y="1270007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9DBAD0D8-4682-5E4A-ADE1-FB8E521404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0007"/>
            <a:ext cx="9114119" cy="361499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魔鬼雖然遍滿世間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四界行遊吞咬咱，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　咱心自在絕對免驚，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救主助咱穩當贏；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23935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339502"/>
            <a:ext cx="55806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338437"/>
            <a:ext cx="55806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上帝作咱安全要塞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79512" y="854687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B3C7BF2-063E-C74F-9C86-EBAECA36C9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62573"/>
            <a:ext cx="9144000" cy="324036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暗世君王惡毒，勢面實在兇惡，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伊欲給咱啥代？到尾伊就會知， 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　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上帝出聲伊就敗。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77410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339502"/>
            <a:ext cx="55806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338437"/>
            <a:ext cx="55806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上帝作咱安全要塞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67544" y="1270007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0463CF51-F19F-094F-A926-510C382BC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7749" y="1270007"/>
            <a:ext cx="915174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上帝親手所寫的話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毀滅奸詐魔鬼計； 　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暗世君王雖然弄權，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分毫呣准伊侵犯；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911993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339502"/>
            <a:ext cx="55806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338437"/>
            <a:ext cx="55806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上帝作咱安全要塞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DB226930-CE13-9947-9207-E85DFD769B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雖然咱的親人、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財物、性命、逐項， 　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以及名聲地位攏互魔鬼搶去， 　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上帝聖城𣍐滅去。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DE42E15-DE2F-F740-A34F-82D27C105ADD}"/>
              </a:ext>
            </a:extLst>
          </p:cNvPr>
          <p:cNvSpPr txBox="1"/>
          <p:nvPr/>
        </p:nvSpPr>
        <p:spPr>
          <a:xfrm>
            <a:off x="467544" y="1270007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793973279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20669</TotalTime>
  <Words>271</Words>
  <Application>Microsoft Macintosh PowerPoint</Application>
  <PresentationFormat>如螢幕大小 (16:9)</PresentationFormat>
  <Paragraphs>61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4713</cp:revision>
  <dcterms:created xsi:type="dcterms:W3CDTF">2009-02-27T08:32:01Z</dcterms:created>
  <dcterms:modified xsi:type="dcterms:W3CDTF">2024-11-23T01:40:25Z</dcterms:modified>
</cp:coreProperties>
</file>