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4830" r:id="rId2"/>
    <p:sldId id="24831" r:id="rId3"/>
    <p:sldId id="24832" r:id="rId4"/>
    <p:sldId id="2483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39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53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05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29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9246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339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844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42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457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59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828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906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771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62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874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55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03486" y="296237"/>
            <a:ext cx="6778853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願我會愈疼祢，我主基督，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跪落祈禱謙卑，求祢賜福；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我心懇求無離，愈久會愈疼祢，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會愈疼祢，會愈疼祢。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80239" y="296237"/>
            <a:ext cx="6802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願我會愈疼祢，我主基督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7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03486" y="296237"/>
            <a:ext cx="6778853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早我擒住世間，安樂得意，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今我願放逐項，專心尋祢；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儆醒祈禱無離，愈久會愈疼祢，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會愈疼祢，會愈疼祢。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80239" y="296237"/>
            <a:ext cx="6802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願我會愈疼祢，我主基督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37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03486" y="296237"/>
            <a:ext cx="6778853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世間雖有艱苦、憂悶、煩惱，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義人有主通靠，歡喜謳咾；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我嘴吟詩無離，愈久會愈疼祢，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會愈疼祢，會愈疼祢。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80239" y="296237"/>
            <a:ext cx="6802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願我會愈疼祢，我主基督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32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03486" y="296237"/>
            <a:ext cx="6778853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雖然氣力衰</a:t>
            </a:r>
            <a:r>
              <a:rPr lang="en" altLang="zh-TW" sz="4000" b="1" dirty="0" err="1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lám</a:t>
            </a:r>
            <a:r>
              <a:rPr lang="zh-TW" altLang="en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吟詩細聲，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我心猶原勇敢隨祢來行；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迫切祈禱無離，愈久會愈疼祢，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願我疼祢，願我疼祢。阿們。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80239" y="296237"/>
            <a:ext cx="6802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願我會愈疼祢，我主基督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53864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265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2024-03-21T14:41:41Z</dcterms:modified>
</cp:coreProperties>
</file>