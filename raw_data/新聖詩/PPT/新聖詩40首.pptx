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2" r:id="rId2"/>
    <p:sldId id="5273" r:id="rId3"/>
    <p:sldId id="5274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688" y="-8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396" y="2564904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我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目攑起向天，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上帝所所在；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上帝暝日無睏常醒，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顧我到攏無害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sz="36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396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創造天地上帝 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保我不止穩當；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早暗保守實在好勢，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並無煩惱一項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sz="36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77545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396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上帝應允保庇，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出入會得平安；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此時以後及我無離，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我心免驚災難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endParaRPr lang="zh-TW" altLang="en-US" sz="36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12242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82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2019-04-06T14:44:33Z</dcterms:modified>
</cp:coreProperties>
</file>