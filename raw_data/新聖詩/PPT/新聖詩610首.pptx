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901" r:id="rId2"/>
    <p:sldId id="25902" r:id="rId3"/>
    <p:sldId id="25903" r:id="rId4"/>
    <p:sldId id="25904" r:id="rId5"/>
    <p:sldId id="2590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9" autoAdjust="0"/>
    <p:restoredTop sz="92255" autoAdjust="0"/>
  </p:normalViewPr>
  <p:slideViewPr>
    <p:cSldViewPr>
      <p:cViewPr varScale="1">
        <p:scale>
          <a:sx n="122" d="100"/>
          <a:sy n="122" d="100"/>
        </p:scale>
        <p:origin x="1096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747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06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664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88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04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963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656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929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590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2483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826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028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2614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5305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763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825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5838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76698E5-C803-BC4C-AADD-4CB5DB26400D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93DDA42-9E17-7355-054F-DD9358274E5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4206E3-0A59-0E28-733B-0BDC53752147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耶穌是阮心所歡喜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203597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3BB6D8EC-B94A-634E-9497-7F531CEC5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耶穌是阮心所歡喜，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祢賜活命閣賜光明；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此世間心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滿意，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阮倚靠祢心會安寧。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6820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76698E5-C803-BC4C-AADD-4CB5DB26400D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93DDA42-9E17-7355-054F-DD9358274E5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4206E3-0A59-0E28-733B-0BDC53752147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耶穌是阮心所歡喜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203597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F4898057-5C69-C74B-B9F1-AFD85A9C4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7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祢的真理永遠無變，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信祢的人得著拯救；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尋祢的人賜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耶穌以外阮無所求。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752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76698E5-C803-BC4C-AADD-4CB5DB26400D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93DDA42-9E17-7355-054F-DD9358274E5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4206E3-0A59-0E28-733B-0BDC53752147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耶穌是阮心所歡喜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203597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FB935D3-08A4-A84C-95CD-0B600F3E8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7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耶穌做阮活命的餅，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互阮通食通得勇健；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飲祢活水靠祢尊名，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阮倚靠祢攏無驚惶。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6347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76698E5-C803-BC4C-AADD-4CB5DB26400D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93DDA42-9E17-7355-054F-DD9358274E5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4206E3-0A59-0E28-733B-0BDC53752147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耶穌是阮心所歡喜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203597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D50B5C83-CAC0-E148-9A50-D3114BAE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115" y="120359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阮的心神有時厭倦，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因為世間常常變遷；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欣慕愛及祢相結連，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求祢互阮卡贏試煉。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173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B76698E5-C803-BC4C-AADD-4CB5DB26400D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93DDA42-9E17-7355-054F-DD9358274E5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4206E3-0A59-0E28-733B-0BDC53752147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耶穌是阮心所歡喜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203597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90A2806-0274-9740-8BD5-309C51530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7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耶穌願祢及阮徛起，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互阮時刻平安歡喜；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罪惡權勢除滅到離，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將祢聖光照阮一世。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37470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247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2024-09-06T15:00:28Z</dcterms:modified>
</cp:coreProperties>
</file>