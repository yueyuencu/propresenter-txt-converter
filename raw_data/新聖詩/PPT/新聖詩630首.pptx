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2256" y="-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15/12/6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1.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球根內有一蕊媠花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，一粒籽包蘋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果樹，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佇繭內有隱藏應允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，小蝴蝶會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得自由；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佇寒冷冬天雖落雪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，啲期待欲來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春天，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時若到就攏欲顯露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，只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有上帝看會見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214975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靜默中也隱藏音樂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，啲追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尋旋律詩歌，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烏暗中會顯出黎明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，帶向望互你及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對過去欲導到將來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，這一切攏是奧祕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時若到就攏欲顯露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，只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有上帝看會見。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1514414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用臨終做咱的開始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，這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時間是無窮盡，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僥疑中欲生出信仰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，咱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性命永遠無盡；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甚至死欲得著復活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，到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最後欲得勝利，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時若到就攏欲顯露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，只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有上帝看會見。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5405675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126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2015-12-05T17:21:52Z</dcterms:modified>
</cp:coreProperties>
</file>