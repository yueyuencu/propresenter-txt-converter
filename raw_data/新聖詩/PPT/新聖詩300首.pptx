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36" y="-9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阮真感謝祢，至聖仁愛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祢救阮脫離悲傷掛礙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助阮莫後悔，解放驚惶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歡喜就近祢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得新性命。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564779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為所賜氣力阮來慶賀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罪人今變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成勇敢信徒；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赦免阮對敵，齊聲吟詩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今歡喜快樂攑疼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的旗。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42993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獻阮的性命做祢活祭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接受祢呼召追尋失迷；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為喪鄉枵餓排設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宴席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氣力贏試煉免閣驚惶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71938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高舉主基督榮耀聖名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對忠實信徒祢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賜活命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阮尊崇救主趁祢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教示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今日所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向望和平公義。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950610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117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2024-01-27T10:16:57Z</dcterms:modified>
</cp:coreProperties>
</file>