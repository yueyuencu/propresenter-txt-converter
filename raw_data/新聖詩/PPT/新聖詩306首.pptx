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png" ContentType="image/png"/>
  <Default Extension="rels" ContentType="application/vnd.openxmlformats-package.relationship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"/>
  </p:notesMasterIdLst>
  <p:sldIdLst>
    <p:sldId id="5274" r:id="rId2"/>
    <p:sldId id="5275" r:id="rId3"/>
  </p:sldIdLst>
  <p:sldSz cx="9144000" cy="5143500" type="screen16x9"/>
  <p:notesSz cx="6858000" cy="9144000"/>
  <p:defaultTextStyle>
    <a:defPPr>
      <a:defRPr lang="zh-TW"/>
    </a:defPPr>
    <a:lvl1pPr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1pPr>
    <a:lvl2pPr marL="4572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2pPr>
    <a:lvl3pPr marL="9144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5pPr>
    <a:lvl6pPr marL="22860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6pPr>
    <a:lvl7pPr marL="27432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7pPr>
    <a:lvl8pPr marL="32004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8pPr>
    <a:lvl9pPr marL="36576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CC"/>
    <a:srgbClr val="2A0BE5"/>
    <a:srgbClr val="E1F02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無樣式、無格線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BC89EF96-8CEA-46FF-86C4-4CE0E7609802}" styleName="淺色樣式 3 - 輔色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21E4AEA4-8DFA-4A89-87EB-49C32662AFE0}" styleName="中等深淺樣式 2 - 輔色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5940675A-B579-460E-94D1-54222C63F5DA}" styleName="無樣式、表格格線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800" autoAdjust="0"/>
    <p:restoredTop sz="92266" autoAdjust="0"/>
  </p:normalViewPr>
  <p:slideViewPr>
    <p:cSldViewPr>
      <p:cViewPr>
        <p:scale>
          <a:sx n="60" d="100"/>
          <a:sy n="60" d="100"/>
        </p:scale>
        <p:origin x="-1808" y="-1160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interSettings" Target="printerSettings/printerSettings1.bin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0233FD01-ACF8-453F-B737-7E69A0F27419}" type="datetimeFigureOut">
              <a:rPr lang="zh-TW" altLang="en-US"/>
              <a:pPr>
                <a:defRPr/>
              </a:pPr>
              <a:t>22/11/20</a:t>
            </a:fld>
            <a:endParaRPr lang="zh-TW" altLang="en-US"/>
          </a:p>
        </p:txBody>
      </p:sp>
      <p:sp>
        <p:nvSpPr>
          <p:cNvPr id="4" name="投影片圖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zh-TW" altLang="en-US" noProof="0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 noProof="0" smtClean="0"/>
              <a:t>按一下以編輯母片文字樣式</a:t>
            </a:r>
          </a:p>
          <a:p>
            <a:pPr lvl="1"/>
            <a:r>
              <a:rPr lang="zh-TW" altLang="en-US" noProof="0" smtClean="0"/>
              <a:t>第二層</a:t>
            </a:r>
          </a:p>
          <a:p>
            <a:pPr lvl="2"/>
            <a:r>
              <a:rPr lang="zh-TW" altLang="en-US" noProof="0" smtClean="0"/>
              <a:t>第三層</a:t>
            </a:r>
          </a:p>
          <a:p>
            <a:pPr lvl="3"/>
            <a:r>
              <a:rPr lang="zh-TW" altLang="en-US" noProof="0" smtClean="0"/>
              <a:t>第四層</a:t>
            </a:r>
          </a:p>
          <a:p>
            <a:pPr lvl="4"/>
            <a:r>
              <a:rPr lang="zh-TW" altLang="en-US" noProof="0" smtClean="0"/>
              <a:t>第五層</a:t>
            </a:r>
            <a:endParaRPr lang="zh-TW" altLang="en-US" noProof="0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E6BF0377-E0CE-4715-B087-6F941D41B5A6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845169975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 smtClean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A8482F0-FFB9-4C2D-B0E0-44107A6421FF}" type="slidenum">
              <a:rPr lang="zh-TW" altLang="en-US" smtClean="0">
                <a:solidFill>
                  <a:prstClr val="black"/>
                </a:solidFill>
              </a:rPr>
              <a:pPr>
                <a:defRPr/>
              </a:pPr>
              <a:t>1</a:t>
            </a:fld>
            <a:endParaRPr lang="zh-TW" alt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 smtClean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A8482F0-FFB9-4C2D-B0E0-44107A6421FF}" type="slidenum">
              <a:rPr lang="zh-TW" altLang="en-US" smtClean="0">
                <a:solidFill>
                  <a:prstClr val="black"/>
                </a:solidFill>
              </a:rPr>
              <a:pPr>
                <a:defRPr/>
              </a:pPr>
              <a:t>2</a:t>
            </a:fld>
            <a:endParaRPr lang="zh-TW" alt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TW" altLang="en-US" smtClean="0"/>
              <a:t>按一下以編輯母片副標題樣式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FFD6925-9F58-41AA-9AB6-ACD7B407D68C}" type="datetimeFigureOut">
              <a:rPr lang="zh-TW" altLang="en-US"/>
              <a:pPr>
                <a:defRPr/>
              </a:pPr>
              <a:t>22/11/20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B442B62-15E4-4E1A-8035-07F52F965FE4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E6AD438-11DF-4D67-8933-CA78395B3322}" type="datetimeFigureOut">
              <a:rPr lang="zh-TW" altLang="en-US"/>
              <a:pPr>
                <a:defRPr/>
              </a:pPr>
              <a:t>22/11/20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750D8BD-0419-4FA4-A9B7-15C2CFF7DDC7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66392F3-52D6-4DA7-8496-983FDDC54B0F}" type="datetimeFigureOut">
              <a:rPr lang="zh-TW" altLang="en-US"/>
              <a:pPr>
                <a:defRPr/>
              </a:pPr>
              <a:t>22/11/20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7D1D5EE-2836-4F29-9865-FDFB933EBCDB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163BCE6-DC44-4E8B-8030-9F5FD6B2C565}" type="datetimeFigureOut">
              <a:rPr lang="zh-TW" altLang="en-US"/>
              <a:pPr>
                <a:defRPr/>
              </a:pPr>
              <a:t>22/11/20</a:t>
            </a:fld>
            <a:endParaRPr lang="zh-TW" altLang="en-US"/>
          </a:p>
        </p:txBody>
      </p:sp>
      <p:sp>
        <p:nvSpPr>
          <p:cNvPr id="6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7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4AF8B61-5203-46E7-BAA9-8D7839727F34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7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8B8463E-D43C-4444-8471-FD7402E587EB}" type="datetimeFigureOut">
              <a:rPr lang="zh-TW" altLang="en-US"/>
              <a:pPr>
                <a:defRPr/>
              </a:pPr>
              <a:t>22/11/20</a:t>
            </a:fld>
            <a:endParaRPr lang="zh-TW" altLang="en-US"/>
          </a:p>
        </p:txBody>
      </p:sp>
      <p:sp>
        <p:nvSpPr>
          <p:cNvPr id="8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9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27EF84F-5ECE-40B6-ABEE-589D7F3C8D80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92E5FE8-8589-40E4-B1F2-801D7017C5A8}" type="datetimeFigureOut">
              <a:rPr lang="zh-TW" altLang="en-US"/>
              <a:pPr>
                <a:defRPr/>
              </a:pPr>
              <a:t>22/11/20</a:t>
            </a:fld>
            <a:endParaRPr lang="zh-TW" altLang="en-US"/>
          </a:p>
        </p:txBody>
      </p:sp>
      <p:sp>
        <p:nvSpPr>
          <p:cNvPr id="4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5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9C91898-1799-4A80-A7EE-4415C56E1531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00CD09C-FCD7-4B55-8F1B-0C81F448CDB8}" type="datetimeFigureOut">
              <a:rPr lang="zh-TW" altLang="en-US"/>
              <a:pPr>
                <a:defRPr/>
              </a:pPr>
              <a:t>22/11/20</a:t>
            </a:fld>
            <a:endParaRPr lang="zh-TW" altLang="en-US"/>
          </a:p>
        </p:txBody>
      </p:sp>
      <p:sp>
        <p:nvSpPr>
          <p:cNvPr id="3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4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0BB4B85-9F3E-402A-9A40-377DB8A36399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31FEEF5-C400-4201-AC96-68E8229BCB3D}" type="datetimeFigureOut">
              <a:rPr lang="zh-TW" altLang="en-US"/>
              <a:pPr>
                <a:defRPr/>
              </a:pPr>
              <a:t>22/11/20</a:t>
            </a:fld>
            <a:endParaRPr lang="zh-TW" altLang="en-US"/>
          </a:p>
        </p:txBody>
      </p:sp>
      <p:sp>
        <p:nvSpPr>
          <p:cNvPr id="6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7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6C46252-F71E-4330-91D4-FF1D9478F752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TW" altLang="en-US" noProof="0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3B79C71-7450-4422-B54D-0B5A3B85E3DB}" type="datetimeFigureOut">
              <a:rPr lang="zh-TW" altLang="en-US"/>
              <a:pPr>
                <a:defRPr/>
              </a:pPr>
              <a:t>22/11/20</a:t>
            </a:fld>
            <a:endParaRPr lang="zh-TW" altLang="en-US"/>
          </a:p>
        </p:txBody>
      </p:sp>
      <p:sp>
        <p:nvSpPr>
          <p:cNvPr id="6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7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3BFB73A-6D90-41B8-B637-B8ABE1B1F398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29AB8A9-CBBB-4D32-ADB8-153F592BCAA6}" type="datetimeFigureOut">
              <a:rPr lang="zh-TW" altLang="en-US"/>
              <a:pPr>
                <a:defRPr/>
              </a:pPr>
              <a:t>22/11/20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341BF05-86F7-4D23-8E93-D4FCBF25D228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6D6492E-A820-4D39-8401-6D2579745560}" type="datetimeFigureOut">
              <a:rPr lang="zh-TW" altLang="en-US"/>
              <a:pPr>
                <a:defRPr/>
              </a:pPr>
              <a:t>22/11/20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D2DBB9F-C35E-44E7-A430-034A38C2537B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3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 l="-7000" r="-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標題版面配置區 1"/>
          <p:cNvSpPr>
            <a:spLocks noGrp="1"/>
          </p:cNvSpPr>
          <p:nvPr>
            <p:ph type="title"/>
          </p:nvPr>
        </p:nvSpPr>
        <p:spPr bwMode="auto">
          <a:xfrm>
            <a:off x="457200" y="205979"/>
            <a:ext cx="8229600" cy="857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 smtClean="0"/>
              <a:t>按一下以編輯母片標題樣式</a:t>
            </a:r>
          </a:p>
        </p:txBody>
      </p:sp>
      <p:sp>
        <p:nvSpPr>
          <p:cNvPr id="1027" name="文字版面配置區 2"/>
          <p:cNvSpPr>
            <a:spLocks noGrp="1"/>
          </p:cNvSpPr>
          <p:nvPr>
            <p:ph type="body" idx="1"/>
          </p:nvPr>
        </p:nvSpPr>
        <p:spPr bwMode="auto">
          <a:xfrm>
            <a:off x="457200" y="1200151"/>
            <a:ext cx="8229600" cy="339447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F835F76A-5755-4E26-99A6-24091687E66C}" type="datetimeFigureOut">
              <a:rPr lang="zh-TW" altLang="en-US"/>
              <a:pPr>
                <a:defRPr/>
              </a:pPr>
              <a:t>22/11/20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8AD06E77-596F-45FF-8BBB-2041D584E184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副標題 6"/>
          <p:cNvSpPr>
            <a:spLocks noGrp="1"/>
          </p:cNvSpPr>
          <p:nvPr>
            <p:ph type="subTitle" idx="1"/>
          </p:nvPr>
        </p:nvSpPr>
        <p:spPr>
          <a:xfrm>
            <a:off x="0" y="1131590"/>
            <a:ext cx="9114119" cy="3744416"/>
          </a:xfrm>
        </p:spPr>
        <p:txBody>
          <a:bodyPr/>
          <a:lstStyle/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我的心，你著謳咾主</a:t>
            </a:r>
            <a:r>
              <a:rPr lang="zh-TW" altLang="en-US" sz="4000" b="1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，</a:t>
            </a:r>
            <a:endParaRPr lang="en-US" altLang="zh-TW" sz="4000" b="1" dirty="0">
              <a:solidFill>
                <a:srgbClr val="000000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>
              <a:spcBef>
                <a:spcPts val="1200"/>
              </a:spcBef>
            </a:pPr>
            <a:r>
              <a:rPr lang="zh-TW" altLang="en-US" sz="4000" b="1" dirty="0" smtClean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著謳咾</a:t>
            </a: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主榮光聖名。</a:t>
            </a: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我的心，你</a:t>
            </a:r>
            <a:r>
              <a:rPr lang="zh-TW" altLang="en-US" sz="39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呣</a:t>
            </a:r>
            <a:r>
              <a:rPr lang="zh-TW" altLang="en-US" sz="40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通</a:t>
            </a:r>
            <a:r>
              <a:rPr lang="zh-TW" altLang="en-US" sz="39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𣍐</a:t>
            </a:r>
            <a:r>
              <a:rPr lang="zh-TW" altLang="en-US" sz="40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記</a:t>
            </a:r>
            <a:r>
              <a:rPr lang="zh-TW" altLang="en-US" sz="4000" b="1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，</a:t>
            </a:r>
            <a:endParaRPr lang="en-US" altLang="zh-TW" sz="4000" b="1" dirty="0" smtClean="0">
              <a:solidFill>
                <a:srgbClr val="000000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>
              <a:spcBef>
                <a:spcPts val="1200"/>
              </a:spcBef>
            </a:pPr>
            <a:r>
              <a:rPr lang="zh-TW" altLang="en-US" sz="4000" b="1" dirty="0" smtClean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一切</a:t>
            </a: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好事是主所行。</a:t>
            </a:r>
          </a:p>
          <a:p>
            <a:pPr algn="r">
              <a:spcBef>
                <a:spcPts val="1200"/>
              </a:spcBef>
            </a:pPr>
            <a:r>
              <a:rPr lang="ja-JP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新聖詩</a:t>
            </a:r>
            <a:r>
              <a:rPr lang="zh-TW" altLang="zh-TW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3</a:t>
            </a:r>
            <a:r>
              <a:rPr lang="en-US" altLang="zh-TW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06</a:t>
            </a:r>
            <a:r>
              <a:rPr lang="ja-JP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首</a:t>
            </a:r>
            <a:r>
              <a:rPr lang="ja-JP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（</a:t>
            </a:r>
            <a:r>
              <a:rPr lang="zh-TW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1</a:t>
            </a:r>
            <a:r>
              <a:rPr lang="en-US" altLang="ja-JP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/</a:t>
            </a:r>
            <a:r>
              <a:rPr lang="zh-TW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2</a:t>
            </a:r>
            <a:r>
              <a:rPr lang="ja-JP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）</a:t>
            </a:r>
            <a:r>
              <a:rPr lang="zh-TW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舊</a:t>
            </a:r>
            <a:r>
              <a:rPr lang="zh-TW" altLang="zh-TW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1</a:t>
            </a:r>
            <a:r>
              <a:rPr lang="en-US" altLang="zh-TW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75</a:t>
            </a:r>
            <a:r>
              <a:rPr lang="zh-TW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首</a:t>
            </a:r>
            <a:endParaRPr lang="ja-JP" altLang="en-US" sz="3000" u="sng" dirty="0">
              <a:solidFill>
                <a:srgbClr val="000000"/>
              </a:solidFill>
              <a:latin typeface="全宋體-2" pitchFamily="18" charset="-120"/>
              <a:ea typeface="微軟正黑體"/>
              <a:cs typeface="微軟正黑體"/>
            </a:endParaRPr>
          </a:p>
        </p:txBody>
      </p:sp>
      <p:sp>
        <p:nvSpPr>
          <p:cNvPr id="4" name="文字方塊 3"/>
          <p:cNvSpPr txBox="1"/>
          <p:nvPr/>
        </p:nvSpPr>
        <p:spPr>
          <a:xfrm>
            <a:off x="395536" y="411510"/>
            <a:ext cx="82800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4400" b="1" dirty="0" smtClean="0">
                <a:solidFill>
                  <a:prstClr val="black"/>
                </a:solidFill>
                <a:latin typeface="微軟正黑體"/>
                <a:ea typeface="微軟正黑體"/>
                <a:cs typeface="微軟正黑體"/>
              </a:rPr>
              <a:t>  </a:t>
            </a:r>
            <a:r>
              <a:rPr lang="en-US" altLang="zh-TW" sz="4400" b="1" dirty="0" smtClean="0">
                <a:solidFill>
                  <a:prstClr val="black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1</a:t>
            </a:r>
            <a:r>
              <a:rPr lang="en-US" altLang="zh-TW" sz="4400" b="1" dirty="0" smtClean="0">
                <a:solidFill>
                  <a:prstClr val="black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-1</a:t>
            </a:r>
            <a:r>
              <a:rPr lang="en-US" altLang="zh-TW" sz="4400" b="1" dirty="0" smtClean="0">
                <a:solidFill>
                  <a:prstClr val="black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.</a:t>
            </a:r>
            <a:endParaRPr lang="zh-TW" altLang="en-US" sz="4400" b="1" dirty="0">
              <a:solidFill>
                <a:prstClr val="black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</p:spTree>
    <p:extLst>
      <p:ext uri="{BB962C8B-B14F-4D97-AF65-F5344CB8AC3E}">
        <p14:creationId xmlns:p14="http://schemas.microsoft.com/office/powerpoint/2010/main" val="3716993896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副標題 6"/>
          <p:cNvSpPr>
            <a:spLocks noGrp="1"/>
          </p:cNvSpPr>
          <p:nvPr>
            <p:ph type="subTitle" idx="1"/>
          </p:nvPr>
        </p:nvSpPr>
        <p:spPr>
          <a:xfrm>
            <a:off x="0" y="1131590"/>
            <a:ext cx="9114119" cy="3744416"/>
          </a:xfrm>
        </p:spPr>
        <p:txBody>
          <a:bodyPr/>
          <a:lstStyle/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謳咾，謳咾我主</a:t>
            </a:r>
            <a:r>
              <a:rPr lang="zh-TW" altLang="en-US" sz="4000" b="1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，</a:t>
            </a:r>
            <a:endParaRPr lang="en-US" altLang="zh-TW" sz="4000" b="1" dirty="0" smtClean="0">
              <a:solidFill>
                <a:srgbClr val="000000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>
              <a:spcBef>
                <a:spcPts val="1200"/>
              </a:spcBef>
            </a:pPr>
            <a:r>
              <a:rPr lang="zh-TW" altLang="en-US" sz="4000" b="1" dirty="0" smtClean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我的</a:t>
            </a: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心，你著謳咾主。</a:t>
            </a: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謳咾，謳咾我主</a:t>
            </a:r>
            <a:r>
              <a:rPr lang="zh-TW" altLang="en-US" sz="4000" b="1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，</a:t>
            </a:r>
            <a:endParaRPr lang="en-US" altLang="zh-TW" sz="4000" b="1" dirty="0">
              <a:solidFill>
                <a:srgbClr val="000000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>
              <a:spcBef>
                <a:spcPts val="1200"/>
              </a:spcBef>
            </a:pPr>
            <a:r>
              <a:rPr lang="zh-TW" altLang="en-US" sz="4000" b="1" dirty="0" smtClean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我的</a:t>
            </a: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心，你著謳咾主。</a:t>
            </a:r>
          </a:p>
          <a:p>
            <a:pPr algn="r">
              <a:spcBef>
                <a:spcPts val="1200"/>
              </a:spcBef>
            </a:pPr>
            <a:r>
              <a:rPr lang="ja-JP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新聖詩</a:t>
            </a:r>
            <a:r>
              <a:rPr lang="zh-TW" altLang="zh-TW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3</a:t>
            </a:r>
            <a:r>
              <a:rPr lang="en-US" altLang="zh-TW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06</a:t>
            </a:r>
            <a:r>
              <a:rPr lang="ja-JP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首（</a:t>
            </a:r>
            <a:r>
              <a:rPr lang="en-US" altLang="zh-TW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2</a:t>
            </a:r>
            <a:r>
              <a:rPr lang="en-US" altLang="ja-JP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/</a:t>
            </a:r>
            <a:r>
              <a:rPr lang="zh-TW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2</a:t>
            </a:r>
            <a:r>
              <a:rPr lang="ja-JP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）</a:t>
            </a:r>
            <a:r>
              <a:rPr lang="zh-TW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舊</a:t>
            </a:r>
            <a:r>
              <a:rPr lang="zh-TW" altLang="zh-TW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1</a:t>
            </a:r>
            <a:r>
              <a:rPr lang="en-US" altLang="zh-TW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75</a:t>
            </a:r>
            <a:r>
              <a:rPr lang="zh-TW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首</a:t>
            </a:r>
            <a:endParaRPr lang="ja-JP" altLang="en-US" sz="3000" u="sng" dirty="0">
              <a:solidFill>
                <a:srgbClr val="000000"/>
              </a:solidFill>
              <a:latin typeface="全宋體-2" pitchFamily="18" charset="-120"/>
              <a:ea typeface="微軟正黑體"/>
              <a:cs typeface="微軟正黑體"/>
            </a:endParaRPr>
          </a:p>
        </p:txBody>
      </p:sp>
      <p:sp>
        <p:nvSpPr>
          <p:cNvPr id="4" name="文字方塊 3"/>
          <p:cNvSpPr txBox="1"/>
          <p:nvPr/>
        </p:nvSpPr>
        <p:spPr>
          <a:xfrm>
            <a:off x="395536" y="411510"/>
            <a:ext cx="82800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4400" b="1" dirty="0" smtClean="0">
                <a:solidFill>
                  <a:prstClr val="black"/>
                </a:solidFill>
                <a:latin typeface="微軟正黑體"/>
                <a:ea typeface="微軟正黑體"/>
                <a:cs typeface="微軟正黑體"/>
              </a:rPr>
              <a:t>  </a:t>
            </a:r>
            <a:r>
              <a:rPr lang="en-US" altLang="zh-TW" sz="4400" b="1" dirty="0" smtClean="0">
                <a:solidFill>
                  <a:prstClr val="black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1</a:t>
            </a:r>
            <a:r>
              <a:rPr lang="en-US" altLang="zh-TW" sz="4400" b="1" dirty="0" smtClean="0">
                <a:solidFill>
                  <a:prstClr val="black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-2</a:t>
            </a:r>
            <a:r>
              <a:rPr lang="en-US" altLang="zh-TW" sz="4400" b="1" dirty="0" smtClean="0">
                <a:solidFill>
                  <a:prstClr val="black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.</a:t>
            </a:r>
            <a:endParaRPr lang="zh-TW" altLang="en-US" sz="4400" b="1" dirty="0">
              <a:solidFill>
                <a:prstClr val="black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</p:spTree>
    <p:extLst>
      <p:ext uri="{BB962C8B-B14F-4D97-AF65-F5344CB8AC3E}">
        <p14:creationId xmlns:p14="http://schemas.microsoft.com/office/powerpoint/2010/main" val="1481162428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20632</TotalTime>
  <Words>81</Words>
  <Application>Microsoft Macintosh PowerPoint</Application>
  <PresentationFormat>如螢幕大小 (16:9)</PresentationFormat>
  <Paragraphs>14</Paragraphs>
  <Slides>2</Slides>
  <Notes>2</Notes>
  <HiddenSlides>0</HiddenSlides>
  <MMClips>0</MMClips>
  <ScaleCrop>false</ScaleCrop>
  <HeadingPairs>
    <vt:vector size="4" baseType="variant">
      <vt:variant>
        <vt:lpstr>佈景主題</vt:lpstr>
      </vt:variant>
      <vt:variant>
        <vt:i4>1</vt:i4>
      </vt:variant>
      <vt:variant>
        <vt:lpstr>投影片標題</vt:lpstr>
      </vt:variant>
      <vt:variant>
        <vt:i4>2</vt:i4>
      </vt:variant>
    </vt:vector>
  </HeadingPairs>
  <TitlesOfParts>
    <vt:vector size="3" baseType="lpstr">
      <vt:lpstr>Office 佈景主題</vt:lpstr>
      <vt:lpstr>PowerPoint 簡報</vt:lpstr>
      <vt:lpstr>PowerPoint 簡報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投影片 1</dc:title>
  <dc:creator>Church</dc:creator>
  <cp:lastModifiedBy>ＭＡＣ</cp:lastModifiedBy>
  <cp:revision>4694</cp:revision>
  <dcterms:created xsi:type="dcterms:W3CDTF">2009-02-27T08:32:01Z</dcterms:created>
  <dcterms:modified xsi:type="dcterms:W3CDTF">2022-11-20T14:35:58Z</dcterms:modified>
</cp:coreProperties>
</file>