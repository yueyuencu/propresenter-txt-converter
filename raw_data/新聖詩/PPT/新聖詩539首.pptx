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041" r:id="rId2"/>
    <p:sldId id="25042" r:id="rId3"/>
    <p:sldId id="25043" r:id="rId4"/>
    <p:sldId id="2504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45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828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972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24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7949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3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5531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0974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2552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50221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229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4156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50013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1269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714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2024/4/11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1648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一滴一滴的水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成做海赫大，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一粒一粒土沙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結做地及山。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539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一滴一滴的水</a:t>
            </a:r>
          </a:p>
        </p:txBody>
      </p:sp>
    </p:spTree>
    <p:extLst>
      <p:ext uri="{BB962C8B-B14F-4D97-AF65-F5344CB8AC3E}">
        <p14:creationId xmlns:p14="http://schemas.microsoft.com/office/powerpoint/2010/main" val="53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時間一分一秒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雖然是真短，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連連合倚來算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就做萬萬年。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539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一滴一滴的水</a:t>
            </a:r>
          </a:p>
        </p:txBody>
      </p:sp>
    </p:spTree>
    <p:extLst>
      <p:ext uri="{BB962C8B-B14F-4D97-AF65-F5344CB8AC3E}">
        <p14:creationId xmlns:p14="http://schemas.microsoft.com/office/powerpoint/2010/main" val="187760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真小可的錯誤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也是真厲害，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心會漸漸變歹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致到大失敗。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539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一滴一滴的水</a:t>
            </a:r>
          </a:p>
        </p:txBody>
      </p:sp>
    </p:spTree>
    <p:extLst>
      <p:ext uri="{BB962C8B-B14F-4D97-AF65-F5344CB8AC3E}">
        <p14:creationId xmlns:p14="http://schemas.microsoft.com/office/powerpoint/2010/main" val="423828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真細漢的囝仔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行真細的好，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功效也會真大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互主通歡喜。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539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一滴一滴的水</a:t>
            </a:r>
          </a:p>
        </p:txBody>
      </p:sp>
    </p:spTree>
    <p:extLst>
      <p:ext uri="{BB962C8B-B14F-4D97-AF65-F5344CB8AC3E}">
        <p14:creationId xmlns:p14="http://schemas.microsoft.com/office/powerpoint/2010/main" val="42524045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152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2024-04-11T15:23:28Z</dcterms:modified>
</cp:coreProperties>
</file>