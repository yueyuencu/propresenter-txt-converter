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291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84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437491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凡事免驚惶</a:t>
            </a:r>
            <a:r>
              <a:rPr lang="zh-TW" altLang="en-US" sz="42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，見</a:t>
            </a:r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若有上帝，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無欠缺一件</a:t>
            </a: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，凡事免煩惱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凡事免驚惶</a:t>
            </a:r>
            <a:r>
              <a:rPr lang="zh-TW" altLang="en-US" sz="42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，有上帝就夠</a:t>
            </a:r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額。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02949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20638</TotalTime>
  <Words>32</Words>
  <Application>Microsoft Macintosh PowerPoint</Application>
  <PresentationFormat>如螢幕大小 (16:9)</PresentationFormat>
  <Paragraphs>6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4702</cp:revision>
  <dcterms:created xsi:type="dcterms:W3CDTF">2009-02-27T08:32:01Z</dcterms:created>
  <dcterms:modified xsi:type="dcterms:W3CDTF">2022-01-15T12:50:31Z</dcterms:modified>
</cp:coreProperties>
</file>