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6365" r:id="rId2"/>
    <p:sldId id="26366" r:id="rId3"/>
    <p:sldId id="26367" r:id="rId4"/>
    <p:sldId id="2636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9" autoAdjust="0"/>
    <p:restoredTop sz="92271" autoAdjust="0"/>
  </p:normalViewPr>
  <p:slideViewPr>
    <p:cSldViewPr>
      <p:cViewPr varScale="1">
        <p:scale>
          <a:sx n="134" d="100"/>
          <a:sy n="134" d="100"/>
        </p:scale>
        <p:origin x="808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4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368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630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65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412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487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439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616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766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131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512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27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6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552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3978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196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827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日月如梭若水啲流，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直直過去無聽候；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回想今年所做逐項，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緊緊過去若眠夢。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381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日月如梭若水啲流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043608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8647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827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越頭來看過去的事，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心𣍐免不安、掛慮；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雖有軟弱、失錯、憂悶，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猶常記念主大恩。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381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日月如梭若水啲流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1043608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2083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827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今將一切排列主前，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求赦免，罪得洗清；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助我脫出舊人品性，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穿基督換新心靈。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381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日月如梭若水啲流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1043608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37515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827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救主，我願聽祢聲音，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活命道理刻我心；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將祢真光遍照無息，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明年路途求祢導。阿們。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381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日月如梭若水啲流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1043608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9085182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183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4708</cp:revision>
  <dcterms:created xsi:type="dcterms:W3CDTF">2009-02-27T08:32:01Z</dcterms:created>
  <dcterms:modified xsi:type="dcterms:W3CDTF">2024-12-28T00:04:12Z</dcterms:modified>
</cp:coreProperties>
</file>