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46391-06DF-4BEA-9BC2-2AD8FC4A1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C94BA-13BA-425C-9E3D-93FEF9253BE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0DE4290-80E5-4F2E-9ED1-8159EB06C378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75A28-118A-4F3D-9F1A-F78C801F8AD8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E9970-9F0D-469A-8DCF-D69E897519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/>
          </p:cNvSpPr>
          <p:nvPr>
            <p:ph type="title"/>
          </p:nvPr>
        </p:nvSpPr>
        <p:spPr>
          <a:xfrm>
            <a:off x="428625" y="928688"/>
            <a:ext cx="8229600" cy="1143000"/>
          </a:xfrm>
        </p:spPr>
        <p:txBody>
          <a:bodyPr/>
          <a:lstStyle/>
          <a:p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271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1/1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492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endParaRPr lang="zh-TW" altLang="en-US" u="sng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  <p:sp>
        <p:nvSpPr>
          <p:cNvPr id="13315" name="內容版面配置區 2"/>
          <p:cNvSpPr>
            <a:spLocks noGrp="1"/>
          </p:cNvSpPr>
          <p:nvPr>
            <p:ph idx="1"/>
          </p:nvPr>
        </p:nvSpPr>
        <p:spPr>
          <a:xfrm>
            <a:off x="457200" y="2000250"/>
            <a:ext cx="8229600" cy="4125913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zh-TW" altLang="zh-TW" sz="4000" dirty="0" smtClean="0">
                <a:latin typeface="華康中特圓體" pitchFamily="49" charset="-120"/>
                <a:ea typeface="華康中特圓體" pitchFamily="49" charset="-120"/>
              </a:rPr>
              <a:t>上帝降臨佇祂的聖殿</a:t>
            </a:r>
            <a:endParaRPr lang="en-US" altLang="zh-TW" sz="4000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r>
              <a:rPr lang="zh-TW" altLang="zh-TW" sz="4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上帝降臨佇祂的聖殿</a:t>
            </a:r>
            <a:endParaRPr lang="en-US" altLang="zh-TW" sz="4000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r>
              <a:rPr lang="zh-TW" altLang="zh-TW" sz="4000" dirty="0" smtClean="0">
                <a:latin typeface="華康中特圓體" pitchFamily="49" charset="-120"/>
                <a:ea typeface="華康中特圓體" pitchFamily="49" charset="-120"/>
              </a:rPr>
              <a:t>地上萬民當恬靜</a:t>
            </a:r>
            <a:endParaRPr lang="en-US" altLang="zh-TW" sz="4000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r>
              <a:rPr lang="zh-TW" altLang="zh-TW" sz="4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地上萬民當恬靜佇祂面前</a:t>
            </a:r>
            <a:endParaRPr lang="en-US" altLang="zh-TW" sz="4000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r>
              <a:rPr lang="zh-TW" altLang="zh-TW" sz="4000" dirty="0" smtClean="0">
                <a:latin typeface="華康中特圓體" pitchFamily="49" charset="-120"/>
                <a:ea typeface="華康中特圓體" pitchFamily="49" charset="-120"/>
              </a:rPr>
              <a:t>當恬靜</a:t>
            </a:r>
            <a:r>
              <a:rPr lang="zh-TW" altLang="en-US" sz="4000" dirty="0" smtClean="0">
                <a:latin typeface="華康中特圓體" pitchFamily="49" charset="-120"/>
                <a:ea typeface="華康中特圓體" pitchFamily="49" charset="-120"/>
              </a:rPr>
              <a:t> </a:t>
            </a:r>
            <a:r>
              <a:rPr lang="zh-TW" altLang="zh-TW" sz="4000" dirty="0" smtClean="0">
                <a:latin typeface="華康中特圓體" pitchFamily="49" charset="-120"/>
                <a:ea typeface="華康中特圓體" pitchFamily="49" charset="-120"/>
              </a:rPr>
              <a:t>當恭敬佇祂</a:t>
            </a:r>
            <a:r>
              <a:rPr lang="zh-TW" altLang="zh-TW" sz="4000" dirty="0" smtClean="0">
                <a:latin typeface="華康中特圓體" pitchFamily="49" charset="-120"/>
                <a:ea typeface="華康中特圓體" pitchFamily="49" charset="-120"/>
              </a:rPr>
              <a:t>面前</a:t>
            </a:r>
            <a:endParaRPr lang="zh-TW" altLang="en-US" sz="4000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如螢幕大小 (4:3)</PresentationFormat>
  <Paragraphs>7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新聖詩271首（1/1）舊492首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新聖詩271首（1/1）舊492首</dc:title>
  <dc:creator>Windows 使用者</dc:creator>
  <cp:lastModifiedBy>Windows 使用者</cp:lastModifiedBy>
  <cp:revision>2</cp:revision>
  <dcterms:created xsi:type="dcterms:W3CDTF">2012-09-14T13:34:25Z</dcterms:created>
  <dcterms:modified xsi:type="dcterms:W3CDTF">2012-09-14T13:35:00Z</dcterms:modified>
</cp:coreProperties>
</file>