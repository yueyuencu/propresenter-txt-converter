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91" r:id="rId2"/>
    <p:sldId id="5292" r:id="rId3"/>
    <p:sldId id="5293" r:id="rId4"/>
    <p:sldId id="5294" r:id="rId5"/>
    <p:sldId id="5295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744" y="-7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我心專務聽候上帝，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拯救是對祂來；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主作石盤堅固營寨，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互我安然徛在。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1.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92742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恁攻擊人續毀壞伊，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若偃傾斜的牆；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相及計謀欲到底時？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歹代呔欲閣想？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5536" y="411510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2.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640395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zh-TW" sz="4200" b="1" kern="100" dirty="0" smtClean="0">
                <a:solidFill>
                  <a:schemeClr val="tx1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嘴祝福心內咒詛</a:t>
            </a: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閣也歡喜白賊；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我心靜靜</a:t>
            </a:r>
            <a:r>
              <a:rPr lang="zh-TW" altLang="zh-TW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2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免艱</a:t>
            </a: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苦，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聽候上帝鑒察。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5536" y="411510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3.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40180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卑微的人真正空虛，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尊貴也是暫時；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下佇天秤的確會浮，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卡輕呼吸的氣。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5536" y="411510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4.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961668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莫靠暴虐驕傲搶提，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莫想財寶加添；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權能慈愛屬佇上帝，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照所行報應伊。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5536" y="411510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5.</a:t>
            </a:r>
            <a:endParaRPr kumimoji="1" lang="zh-TW" altLang="en-US" sz="42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85462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20646</TotalTime>
  <Words>131</Words>
  <Application>Microsoft Macintosh PowerPoint</Application>
  <PresentationFormat>如螢幕大小 (16:9)</PresentationFormat>
  <Paragraphs>35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4707</cp:revision>
  <dcterms:created xsi:type="dcterms:W3CDTF">2009-02-27T08:32:01Z</dcterms:created>
  <dcterms:modified xsi:type="dcterms:W3CDTF">2022-10-22T11:44:59Z</dcterms:modified>
</cp:coreProperties>
</file>