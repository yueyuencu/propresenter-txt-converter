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12" y="-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15/1/2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天使歌聲對天來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，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高山回應透天涯；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美妙聲音真響亮</a:t>
            </a:r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，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好聽到極遍地響。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r>
              <a:rPr lang="en-US" altLang="zh-TW" b="1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【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複歌</a:t>
            </a:r>
            <a:r>
              <a:rPr lang="en-US" altLang="zh-TW" b="1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】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謳咾主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，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榮光至高上帝，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謳咾主，榮光至高上帝。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6303703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牧者啥事大歡喜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，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快樂歌聲無停止？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甚麼消息啲傳報</a:t>
            </a:r>
            <a:r>
              <a:rPr lang="en-US" altLang="zh-TW" dirty="0">
                <a:solidFill>
                  <a:srgbClr val="0000CC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互恁稱讚同謳咾？ 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r>
              <a:rPr lang="en-US" altLang="zh-TW" b="1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【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複歌</a:t>
            </a:r>
            <a:r>
              <a:rPr lang="en-US" altLang="zh-TW" b="1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】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謳咾主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，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榮光至高上帝，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謳咾主，榮光至高上帝。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7508806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zh-TW" dirty="0">
                <a:solidFill>
                  <a:schemeClr val="tx1"/>
                </a:solidFill>
                <a:ea typeface="華康中圓體"/>
              </a:rPr>
              <a:t>著來伯利恆朝見</a:t>
            </a:r>
            <a:r>
              <a:rPr lang="en-US" altLang="zh-TW" dirty="0">
                <a:solidFill>
                  <a:schemeClr val="tx1"/>
                </a:solidFill>
                <a:ea typeface="華康中圓體"/>
              </a:rPr>
              <a:t>  </a:t>
            </a:r>
            <a:r>
              <a:rPr lang="zh-TW" altLang="zh-TW" dirty="0">
                <a:solidFill>
                  <a:schemeClr val="tx1"/>
                </a:solidFill>
                <a:ea typeface="華康中圓體"/>
              </a:rPr>
              <a:t>天使所報聖嬰兒； </a:t>
            </a:r>
            <a:endParaRPr lang="zh-TW" altLang="en-US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跪落敬拜同尊崇，基督做咱新生王。</a:t>
            </a:r>
            <a:r>
              <a:rPr lang="zh-TW" altLang="zh-TW" dirty="0">
                <a:solidFill>
                  <a:schemeClr val="tx1"/>
                </a:solidFill>
                <a:ea typeface="華康中圓體"/>
              </a:rPr>
              <a:t> </a:t>
            </a:r>
            <a:endParaRPr lang="zh-TW" altLang="en-US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  <a:p>
            <a:r>
              <a:rPr lang="en-US" altLang="zh-TW" b="1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【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複歌</a:t>
            </a:r>
            <a:r>
              <a:rPr lang="en-US" altLang="zh-TW" b="1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】</a:t>
            </a:r>
            <a:r>
              <a:rPr lang="zh-TW" altLang="zh-TW" dirty="0">
                <a:solidFill>
                  <a:schemeClr val="tx1"/>
                </a:solidFill>
                <a:ea typeface="華康中圓體"/>
              </a:rPr>
              <a:t>謳咾主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，</a:t>
            </a:r>
            <a:r>
              <a:rPr lang="zh-TW" altLang="zh-TW" dirty="0">
                <a:solidFill>
                  <a:schemeClr val="tx1"/>
                </a:solidFill>
                <a:ea typeface="華康中圓體"/>
              </a:rPr>
              <a:t>榮光至高上帝，</a:t>
            </a:r>
          </a:p>
          <a:p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謳咾主，榮光至高上帝。</a:t>
            </a:r>
            <a:endParaRPr lang="en-US" altLang="zh-TW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53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1224625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125</Words>
  <Application>Microsoft Macintosh PowerPoint</Application>
  <PresentationFormat>如螢幕大小 (4:3)</PresentationFormat>
  <Paragraphs>18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2015-01-02T15:00:38Z</dcterms:modified>
</cp:coreProperties>
</file>