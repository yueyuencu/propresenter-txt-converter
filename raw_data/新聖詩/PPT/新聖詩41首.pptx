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338" r:id="rId2"/>
    <p:sldId id="26339" r:id="rId3"/>
    <p:sldId id="26340" r:id="rId4"/>
    <p:sldId id="26341" r:id="rId5"/>
    <p:sldId id="26342" r:id="rId6"/>
    <p:sldId id="26343" r:id="rId7"/>
    <p:sldId id="26344" r:id="rId8"/>
    <p:sldId id="26345" r:id="rId9"/>
    <p:sldId id="26346" r:id="rId10"/>
    <p:sldId id="26347" r:id="rId11"/>
    <p:sldId id="26348" r:id="rId12"/>
    <p:sldId id="26349" r:id="rId13"/>
    <p:sldId id="26350" r:id="rId14"/>
    <p:sldId id="26351" r:id="rId1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255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157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493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4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621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737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868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066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690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682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562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225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68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28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3993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5389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3317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47461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9464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5841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28112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446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97432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52211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7936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307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CDDA936-B4A5-F547-A858-162EF1CE6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80900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救贖以色列眾子兒；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zh-TW" sz="4000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受遷徙失志傷心，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攑頭向望聖子降臨。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1243646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12454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588DDB3-82EF-BF44-9568-98C745B00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70119"/>
            <a:ext cx="9114119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以馬內利，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以色列啊，主欲來臨。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CE6B219-131B-594C-9A27-931CA85F98D1}"/>
              </a:ext>
            </a:extLst>
          </p:cNvPr>
          <p:cNvSpPr txBox="1"/>
          <p:nvPr/>
        </p:nvSpPr>
        <p:spPr>
          <a:xfrm>
            <a:off x="395536" y="1204071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82C4D8-A65F-F14A-B0A2-0CF6C093B89B}"/>
              </a:ext>
            </a:extLst>
          </p:cNvPr>
          <p:cNvSpPr txBox="1"/>
          <p:nvPr/>
        </p:nvSpPr>
        <p:spPr>
          <a:xfrm>
            <a:off x="359532" y="185570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8003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1243646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副標題 6">
            <a:extLst>
              <a:ext uri="{FF2B5EF4-FFF2-40B4-BE49-F238E27FC236}">
                <a16:creationId xmlns:a16="http://schemas.microsoft.com/office/drawing/2014/main" id="{0B79A12A-17A0-A74E-A77E-02504DE6F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80900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請來，請來，耶西根枝，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解放撒但手內百姓，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拯救離開地獄免死，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脫出死無墳墓勝利。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29010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65D11C9-91C9-184C-B797-0513A130D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56363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以馬內利，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以色列啊，主欲來臨。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014D517-E87B-5B45-B521-D986639119D4}"/>
              </a:ext>
            </a:extLst>
          </p:cNvPr>
          <p:cNvSpPr txBox="1"/>
          <p:nvPr/>
        </p:nvSpPr>
        <p:spPr>
          <a:xfrm>
            <a:off x="359532" y="185570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067C33D-1B9E-4848-9A56-99965306BCAE}"/>
              </a:ext>
            </a:extLst>
          </p:cNvPr>
          <p:cNvSpPr txBox="1"/>
          <p:nvPr/>
        </p:nvSpPr>
        <p:spPr>
          <a:xfrm>
            <a:off x="395536" y="1204071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6008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1243646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DD2D1ED-0B5A-5A48-AAB1-F6735973B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80900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請來，請來，大闢鎖匙，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恩典的門為阮大開，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透天的路為阮開拓，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斷絕死失永遠快樂。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8664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2FE6BC1-9976-0847-94E7-6154223E0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以馬內利，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以色列啊，主欲來臨。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81E8CE-9B92-D74B-A8C6-BB038AD88A27}"/>
              </a:ext>
            </a:extLst>
          </p:cNvPr>
          <p:cNvSpPr txBox="1"/>
          <p:nvPr/>
        </p:nvSpPr>
        <p:spPr>
          <a:xfrm>
            <a:off x="395536" y="1204071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DAEA6FD-23B3-864E-86B7-92CCAA68A18E}"/>
              </a:ext>
            </a:extLst>
          </p:cNvPr>
          <p:cNvSpPr txBox="1"/>
          <p:nvPr/>
        </p:nvSpPr>
        <p:spPr>
          <a:xfrm>
            <a:off x="359532" y="185570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6142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1243646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3B69C15-89C6-324F-8369-44113C662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80900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請來，請來，清早黎明，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待降快樂充滿心靈，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趕散遮蓋烏暗雲霧，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一切死失權勢消除。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80635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2FE6BC1-9976-0847-94E7-6154223E0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以馬內利，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以色列啊，主欲來臨。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81E8CE-9B92-D74B-A8C6-BB038AD88A27}"/>
              </a:ext>
            </a:extLst>
          </p:cNvPr>
          <p:cNvSpPr txBox="1"/>
          <p:nvPr/>
        </p:nvSpPr>
        <p:spPr>
          <a:xfrm>
            <a:off x="395536" y="1204071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DAEA6FD-23B3-864E-86B7-92CCAA68A18E}"/>
              </a:ext>
            </a:extLst>
          </p:cNvPr>
          <p:cNvSpPr txBox="1"/>
          <p:nvPr/>
        </p:nvSpPr>
        <p:spPr>
          <a:xfrm>
            <a:off x="359532" y="185570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9840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1243646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4E88926-F36D-5647-B270-F24C6C89D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80900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請來，請來，全能主宰，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早前祢曾出現西乃，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佇遐為子民定律例，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榮光威嚴顯赫天下。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26973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81E8CE-9B92-D74B-A8C6-BB038AD88A27}"/>
              </a:ext>
            </a:extLst>
          </p:cNvPr>
          <p:cNvSpPr txBox="1"/>
          <p:nvPr/>
        </p:nvSpPr>
        <p:spPr>
          <a:xfrm>
            <a:off x="395536" y="1204071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DAEA6FD-23B3-864E-86B7-92CCAA68A18E}"/>
              </a:ext>
            </a:extLst>
          </p:cNvPr>
          <p:cNvSpPr txBox="1"/>
          <p:nvPr/>
        </p:nvSpPr>
        <p:spPr>
          <a:xfrm>
            <a:off x="359532" y="185570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副標題 6">
            <a:extLst>
              <a:ext uri="{FF2B5EF4-FFF2-40B4-BE49-F238E27FC236}">
                <a16:creationId xmlns:a16="http://schemas.microsoft.com/office/drawing/2014/main" id="{1E7D5DA8-1D11-3A45-A509-5BC940A51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以馬內利，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以色列啊，主欲來臨。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543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1243646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0742EAF-99C4-BA42-80EF-F819015BC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81665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請來，請來，至高智慧，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完整排列宇宙萬類，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報阮識祢真理活路，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導阮行入佇祢真道；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4659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2FE6BC1-9976-0847-94E7-6154223E0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以馬內利，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以色列啊，主欲來臨。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81E8CE-9B92-D74B-A8C6-BB038AD88A27}"/>
              </a:ext>
            </a:extLst>
          </p:cNvPr>
          <p:cNvSpPr txBox="1"/>
          <p:nvPr/>
        </p:nvSpPr>
        <p:spPr>
          <a:xfrm>
            <a:off x="395536" y="1204071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DAEA6FD-23B3-864E-86B7-92CCAA68A18E}"/>
              </a:ext>
            </a:extLst>
          </p:cNvPr>
          <p:cNvSpPr txBox="1"/>
          <p:nvPr/>
        </p:nvSpPr>
        <p:spPr>
          <a:xfrm>
            <a:off x="359532" y="185570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2552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251520" y="1243646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F0398DC-6E96-3649-B34D-C1256BE33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80900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請來，請來，萬國熱望，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人類結連、合一、認同；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嫉妒、怨恨、</a:t>
            </a:r>
            <a:r>
              <a:rPr lang="zh-TW" altLang="zh-TW" sz="4000" dirty="0">
                <a:solidFill>
                  <a:schemeClr val="tx1"/>
                </a:solidFill>
              </a:rPr>
              <a:t>鬪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爭攏停，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普世享受屬天和平。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99051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71600" y="339502"/>
            <a:ext cx="64807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71600" y="302248"/>
            <a:ext cx="6480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請來，請來，以馬內利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81E8CE-9B92-D74B-A8C6-BB038AD88A27}"/>
              </a:ext>
            </a:extLst>
          </p:cNvPr>
          <p:cNvSpPr txBox="1"/>
          <p:nvPr/>
        </p:nvSpPr>
        <p:spPr>
          <a:xfrm>
            <a:off x="395536" y="1204071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DAEA6FD-23B3-864E-86B7-92CCAA68A18E}"/>
              </a:ext>
            </a:extLst>
          </p:cNvPr>
          <p:cNvSpPr txBox="1"/>
          <p:nvPr/>
        </p:nvSpPr>
        <p:spPr>
          <a:xfrm>
            <a:off x="359532" y="185570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副標題 6">
            <a:extLst>
              <a:ext uri="{FF2B5EF4-FFF2-40B4-BE49-F238E27FC236}">
                <a16:creationId xmlns:a16="http://schemas.microsoft.com/office/drawing/2014/main" id="{50E6D85A-D15D-7542-9F39-C550534B9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563638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歡喜，歡喜，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以馬內利，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以色列啊，主欲來臨。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0789265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20672</TotalTime>
  <Words>651</Words>
  <Application>Microsoft Macintosh PowerPoint</Application>
  <PresentationFormat>如螢幕大小 (16:9)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4711</cp:revision>
  <dcterms:created xsi:type="dcterms:W3CDTF">2009-02-27T08:32:01Z</dcterms:created>
  <dcterms:modified xsi:type="dcterms:W3CDTF">2024-12-07T03:40:15Z</dcterms:modified>
</cp:coreProperties>
</file>