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8" r:id="rId2"/>
    <p:sldId id="5279" r:id="rId3"/>
    <p:sldId id="5280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72" y="-8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0547" y="1419622"/>
            <a:ext cx="9114119" cy="3456384"/>
          </a:xfrm>
        </p:spPr>
        <p:txBody>
          <a:bodyPr/>
          <a:lstStyle/>
          <a:p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救主耶穌萬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福本源，懇求俯落聽稱讚；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主賜恩惠未曾停止，大聲吟詩來讚美；</a:t>
            </a:r>
          </a:p>
          <a:p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熱心謳咾攏無時停，和諧聲音透天庭，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上帝疼痛恩惠極大，應該感謝攏無息。</a:t>
            </a: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250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8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633766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0547" y="1419622"/>
            <a:ext cx="9114119" cy="3456384"/>
          </a:xfrm>
        </p:spPr>
        <p:txBody>
          <a:bodyPr/>
          <a:lstStyle/>
          <a:p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時時刻刻記念主恩，做主路用愈殷勤；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受主保守直到現今，願我會聽主聲音；</a:t>
            </a:r>
          </a:p>
          <a:p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我若行到危險路途，耶穌引導行正路，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主流寶血救我心靈，救贖導我到天庭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250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8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020329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0547" y="1419622"/>
            <a:ext cx="9114119" cy="3456384"/>
          </a:xfrm>
        </p:spPr>
        <p:txBody>
          <a:bodyPr/>
          <a:lstStyle/>
          <a:p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我受恩愛極大極深，暝及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日催迫我心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對今以後助我心正，一心疼主守誡命；</a:t>
            </a:r>
          </a:p>
          <a:p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離開失迷烏暗交界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，入佇光明得徛在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懇求我主認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我的名，及主永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佇聖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城。</a:t>
            </a: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250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8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240615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150</Words>
  <Application>Microsoft Macintosh PowerPoint</Application>
  <PresentationFormat>如螢幕大小 (16:9)</PresentationFormat>
  <Paragraphs>21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4696</cp:revision>
  <dcterms:created xsi:type="dcterms:W3CDTF">2009-02-27T08:32:01Z</dcterms:created>
  <dcterms:modified xsi:type="dcterms:W3CDTF">2023-06-03T11:29:48Z</dcterms:modified>
</cp:coreProperties>
</file>