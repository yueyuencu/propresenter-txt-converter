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5274" r:id="rId2"/>
    <p:sldId id="5275" r:id="rId3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2144" y="-7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interSettings" Target="printerSettings/printerSettings1.bin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17/5/7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17/5/7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17/5/7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17/5/7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17/5/7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17/5/7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17/5/7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17/5/7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17/5/7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17/5/7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17/5/7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17/5/7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17/5/7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628800"/>
            <a:ext cx="9114119" cy="4968552"/>
          </a:xfrm>
        </p:spPr>
        <p:txBody>
          <a:bodyPr/>
          <a:lstStyle/>
          <a:p>
            <a:pPr>
              <a:spcBef>
                <a:spcPts val="1368"/>
              </a:spcBef>
            </a:pPr>
            <a:r>
              <a:rPr lang="en-US" altLang="zh-TW" sz="3000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sz="30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sz="3000" dirty="0">
                <a:solidFill>
                  <a:srgbClr val="000000"/>
                </a:solidFill>
                <a:ea typeface="華康中圓體"/>
              </a:rPr>
              <a:t>祢的話實在做阮腳前的燈，</a:t>
            </a:r>
          </a:p>
          <a:p>
            <a:pPr>
              <a:spcBef>
                <a:spcPts val="1368"/>
              </a:spcBef>
            </a:pPr>
            <a:r>
              <a:rPr lang="zh-TW" altLang="en-US" sz="3000" dirty="0">
                <a:solidFill>
                  <a:srgbClr val="0000CC"/>
                </a:solidFill>
                <a:ea typeface="華康中圓體"/>
              </a:rPr>
              <a:t>祢的話啟示阮認識主耶穌，</a:t>
            </a:r>
          </a:p>
          <a:p>
            <a:pPr>
              <a:spcBef>
                <a:spcPts val="1368"/>
              </a:spcBef>
            </a:pPr>
            <a:r>
              <a:rPr lang="zh-TW" altLang="en-US" sz="3000" dirty="0">
                <a:solidFill>
                  <a:srgbClr val="000000"/>
                </a:solidFill>
                <a:ea typeface="華康中圓體"/>
              </a:rPr>
              <a:t>祢的話實在做阮腳前的燈，</a:t>
            </a:r>
          </a:p>
          <a:p>
            <a:pPr>
              <a:spcBef>
                <a:spcPts val="1368"/>
              </a:spcBef>
            </a:pPr>
            <a:r>
              <a:rPr lang="zh-TW" altLang="en-US" sz="3000" dirty="0">
                <a:solidFill>
                  <a:srgbClr val="0000CC"/>
                </a:solidFill>
                <a:ea typeface="華康中圓體"/>
              </a:rPr>
              <a:t>祢的話啟示阮認識主耶穌，</a:t>
            </a:r>
          </a:p>
          <a:p>
            <a:pPr>
              <a:spcBef>
                <a:spcPts val="1368"/>
              </a:spcBef>
            </a:pPr>
            <a:r>
              <a:rPr lang="zh-TW" altLang="en-US" sz="3000" dirty="0">
                <a:solidFill>
                  <a:srgbClr val="000000"/>
                </a:solidFill>
                <a:ea typeface="華康中圓體"/>
              </a:rPr>
              <a:t>世間真光，祢有趕散烏暗；</a:t>
            </a:r>
          </a:p>
          <a:p>
            <a:pPr>
              <a:spcBef>
                <a:spcPts val="1368"/>
              </a:spcBef>
            </a:pPr>
            <a:r>
              <a:rPr lang="zh-TW" altLang="en-US" sz="3000" dirty="0">
                <a:solidFill>
                  <a:srgbClr val="0000CC"/>
                </a:solidFill>
                <a:ea typeface="華康中圓體"/>
              </a:rPr>
              <a:t>跟隨祢，阮就會行佇光明。</a:t>
            </a:r>
          </a:p>
          <a:p>
            <a:pPr>
              <a:spcBef>
                <a:spcPts val="1368"/>
              </a:spcBef>
            </a:pPr>
            <a:r>
              <a:rPr lang="zh-TW" altLang="en-US" sz="3000" dirty="0">
                <a:solidFill>
                  <a:srgbClr val="000000"/>
                </a:solidFill>
                <a:ea typeface="華康中圓體"/>
              </a:rPr>
              <a:t>哈利路亞，阿們</a:t>
            </a:r>
            <a:r>
              <a:rPr lang="zh-TW" altLang="en-US" sz="3000" dirty="0" smtClean="0">
                <a:solidFill>
                  <a:srgbClr val="000000"/>
                </a:solidFill>
                <a:ea typeface="華康中圓體"/>
              </a:rPr>
              <a:t>！哈利路亞</a:t>
            </a:r>
            <a:r>
              <a:rPr lang="zh-TW" altLang="en-US" sz="3000" dirty="0">
                <a:solidFill>
                  <a:srgbClr val="000000"/>
                </a:solidFill>
                <a:ea typeface="華康中圓體"/>
              </a:rPr>
              <a:t>，阿們</a:t>
            </a:r>
            <a:r>
              <a:rPr lang="zh-TW" altLang="en-US" sz="3000" dirty="0" smtClean="0">
                <a:solidFill>
                  <a:srgbClr val="000000"/>
                </a:solidFill>
                <a:ea typeface="華康中圓體"/>
              </a:rPr>
              <a:t>！</a:t>
            </a:r>
            <a:endParaRPr lang="en-US" altLang="zh-TW" sz="3000" dirty="0" smtClean="0">
              <a:solidFill>
                <a:srgbClr val="000000"/>
              </a:solidFill>
              <a:ea typeface="華康中圓體"/>
            </a:endParaRPr>
          </a:p>
          <a:p>
            <a:pPr algn="r">
              <a:spcBef>
                <a:spcPts val="1368"/>
              </a:spcBef>
            </a:pPr>
            <a:r>
              <a:rPr lang="zh-TW" altLang="en-US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19</a:t>
            </a:r>
            <a:r>
              <a:rPr lang="en-US" altLang="zh-TW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zh-TW" altLang="en-US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sz="3000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sz="3000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zh-TW" altLang="en-US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9</a:t>
            </a:r>
            <a:r>
              <a:rPr lang="en-US" altLang="zh-TW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</a:t>
            </a:r>
            <a:endParaRPr lang="zh-TW" altLang="en-US" sz="3000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5777471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628800"/>
            <a:ext cx="9114119" cy="4968552"/>
          </a:xfrm>
        </p:spPr>
        <p:txBody>
          <a:bodyPr/>
          <a:lstStyle/>
          <a:p>
            <a:pPr>
              <a:spcBef>
                <a:spcPts val="1368"/>
              </a:spcBef>
            </a:pPr>
            <a:r>
              <a:rPr lang="en-US" altLang="zh-TW" sz="30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2.</a:t>
            </a:r>
            <a:r>
              <a:rPr lang="zh-TW" altLang="en-US" sz="3000" dirty="0">
                <a:solidFill>
                  <a:srgbClr val="000000"/>
                </a:solidFill>
                <a:ea typeface="華康中圓體"/>
              </a:rPr>
              <a:t>祢的話實在做阮腳前的燈，</a:t>
            </a:r>
          </a:p>
          <a:p>
            <a:pPr>
              <a:spcBef>
                <a:spcPts val="1368"/>
              </a:spcBef>
            </a:pPr>
            <a:r>
              <a:rPr lang="zh-TW" altLang="en-US" sz="3000" dirty="0">
                <a:solidFill>
                  <a:srgbClr val="0000CC"/>
                </a:solidFill>
                <a:ea typeface="華康中圓體"/>
              </a:rPr>
              <a:t>祢的話宣揚主耶穌的仁愛，</a:t>
            </a:r>
          </a:p>
          <a:p>
            <a:pPr>
              <a:spcBef>
                <a:spcPts val="1368"/>
              </a:spcBef>
            </a:pPr>
            <a:r>
              <a:rPr lang="zh-TW" altLang="en-US" sz="3000" dirty="0">
                <a:solidFill>
                  <a:srgbClr val="000000"/>
                </a:solidFill>
                <a:ea typeface="華康中圓體"/>
              </a:rPr>
              <a:t>祢的話實在做阮腳前的燈，</a:t>
            </a:r>
          </a:p>
          <a:p>
            <a:pPr>
              <a:spcBef>
                <a:spcPts val="1368"/>
              </a:spcBef>
            </a:pPr>
            <a:r>
              <a:rPr lang="zh-TW" altLang="en-US" sz="3000" dirty="0">
                <a:solidFill>
                  <a:srgbClr val="0000CC"/>
                </a:solidFill>
                <a:ea typeface="華康中圓體"/>
              </a:rPr>
              <a:t>祢的話宣揚主耶穌的仁愛，</a:t>
            </a:r>
          </a:p>
          <a:p>
            <a:pPr>
              <a:spcBef>
                <a:spcPts val="1368"/>
              </a:spcBef>
            </a:pPr>
            <a:r>
              <a:rPr lang="zh-TW" altLang="en-US" sz="3000" dirty="0">
                <a:solidFill>
                  <a:srgbClr val="000000"/>
                </a:solidFill>
                <a:ea typeface="華康中圓體"/>
              </a:rPr>
              <a:t>世間真光，祢是活命米糧；</a:t>
            </a:r>
          </a:p>
          <a:p>
            <a:pPr>
              <a:spcBef>
                <a:spcPts val="1368"/>
              </a:spcBef>
            </a:pPr>
            <a:r>
              <a:rPr lang="zh-TW" altLang="en-US" sz="3000" dirty="0">
                <a:solidFill>
                  <a:srgbClr val="0000CC"/>
                </a:solidFill>
                <a:ea typeface="華康中圓體"/>
              </a:rPr>
              <a:t>是阮一切快樂謳咾詩歌。</a:t>
            </a:r>
          </a:p>
          <a:p>
            <a:pPr>
              <a:spcBef>
                <a:spcPts val="1368"/>
              </a:spcBef>
            </a:pPr>
            <a:r>
              <a:rPr lang="zh-TW" altLang="en-US" sz="3000" dirty="0">
                <a:solidFill>
                  <a:srgbClr val="000000"/>
                </a:solidFill>
                <a:ea typeface="華康中圓體"/>
              </a:rPr>
              <a:t>哈利路亞，阿們</a:t>
            </a:r>
            <a:r>
              <a:rPr lang="zh-TW" altLang="en-US" sz="3000" dirty="0" smtClean="0">
                <a:solidFill>
                  <a:srgbClr val="000000"/>
                </a:solidFill>
                <a:ea typeface="華康中圓體"/>
              </a:rPr>
              <a:t>！哈利路亞</a:t>
            </a:r>
            <a:r>
              <a:rPr lang="zh-TW" altLang="en-US" sz="3000" dirty="0">
                <a:solidFill>
                  <a:srgbClr val="000000"/>
                </a:solidFill>
                <a:ea typeface="華康中圓體"/>
              </a:rPr>
              <a:t>，阿們</a:t>
            </a:r>
            <a:r>
              <a:rPr lang="zh-TW" altLang="en-US" sz="3000" dirty="0" smtClean="0">
                <a:solidFill>
                  <a:srgbClr val="000000"/>
                </a:solidFill>
                <a:ea typeface="華康中圓體"/>
              </a:rPr>
              <a:t>！</a:t>
            </a:r>
            <a:endParaRPr lang="en-US" altLang="zh-TW" sz="3000" dirty="0" smtClean="0">
              <a:solidFill>
                <a:srgbClr val="000000"/>
              </a:solidFill>
              <a:ea typeface="華康中圓體"/>
            </a:endParaRPr>
          </a:p>
          <a:p>
            <a:pPr algn="r">
              <a:spcBef>
                <a:spcPts val="1368"/>
              </a:spcBef>
            </a:pPr>
            <a:r>
              <a:rPr lang="zh-TW" altLang="en-US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19</a:t>
            </a:r>
            <a:r>
              <a:rPr lang="en-US" altLang="zh-TW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zh-TW" altLang="en-US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2/</a:t>
            </a:r>
            <a:r>
              <a:rPr lang="zh-TW" altLang="zh-TW" sz="3000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zh-TW" altLang="en-US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9</a:t>
            </a:r>
            <a:r>
              <a:rPr lang="en-US" altLang="zh-TW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</a:t>
            </a:r>
            <a:endParaRPr lang="zh-TW" altLang="en-US" sz="3000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2175282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20630</TotalTime>
  <Words>105</Words>
  <Application>Microsoft Macintosh PowerPoint</Application>
  <PresentationFormat>如螢幕大小 (4:3)</PresentationFormat>
  <Paragraphs>18</Paragraphs>
  <Slides>2</Slides>
  <Notes>2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3" baseType="lpstr">
      <vt:lpstr>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4694</cp:revision>
  <dcterms:created xsi:type="dcterms:W3CDTF">2009-02-27T08:32:01Z</dcterms:created>
  <dcterms:modified xsi:type="dcterms:W3CDTF">2017-05-06T16:04:58Z</dcterms:modified>
</cp:coreProperties>
</file>