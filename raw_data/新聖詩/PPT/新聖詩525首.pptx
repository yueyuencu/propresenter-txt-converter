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041" r:id="rId2"/>
    <p:sldId id="25042" r:id="rId3"/>
    <p:sldId id="25043" r:id="rId4"/>
    <p:sldId id="25044" r:id="rId5"/>
    <p:sldId id="25045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2025/1/27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145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8769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549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4281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186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460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3276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2360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74130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5155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11981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13008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74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7149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9987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76193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2025/1/27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89499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263375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阮為萬民求主照顧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1296D75-DB27-9943-A4E2-3C4270FD3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3375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阮為萬民求主照顧，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施恩逐國逐族，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閣求顧阮最愛鄉土，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賜福佇阮本國。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37981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263375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阮為萬民求主照顧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BEB35ACB-0B31-4840-9FCA-D74AF2F25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3375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阮眾祖先墳墓佇遮，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親族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遮徛起，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阮做子孫也欲</a:t>
            </a:r>
            <a:r>
              <a:rPr lang="en-US" altLang="zh-TW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遮，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別位豈會通比？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85577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263375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阮為萬民求主照顧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F09A8C6-595B-C749-A278-4E20B52C7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63375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互阮免得抵著戰爭，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國境平安、快樂，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城市發展鄉鎮振興，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田園收成充足。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874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263375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阮為萬民求主照顧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686FC29B-CF28-994C-9826-FAA051D7C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6147" y="1263375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互阮大家成做一體，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相疼擁護真理，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自由詩歌響亮無替，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遍地逐位歡喜。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84815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263375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阮為萬民求主照顧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DA7C478F-87A8-FD4D-8E2E-94C7B99FA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5518" y="1263375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萬邦的主，阮將本國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交代佇祢聖手，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求祢保護，施恩賜福，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久長做阮拯救。阿們。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5281115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20636</TotalTime>
  <Words>229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4696</cp:revision>
  <dcterms:created xsi:type="dcterms:W3CDTF">2009-02-27T08:32:01Z</dcterms:created>
  <dcterms:modified xsi:type="dcterms:W3CDTF">2025-01-27T11:39:03Z</dcterms:modified>
</cp:coreProperties>
</file>