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1" r:id="rId2"/>
    <p:sldId id="5272" r:id="rId3"/>
    <p:sldId id="5273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400" y="-2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2014/7/5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2014/7/5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2014/7/5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2014/7/5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2014/7/5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2014/7/5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2014/7/5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2014/7/5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2014/7/5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2014/7/5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2014/7/5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2014/7/5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2014/7/5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chemeClr val="tx1"/>
                </a:solidFill>
                <a:latin typeface="華康中圓體"/>
                <a:ea typeface="華康中特圓體" pitchFamily="49" charset="-120"/>
              </a:rPr>
              <a:t>1.</a:t>
            </a:r>
            <a:r>
              <a:rPr lang="zh-TW" altLang="en-US" dirty="0">
                <a:solidFill>
                  <a:schemeClr val="tx1"/>
                </a:solidFill>
                <a:latin typeface="華康中圓體"/>
                <a:ea typeface="華康中圓體"/>
              </a:rPr>
              <a:t>懇求上帝憐憫，給我施恩賜福，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顯出歡喜的面，榮光普照奴僕；</a:t>
            </a:r>
          </a:p>
          <a:p>
            <a:r>
              <a:rPr lang="zh-TW" altLang="en-US" dirty="0">
                <a:solidFill>
                  <a:schemeClr val="tx1"/>
                </a:solidFill>
                <a:latin typeface="華康中圓體"/>
                <a:ea typeface="華康中圓體"/>
              </a:rPr>
              <a:t>天下報揚救世法度，天下報揚救世法度，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圓體"/>
                <a:ea typeface="華康中圓體"/>
              </a:rPr>
              <a:t>引導人類行主道路。</a:t>
            </a:r>
            <a:endParaRPr lang="en-US" altLang="zh-TW" dirty="0">
              <a:solidFill>
                <a:srgbClr val="0000CC"/>
              </a:solidFill>
              <a:latin typeface="華康中圓體"/>
              <a:ea typeface="華康中圓體"/>
            </a:endParaRPr>
          </a:p>
          <a:p>
            <a:pPr algn="r"/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279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1/3</a:t>
            </a:r>
            <a:r>
              <a:rPr lang="zh-TW" altLang="en-US" u="sng" dirty="0">
                <a:solidFill>
                  <a:schemeClr val="tx1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>
                <a:solidFill>
                  <a:schemeClr val="tx1"/>
                </a:solidFill>
                <a:latin typeface="華康中圓體"/>
                <a:ea typeface="華康中圓體"/>
              </a:rPr>
              <a:t>179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0345112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圓體"/>
                <a:ea typeface="華康中特圓體" pitchFamily="49" charset="-120"/>
              </a:rPr>
              <a:t>2.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天下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萬邦萬國，謳咾上帝尊名，</a:t>
            </a:r>
          </a:p>
          <a:p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大家歡喜快樂，誠心感謝出聲；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地面眾人上帝治理，地面眾人上帝治理，</a:t>
            </a:r>
          </a:p>
          <a:p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審判萬民攏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照公義。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279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2/3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179</a:t>
            </a:r>
            <a:endParaRPr lang="zh-TW" altLang="en-US" u="sng" dirty="0" smtClean="0">
              <a:solidFill>
                <a:schemeClr val="tx1"/>
              </a:solidFill>
              <a:latin typeface="華康中圓體"/>
              <a:ea typeface="華康中圓體"/>
            </a:endParaRPr>
          </a:p>
          <a:p>
            <a:pPr algn="r"/>
            <a:endParaRPr lang="en-US" altLang="zh-TW" dirty="0"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2247229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chemeClr val="tx1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天下萬民萬族，佇主面前謳咾， 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懇求上帝賜福，土地生出珍寶； </a:t>
            </a:r>
          </a:p>
          <a:p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  上帝降福賞賜恩惠，上帝降福賞賜恩惠，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天邊海角眾人敬畏。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279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3/3</a:t>
            </a:r>
            <a:r>
              <a:rPr lang="zh-TW" altLang="en-US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chemeClr val="tx1"/>
                </a:solidFill>
                <a:latin typeface="華康中圓體"/>
                <a:ea typeface="華康中圓體"/>
              </a:rPr>
              <a:t>179</a:t>
            </a:r>
            <a:endParaRPr lang="zh-TW" altLang="en-US" u="sng" dirty="0">
              <a:solidFill>
                <a:schemeClr val="tx1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0717967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20625</TotalTime>
  <Words>137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4688</cp:revision>
  <dcterms:created xsi:type="dcterms:W3CDTF">2009-02-27T08:32:01Z</dcterms:created>
  <dcterms:modified xsi:type="dcterms:W3CDTF">2014-07-04T23:47:23Z</dcterms:modified>
</cp:coreProperties>
</file>