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84" r:id="rId2"/>
    <p:sldId id="5285" r:id="rId3"/>
    <p:sldId id="5286" r:id="rId4"/>
    <p:sldId id="5287" r:id="rId5"/>
    <p:sldId id="5288" r:id="rId6"/>
    <p:sldId id="5289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76" y="-11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46484" y="1059582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上帝所賜活命的話  奧妙聖經明記，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報人識主，互人知罪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恩典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明明指示；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教咱識主旨意，誠心來服事祂。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06132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的話，活命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的話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智慧奧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妙極大，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上帝的話，活命的話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導咱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直到永活。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987574"/>
            <a:ext cx="2088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latin typeface="微軟正黑體"/>
                <a:ea typeface="微軟正黑體"/>
                <a:cs typeface="微軟正黑體"/>
              </a:rPr>
              <a:t>【</a:t>
            </a:r>
            <a:r>
              <a:rPr lang="zh-TW" altLang="en-US" sz="3400" dirty="0">
                <a:latin typeface="微軟正黑體"/>
                <a:ea typeface="微軟正黑體"/>
                <a:cs typeface="微軟正黑體"/>
              </a:rPr>
              <a:t>複歌</a:t>
            </a:r>
            <a:r>
              <a:rPr lang="en-US" altLang="zh-TW" sz="3400" dirty="0">
                <a:latin typeface="微軟正黑體"/>
                <a:ea typeface="微軟正黑體"/>
                <a:cs typeface="微軟正黑體"/>
              </a:rPr>
              <a:t>】 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66366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46484" y="1059582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救主耶穌真理的話  奧妙疼痛極深；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遍傳天下互人反悔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成做天頂國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民；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願咱地上罪人  承受救主憐憫。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772223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的話，活命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的話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智慧奧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妙極大，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上帝的話，活命的話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導咱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直到永活。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987574"/>
            <a:ext cx="2088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latin typeface="微軟正黑體"/>
                <a:ea typeface="微軟正黑體"/>
                <a:cs typeface="微軟正黑體"/>
              </a:rPr>
              <a:t>【</a:t>
            </a:r>
            <a:r>
              <a:rPr lang="zh-TW" altLang="en-US" sz="3400" dirty="0">
                <a:latin typeface="微軟正黑體"/>
                <a:ea typeface="微軟正黑體"/>
                <a:cs typeface="微軟正黑體"/>
              </a:rPr>
              <a:t>複歌</a:t>
            </a:r>
            <a:r>
              <a:rPr lang="en-US" altLang="zh-TW" sz="3400" dirty="0">
                <a:latin typeface="微軟正黑體"/>
                <a:ea typeface="微軟正黑體"/>
                <a:cs typeface="微軟正黑體"/>
              </a:rPr>
              <a:t>】 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50125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46484" y="1059582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真道活</a:t>
            </a:r>
            <a:r>
              <a:rPr lang="zh-TW" altLang="en-US" sz="42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命福音</a:t>
            </a:r>
            <a:r>
              <a:rPr lang="zh-TW" altLang="en-US" sz="42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宴席</a:t>
            </a:r>
            <a:r>
              <a:rPr lang="zh-TW" altLang="en-US" sz="42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，萬民歡喜來赴</a:t>
            </a:r>
            <a:r>
              <a:rPr lang="zh-TW" altLang="en-US" sz="42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； 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2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聖經常讀真道常聽，</a:t>
            </a:r>
            <a:endParaRPr lang="en-US" altLang="zh-TW" sz="4200" b="1" dirty="0" smtClean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深</a:t>
            </a:r>
            <a:r>
              <a:rPr lang="zh-TW" altLang="en-US" sz="42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信永活的主；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赦罪、平安、恩賜、榮光、活命攏有。</a:t>
            </a:r>
            <a:r>
              <a:rPr lang="zh-TW" altLang="en-US" sz="40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4586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915566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的話，活命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的話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智慧奧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妙極大，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上帝的話，活命的話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導咱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直到永活。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93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0" y="987574"/>
            <a:ext cx="2088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latin typeface="微軟正黑體"/>
                <a:ea typeface="微軟正黑體"/>
                <a:cs typeface="微軟正黑體"/>
              </a:rPr>
              <a:t>【</a:t>
            </a:r>
            <a:r>
              <a:rPr lang="zh-TW" altLang="en-US" sz="3400" dirty="0">
                <a:latin typeface="微軟正黑體"/>
                <a:ea typeface="微軟正黑體"/>
                <a:cs typeface="微軟正黑體"/>
              </a:rPr>
              <a:t>複歌</a:t>
            </a:r>
            <a:r>
              <a:rPr lang="en-US" altLang="zh-TW" sz="3400" dirty="0">
                <a:latin typeface="微軟正黑體"/>
                <a:ea typeface="微軟正黑體"/>
                <a:cs typeface="微軟正黑體"/>
              </a:rPr>
              <a:t>】 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15446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263</Words>
  <Application>Microsoft Macintosh PowerPoint</Application>
  <PresentationFormat>如螢幕大小 (16:9)</PresentationFormat>
  <Paragraphs>45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4701</cp:revision>
  <dcterms:created xsi:type="dcterms:W3CDTF">2009-02-27T08:32:01Z</dcterms:created>
  <dcterms:modified xsi:type="dcterms:W3CDTF">2021-10-30T11:09:28Z</dcterms:modified>
</cp:coreProperties>
</file>