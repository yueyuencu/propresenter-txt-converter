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5276" r:id="rId2"/>
    <p:sldId id="5277" r:id="rId3"/>
    <p:sldId id="5278" r:id="rId4"/>
    <p:sldId id="5279" r:id="rId5"/>
    <p:sldId id="5280" r:id="rId6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184" y="-8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19/12/7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19/12/7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19/12/7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19/12/7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19/12/7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19/12/7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19/12/7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19/12/7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19/12/7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19/12/7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19/12/7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19/12/7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19/12/7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564904"/>
            <a:ext cx="9114119" cy="3456384"/>
          </a:xfrm>
        </p:spPr>
        <p:txBody>
          <a:bodyPr/>
          <a:lstStyle/>
          <a:p>
            <a:r>
              <a:rPr lang="en-US" altLang="zh-TW" sz="3600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sz="3600" dirty="0">
                <a:solidFill>
                  <a:schemeClr val="tx1"/>
                </a:solidFill>
                <a:latin typeface="華康中圓體"/>
                <a:ea typeface="華康中圓體"/>
              </a:rPr>
              <a:t>約但河邊約翰講明，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救主臨到迫近目前；</a:t>
            </a:r>
          </a:p>
          <a:p>
            <a:r>
              <a:rPr lang="zh-TW" altLang="en-US" sz="3600" dirty="0">
                <a:solidFill>
                  <a:schemeClr val="tx1"/>
                </a:solidFill>
                <a:latin typeface="華康中圓體"/>
                <a:ea typeface="華康中圓體"/>
              </a:rPr>
              <a:t>今著來聽這好消息，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是對萬王的王來得</a:t>
            </a:r>
            <a:r>
              <a:rPr lang="zh-TW" altLang="en-US" sz="3600" dirty="0" smtClean="0">
                <a:solidFill>
                  <a:srgbClr val="0000CC"/>
                </a:solidFill>
                <a:latin typeface="華康中圓體"/>
                <a:ea typeface="華康中圓體"/>
              </a:rPr>
              <a:t>。</a:t>
            </a:r>
            <a:endParaRPr lang="en-US" altLang="zh-TW" sz="3600" dirty="0" smtClean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新聖</a:t>
            </a:r>
            <a:r>
              <a:rPr lang="zh-TW" altLang="en-US" u="sng" dirty="0">
                <a:solidFill>
                  <a:schemeClr val="tx1"/>
                </a:solidFill>
                <a:latin typeface="華康中圓體"/>
                <a:ea typeface="華康中圓體"/>
              </a:rPr>
              <a:t>詩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7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7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chemeClr val="tx1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chemeClr val="tx1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/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）</a:t>
            </a:r>
            <a:r>
              <a:rPr lang="zh-TW" altLang="en-US" u="sng" dirty="0">
                <a:solidFill>
                  <a:schemeClr val="tx1"/>
                </a:solidFill>
                <a:latin typeface="華康中圓體"/>
                <a:ea typeface="華康中圓體"/>
              </a:rPr>
              <a:t>舊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9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9</a:t>
            </a:r>
            <a:endParaRPr lang="zh-TW" altLang="en-US" u="sng" dirty="0">
              <a:solidFill>
                <a:schemeClr val="tx1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2991236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564904"/>
            <a:ext cx="9114119" cy="3456384"/>
          </a:xfrm>
        </p:spPr>
        <p:txBody>
          <a:bodyPr/>
          <a:lstStyle/>
          <a:p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sz="3600" dirty="0">
                <a:solidFill>
                  <a:schemeClr val="tx1"/>
                </a:solidFill>
                <a:latin typeface="華康中圓體"/>
                <a:ea typeface="華康中圓體"/>
              </a:rPr>
              <a:t>逐人心肝著洗清氣，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道路修直互主歡喜；</a:t>
            </a:r>
          </a:p>
          <a:p>
            <a:r>
              <a:rPr lang="zh-TW" altLang="en-US" sz="3600" dirty="0">
                <a:solidFill>
                  <a:schemeClr val="tx1"/>
                </a:solidFill>
                <a:latin typeface="華康中圓體"/>
                <a:ea typeface="華康中圓體"/>
              </a:rPr>
              <a:t>佇咱心內備辦所在，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尊貴人客才欲入來</a:t>
            </a:r>
            <a:r>
              <a:rPr lang="zh-TW" altLang="en-US" sz="3600" dirty="0" smtClean="0">
                <a:solidFill>
                  <a:srgbClr val="0000CC"/>
                </a:solidFill>
                <a:latin typeface="華康中圓體"/>
                <a:ea typeface="華康中圓體"/>
              </a:rPr>
              <a:t>。</a:t>
            </a:r>
            <a:endParaRPr lang="en-US" altLang="zh-TW" sz="3600" dirty="0" smtClean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新聖</a:t>
            </a:r>
            <a:r>
              <a:rPr lang="zh-TW" altLang="en-US" u="sng" dirty="0">
                <a:solidFill>
                  <a:schemeClr val="tx1"/>
                </a:solidFill>
                <a:latin typeface="華康中圓體"/>
                <a:ea typeface="華康中圓體"/>
              </a:rPr>
              <a:t>詩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7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7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chemeClr val="tx1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）</a:t>
            </a:r>
            <a:r>
              <a:rPr lang="zh-TW" altLang="en-US" u="sng" dirty="0">
                <a:solidFill>
                  <a:schemeClr val="tx1"/>
                </a:solidFill>
                <a:latin typeface="華康中圓體"/>
                <a:ea typeface="華康中圓體"/>
              </a:rPr>
              <a:t>舊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9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9</a:t>
            </a:r>
            <a:endParaRPr lang="zh-TW" altLang="en-US" u="sng" dirty="0">
              <a:solidFill>
                <a:schemeClr val="tx1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2281388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564904"/>
            <a:ext cx="9114119" cy="3456384"/>
          </a:xfrm>
        </p:spPr>
        <p:txBody>
          <a:bodyPr/>
          <a:lstStyle/>
          <a:p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sz="3600" dirty="0">
                <a:solidFill>
                  <a:schemeClr val="tx1"/>
                </a:solidFill>
                <a:latin typeface="華康中圓體"/>
                <a:ea typeface="華康中圓體"/>
              </a:rPr>
              <a:t>主祢做阮至大拯救，</a:t>
            </a:r>
          </a:p>
          <a:p>
            <a:r>
              <a:rPr lang="zh-TW" altLang="en-US" sz="3600" dirty="0">
                <a:solidFill>
                  <a:schemeClr val="tx1"/>
                </a:solidFill>
                <a:latin typeface="華康中圓體"/>
                <a:ea typeface="華康中圓體"/>
              </a:rPr>
              <a:t>  </a:t>
            </a:r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做阮保護及大報賞；</a:t>
            </a:r>
          </a:p>
          <a:p>
            <a:r>
              <a:rPr lang="zh-TW" altLang="en-US" sz="3600" dirty="0">
                <a:solidFill>
                  <a:schemeClr val="tx1"/>
                </a:solidFill>
                <a:latin typeface="華康中圓體"/>
                <a:ea typeface="華康中圓體"/>
              </a:rPr>
              <a:t>  若無主恩阮就消無，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  若花謝去連鞭歸土</a:t>
            </a:r>
            <a:r>
              <a:rPr lang="zh-TW" altLang="en-US" sz="3600" dirty="0" smtClean="0">
                <a:solidFill>
                  <a:srgbClr val="0000CC"/>
                </a:solidFill>
                <a:latin typeface="華康中圓體"/>
                <a:ea typeface="華康中圓體"/>
              </a:rPr>
              <a:t>。</a:t>
            </a:r>
            <a:endParaRPr lang="en-US" altLang="zh-TW" sz="3600" dirty="0" smtClean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新聖</a:t>
            </a:r>
            <a:r>
              <a:rPr lang="zh-TW" altLang="en-US" u="sng" dirty="0">
                <a:solidFill>
                  <a:schemeClr val="tx1"/>
                </a:solidFill>
                <a:latin typeface="華康中圓體"/>
                <a:ea typeface="華康中圓體"/>
              </a:rPr>
              <a:t>詩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7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7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chemeClr val="tx1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）</a:t>
            </a:r>
            <a:r>
              <a:rPr lang="zh-TW" altLang="en-US" u="sng" dirty="0">
                <a:solidFill>
                  <a:schemeClr val="tx1"/>
                </a:solidFill>
                <a:latin typeface="華康中圓體"/>
                <a:ea typeface="華康中圓體"/>
              </a:rPr>
              <a:t>舊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9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9</a:t>
            </a:r>
            <a:endParaRPr lang="zh-TW" altLang="en-US" u="sng" dirty="0">
              <a:solidFill>
                <a:schemeClr val="tx1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4333255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564904"/>
            <a:ext cx="9114119" cy="3456384"/>
          </a:xfrm>
        </p:spPr>
        <p:txBody>
          <a:bodyPr/>
          <a:lstStyle/>
          <a:p>
            <a:r>
              <a:rPr lang="zh-TW" altLang="zh-TW" sz="3600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sz="3600" dirty="0">
                <a:solidFill>
                  <a:schemeClr val="tx1"/>
                </a:solidFill>
                <a:latin typeface="華康中圓體"/>
                <a:ea typeface="華康中圓體"/>
              </a:rPr>
              <a:t>求祢伸手給阮醫好，</a:t>
            </a:r>
          </a:p>
          <a:p>
            <a:r>
              <a:rPr lang="zh-TW" altLang="en-US" sz="3600" dirty="0">
                <a:solidFill>
                  <a:schemeClr val="tx1"/>
                </a:solidFill>
                <a:latin typeface="華康中圓體"/>
                <a:ea typeface="華康中圓體"/>
              </a:rPr>
              <a:t>  </a:t>
            </a:r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牽阮起來免閣跋倒；  </a:t>
            </a:r>
          </a:p>
          <a:p>
            <a:r>
              <a:rPr lang="zh-TW" altLang="en-US" sz="3600" dirty="0">
                <a:solidFill>
                  <a:schemeClr val="tx1"/>
                </a:solidFill>
                <a:latin typeface="華康中圓體"/>
                <a:ea typeface="華康中圓體"/>
              </a:rPr>
              <a:t>  閣用大光來照萬民，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  也用仁愛充滿地面</a:t>
            </a:r>
            <a:r>
              <a:rPr lang="zh-TW" altLang="en-US" sz="3600" dirty="0" smtClean="0">
                <a:solidFill>
                  <a:srgbClr val="0000CC"/>
                </a:solidFill>
                <a:latin typeface="華康中圓體"/>
                <a:ea typeface="華康中圓體"/>
              </a:rPr>
              <a:t>。</a:t>
            </a:r>
            <a:endParaRPr lang="en-US" altLang="zh-TW" sz="3600" dirty="0" smtClean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新聖</a:t>
            </a:r>
            <a:r>
              <a:rPr lang="zh-TW" altLang="en-US" u="sng" dirty="0">
                <a:solidFill>
                  <a:schemeClr val="tx1"/>
                </a:solidFill>
                <a:latin typeface="華康中圓體"/>
                <a:ea typeface="華康中圓體"/>
              </a:rPr>
              <a:t>詩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7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7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chemeClr val="tx1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）</a:t>
            </a:r>
            <a:r>
              <a:rPr lang="zh-TW" altLang="en-US" u="sng" dirty="0">
                <a:solidFill>
                  <a:schemeClr val="tx1"/>
                </a:solidFill>
                <a:latin typeface="華康中圓體"/>
                <a:ea typeface="華康中圓體"/>
              </a:rPr>
              <a:t>舊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9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9</a:t>
            </a:r>
            <a:endParaRPr lang="zh-TW" altLang="en-US" u="sng" dirty="0">
              <a:solidFill>
                <a:schemeClr val="tx1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1647020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564904"/>
            <a:ext cx="9114119" cy="3456384"/>
          </a:xfrm>
        </p:spPr>
        <p:txBody>
          <a:bodyPr/>
          <a:lstStyle/>
          <a:p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sz="3600" dirty="0">
                <a:solidFill>
                  <a:schemeClr val="tx1"/>
                </a:solidFill>
                <a:latin typeface="華康中圓體"/>
                <a:ea typeface="華康中圓體"/>
              </a:rPr>
              <a:t>謳咾聖子放拺座位，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  甘願降世來救人類； </a:t>
            </a:r>
            <a:r>
              <a:rPr lang="zh-TW" altLang="en-US" sz="3600" dirty="0">
                <a:solidFill>
                  <a:schemeClr val="tx1"/>
                </a:solidFill>
                <a:latin typeface="華康中圓體"/>
                <a:ea typeface="華康中圓體"/>
              </a:rPr>
              <a:t>　 </a:t>
            </a:r>
          </a:p>
          <a:p>
            <a:r>
              <a:rPr lang="zh-TW" altLang="en-US" sz="3600" dirty="0">
                <a:solidFill>
                  <a:schemeClr val="tx1"/>
                </a:solidFill>
                <a:latin typeface="華康中圓體"/>
                <a:ea typeface="華康中圓體"/>
              </a:rPr>
              <a:t>  謳咾稱呼也歸天父，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  也歸聖神三位一體</a:t>
            </a:r>
            <a:r>
              <a:rPr lang="zh-TW" altLang="en-US" sz="3600" dirty="0" smtClean="0">
                <a:solidFill>
                  <a:srgbClr val="0000CC"/>
                </a:solidFill>
                <a:latin typeface="華康中圓體"/>
                <a:ea typeface="華康中圓體"/>
              </a:rPr>
              <a:t>。</a:t>
            </a:r>
            <a:endParaRPr lang="en-US" altLang="zh-TW" sz="3600" dirty="0" smtClean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新聖</a:t>
            </a:r>
            <a:r>
              <a:rPr lang="zh-TW" altLang="en-US" u="sng" dirty="0">
                <a:solidFill>
                  <a:schemeClr val="tx1"/>
                </a:solidFill>
                <a:latin typeface="華康中圓體"/>
                <a:ea typeface="華康中圓體"/>
              </a:rPr>
              <a:t>詩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7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7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chemeClr val="tx1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）</a:t>
            </a:r>
            <a:r>
              <a:rPr lang="zh-TW" altLang="en-US" u="sng" dirty="0">
                <a:solidFill>
                  <a:schemeClr val="tx1"/>
                </a:solidFill>
                <a:latin typeface="華康中圓體"/>
                <a:ea typeface="華康中圓體"/>
              </a:rPr>
              <a:t>舊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9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9</a:t>
            </a:r>
            <a:endParaRPr lang="zh-TW" altLang="en-US" u="sng" dirty="0">
              <a:solidFill>
                <a:schemeClr val="tx1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2187014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20631</TotalTime>
  <Words>125</Words>
  <Application>Microsoft Macintosh PowerPoint</Application>
  <PresentationFormat>如螢幕大小 (4:3)</PresentationFormat>
  <Paragraphs>30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4699</cp:revision>
  <dcterms:created xsi:type="dcterms:W3CDTF">2009-02-27T08:32:01Z</dcterms:created>
  <dcterms:modified xsi:type="dcterms:W3CDTF">2019-12-07T12:06:35Z</dcterms:modified>
</cp:coreProperties>
</file>