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35" r:id="rId2"/>
    <p:sldId id="25636" r:id="rId3"/>
    <p:sldId id="25637" r:id="rId4"/>
    <p:sldId id="2563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2238" autoAdjust="0"/>
  </p:normalViewPr>
  <p:slideViewPr>
    <p:cSldViewPr>
      <p:cViewPr varScale="1">
        <p:scale>
          <a:sx n="102" d="100"/>
          <a:sy n="102" d="100"/>
        </p:scale>
        <p:origin x="132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65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670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329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701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336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060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094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836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649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173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9333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758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75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7757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377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198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9662"/>
            <a:ext cx="9180512" cy="23042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豈有平安？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世間有艱難，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咱倚靠主扶持，心得平安。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657293"/>
            <a:ext cx="707580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644795"/>
            <a:ext cx="70758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豈有平安？𫢶世間有艱難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818251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7488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9662"/>
            <a:ext cx="9180512" cy="23042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豈有平安？親人朋友相離，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大家有主照顧，心免掛意。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657293"/>
            <a:ext cx="707580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644795"/>
            <a:ext cx="70758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豈有平安？𫢶世間有艱難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818251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71145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9662"/>
            <a:ext cx="9180512" cy="23042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豈有平安？病疼痛苦交纏，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主應允保守，免絕望失志。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657293"/>
            <a:ext cx="707580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644795"/>
            <a:ext cx="70758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豈有平安？𫢶世間有艱難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818251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5567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9662"/>
            <a:ext cx="9180512" cy="230425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豈有平安？將來境遇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知，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無論禍福，深信有主同在。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755576" y="657293"/>
            <a:ext cx="707580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55576" y="644795"/>
            <a:ext cx="70758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豈有平安？𫢶世間有艱難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818251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6282722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152</Words>
  <Application>Microsoft Macintosh PowerPoint</Application>
  <PresentationFormat>如螢幕大小 (16:9)</PresentationFormat>
  <Paragraphs>24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2024-08-02T14:51:40Z</dcterms:modified>
</cp:coreProperties>
</file>