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5280" r:id="rId2"/>
    <p:sldId id="5281" r:id="rId3"/>
    <p:sldId id="5282" r:id="rId4"/>
    <p:sldId id="5283" r:id="rId5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816" y="-102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interSettings" Target="printerSettings/printerSettings1.bin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23/11/11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3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4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23/11/11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23/11/11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23/11/11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23/11/11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23/11/11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23/11/11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23/11/11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23/11/11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23/11/11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23/11/11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23/11/11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23/11/11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14119" cy="3653515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為主來做祂干證，主是至好朋友；</a:t>
            </a: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用主疼痛來報揚，互人欣慕承受。</a:t>
            </a:r>
          </a:p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為主來做祂干證，榮光救主耶穌，</a:t>
            </a: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為主來做祂干證，榮光救主耶穌。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53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482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05356996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14119" cy="3653515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為主來做祂干證，應該歡喜出聲；</a:t>
            </a: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報揚救主大疼痛，替咱放拺性命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  <a:endParaRPr lang="zh-TW" altLang="en-US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為主來做祂干證</a:t>
            </a: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，榮光救主耶穌，</a:t>
            </a: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為主來做祂干證，榮光救主耶穌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/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53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482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59596426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14119" cy="3653515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為主來做祂干證，咱著寶惜光陰</a:t>
            </a:r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；</a:t>
            </a:r>
            <a:endParaRPr lang="en-US" altLang="zh-TW" sz="4000" b="1" dirty="0" smtClean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若無盡力來干證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，永永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𣍐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會安心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為主來做祂干證</a:t>
            </a: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，榮光救主耶穌</a:t>
            </a:r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為主來做祂干證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，榮光救主耶穌。</a:t>
            </a:r>
          </a:p>
          <a:p>
            <a:pPr algn="r"/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53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482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79325091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14119" cy="3653515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為主來做祂干證，</a:t>
            </a:r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信祂罪得洗清；</a:t>
            </a:r>
            <a:endParaRPr lang="en-US" altLang="zh-TW" sz="4000" b="1" dirty="0" smtClean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逐日好膽來向前，路尾會到天庭。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為主來做祂干證</a:t>
            </a: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，榮光救主耶穌</a:t>
            </a:r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為主來做祂干證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，榮光救主耶穌。</a:t>
            </a:r>
          </a:p>
          <a:p>
            <a:pPr algn="r"/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53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482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33742315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20637</TotalTime>
  <Words>139</Words>
  <Application>Microsoft Macintosh PowerPoint</Application>
  <PresentationFormat>如螢幕大小 (16:9)</PresentationFormat>
  <Paragraphs>28</Paragraphs>
  <Slides>4</Slides>
  <Notes>4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5" baseType="lpstr">
      <vt:lpstr>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4699</cp:revision>
  <dcterms:created xsi:type="dcterms:W3CDTF">2009-02-27T08:32:01Z</dcterms:created>
  <dcterms:modified xsi:type="dcterms:W3CDTF">2023-11-11T10:50:18Z</dcterms:modified>
</cp:coreProperties>
</file>