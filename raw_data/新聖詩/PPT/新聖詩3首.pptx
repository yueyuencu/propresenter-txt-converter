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76" y="-1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亞伯蘭的上帝，高高統治萬有，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古早就有直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到萬世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，仁愛的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主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altLang="zh-TW" sz="44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獨一自然而然，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天頂地下同認，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著謳咾我上主聖名，永遠無盡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zh-TW" altLang="en-US" sz="4400" b="1" dirty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77566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主指本身立誓，我靠祂所咒誓， 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我欲若鷹搋翼飛高，上天永住；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我欲看主的面，稱讚祂大權能，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 謳咾奇妙慈悲、憐憫，永遠無停。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76925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主咱的王住遐，做咱公義至尊，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卡贏世間罪惡驚惶，和平人君；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佇錫安山高位，聖國得主維持，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及眾聖徒榮耀做堆，永遠治理。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3635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全體勝利天軍，感謝至高上帝，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謳咾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父子聖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神至尊，稱讚萬世；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謳咾列祖上帝，我也同聲來和，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權能威嚴攏歸佇祢，永遠謳咾。阿們。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48461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190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2021-11-06T10:49:14Z</dcterms:modified>
</cp:coreProperties>
</file>