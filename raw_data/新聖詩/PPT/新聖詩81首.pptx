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12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主溫柔仁愛聲音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，聽了受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感化，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「恁見若憂悶勞苦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，著來就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近我，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一切重擔得脫落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，我互恁安歇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。」 </a:t>
            </a:r>
            <a:endParaRPr lang="en-US" altLang="zh-TW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 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42714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「我為恁擔當憂愁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、煩惱及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苦痛，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我贏過死亡復活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，恁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免絕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望；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今著勇敢向前行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，我及恁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同行。」 </a:t>
            </a:r>
            <a:endParaRPr lang="en-US" altLang="zh-TW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58609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主，祢有權能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，我真軟弱閣愚戇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做至好朋友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，互我誇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口得堅強；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對祢的話得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生存，仁愛永無窮。 </a:t>
            </a:r>
            <a:endParaRPr lang="en-US" altLang="zh-TW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92832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110</Words>
  <Application>Microsoft Macintosh PowerPoint</Application>
  <PresentationFormat>如螢幕大小 (4:3)</PresentationFormat>
  <Paragraphs>15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2014-12-27T08:32:05Z</dcterms:modified>
</cp:coreProperties>
</file>