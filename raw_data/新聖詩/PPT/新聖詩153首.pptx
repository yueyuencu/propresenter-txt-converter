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041" r:id="rId2"/>
    <p:sldId id="25042" r:id="rId3"/>
    <p:sldId id="25043" r:id="rId4"/>
    <p:sldId id="25044" r:id="rId5"/>
    <p:sldId id="25045" r:id="rId6"/>
    <p:sldId id="25046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2026/2/7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4909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36697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59858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60864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50861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6723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2026/2/7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28779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2026/2/7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48411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2026/2/7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61711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2026/2/7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47297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2026/2/7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46886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2026/2/7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43236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2026/2/7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41665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2026/2/7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2812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2026/2/7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62200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2026/2/7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56473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2026/2/7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36953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2026/2/7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315687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我聽耶穌的聲講明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3C6E45E9-0E6D-6C4F-8569-D1B75D2EDB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125938"/>
            <a:ext cx="9114119" cy="3789229"/>
          </a:xfrm>
        </p:spPr>
        <p:txBody>
          <a:bodyPr/>
          <a:lstStyle/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我聽耶穌的聲講明，</a:t>
            </a:r>
          </a:p>
          <a:p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「恁</a:t>
            </a:r>
            <a:r>
              <a:rPr lang="en-US" altLang="zh-TW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𫢶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佇此世間，</a:t>
            </a:r>
          </a:p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見若勞苦來我面前，</a:t>
            </a:r>
          </a:p>
          <a:p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逐人會得平安。」</a:t>
            </a:r>
          </a:p>
          <a:p>
            <a:pPr algn="r"/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190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5EF633A-0044-354A-BA5D-BA7108EF6754}"/>
              </a:ext>
            </a:extLst>
          </p:cNvPr>
          <p:cNvSpPr txBox="1"/>
          <p:nvPr/>
        </p:nvSpPr>
        <p:spPr>
          <a:xfrm>
            <a:off x="395536" y="774618"/>
            <a:ext cx="17281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66978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我聽耶穌的聲講明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5EF633A-0044-354A-BA5D-BA7108EF6754}"/>
              </a:ext>
            </a:extLst>
          </p:cNvPr>
          <p:cNvSpPr txBox="1"/>
          <p:nvPr/>
        </p:nvSpPr>
        <p:spPr>
          <a:xfrm>
            <a:off x="395536" y="774618"/>
            <a:ext cx="17281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0" name="副標題 6">
            <a:extLst>
              <a:ext uri="{FF2B5EF4-FFF2-40B4-BE49-F238E27FC236}">
                <a16:creationId xmlns:a16="http://schemas.microsoft.com/office/drawing/2014/main" id="{01609DDE-BF90-964B-A6A3-30F34FA049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4252" y="1128561"/>
            <a:ext cx="9114119" cy="3789229"/>
          </a:xfrm>
        </p:spPr>
        <p:txBody>
          <a:bodyPr/>
          <a:lstStyle/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我聽祂講，心就歡喜，</a:t>
            </a:r>
          </a:p>
          <a:p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隨時就去尋祂，</a:t>
            </a:r>
          </a:p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心得平安快樂得意，</a:t>
            </a:r>
          </a:p>
          <a:p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</a:t>
            </a:r>
            <a:r>
              <a:rPr lang="en-US" altLang="zh-TW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𫢶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耶穌身邊。</a:t>
            </a:r>
            <a:endParaRPr lang="en-US" altLang="zh-TW" sz="42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/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190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653991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我聽耶穌的聲講明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5EF633A-0044-354A-BA5D-BA7108EF6754}"/>
              </a:ext>
            </a:extLst>
          </p:cNvPr>
          <p:cNvSpPr txBox="1"/>
          <p:nvPr/>
        </p:nvSpPr>
        <p:spPr>
          <a:xfrm>
            <a:off x="395536" y="774618"/>
            <a:ext cx="17281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2-1.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011E7511-DC7D-9E47-A5F4-FE6BF0A89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125938"/>
            <a:ext cx="9114119" cy="3789229"/>
          </a:xfrm>
        </p:spPr>
        <p:txBody>
          <a:bodyPr/>
          <a:lstStyle/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我聽耶穌溫柔聲音，</a:t>
            </a:r>
          </a:p>
          <a:p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「活命水泉是我，</a:t>
            </a:r>
          </a:p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嘴焦的人著緊來飲，</a:t>
            </a:r>
          </a:p>
          <a:p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互恁通得永活。」</a:t>
            </a:r>
          </a:p>
          <a:p>
            <a:pPr algn="r"/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190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778923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我聽耶穌的聲講明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5EF633A-0044-354A-BA5D-BA7108EF6754}"/>
              </a:ext>
            </a:extLst>
          </p:cNvPr>
          <p:cNvSpPr txBox="1"/>
          <p:nvPr/>
        </p:nvSpPr>
        <p:spPr>
          <a:xfrm>
            <a:off x="395536" y="774618"/>
            <a:ext cx="17281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2-2.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0" name="副標題 6">
            <a:extLst>
              <a:ext uri="{FF2B5EF4-FFF2-40B4-BE49-F238E27FC236}">
                <a16:creationId xmlns:a16="http://schemas.microsoft.com/office/drawing/2014/main" id="{375EB12E-070A-0C4B-9378-D2FEDDC6C6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4252" y="1128561"/>
            <a:ext cx="9114119" cy="3789229"/>
          </a:xfrm>
        </p:spPr>
        <p:txBody>
          <a:bodyPr/>
          <a:lstStyle/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我聽祂講，受著勉勵，</a:t>
            </a:r>
          </a:p>
          <a:p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歡喜趁祂就飲，</a:t>
            </a:r>
          </a:p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實在清爽，精神加倍，</a:t>
            </a:r>
          </a:p>
          <a:p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永無艱苦的心。</a:t>
            </a:r>
            <a:endParaRPr lang="en-US" altLang="zh-TW" sz="42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/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190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548178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我聽耶穌的聲講明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5EF633A-0044-354A-BA5D-BA7108EF6754}"/>
              </a:ext>
            </a:extLst>
          </p:cNvPr>
          <p:cNvSpPr txBox="1"/>
          <p:nvPr/>
        </p:nvSpPr>
        <p:spPr>
          <a:xfrm>
            <a:off x="395536" y="774618"/>
            <a:ext cx="17281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3-1.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023EF472-ED37-754D-9223-CA0DE4D1C5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2137" y="1128561"/>
            <a:ext cx="9114119" cy="3789229"/>
          </a:xfrm>
        </p:spPr>
        <p:txBody>
          <a:bodyPr/>
          <a:lstStyle/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我聽耶穌的聲有講，   </a:t>
            </a:r>
          </a:p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「我是世間的光，</a:t>
            </a:r>
          </a:p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信我的人會得明朗， </a:t>
            </a:r>
          </a:p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徛起光明中央。」</a:t>
            </a:r>
          </a:p>
          <a:p>
            <a:pPr algn="r"/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190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341969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我聽耶穌的聲講明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5EF633A-0044-354A-BA5D-BA7108EF6754}"/>
              </a:ext>
            </a:extLst>
          </p:cNvPr>
          <p:cNvSpPr txBox="1"/>
          <p:nvPr/>
        </p:nvSpPr>
        <p:spPr>
          <a:xfrm>
            <a:off x="395536" y="774618"/>
            <a:ext cx="17281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0" name="副標題 6">
            <a:extLst>
              <a:ext uri="{FF2B5EF4-FFF2-40B4-BE49-F238E27FC236}">
                <a16:creationId xmlns:a16="http://schemas.microsoft.com/office/drawing/2014/main" id="{62B8C01A-B98C-A34F-B382-F09F60438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128561"/>
            <a:ext cx="9114119" cy="3789229"/>
          </a:xfrm>
        </p:spPr>
        <p:txBody>
          <a:bodyPr/>
          <a:lstStyle/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我聽祂講，攑頭觀看，</a:t>
            </a:r>
          </a:p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充滿向望歡喜，</a:t>
            </a:r>
          </a:p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耶穌真光永無變換，</a:t>
            </a:r>
          </a:p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照我行到一世。</a:t>
            </a:r>
            <a:endParaRPr lang="en-US" altLang="zh-TW" sz="42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/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190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10526571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20640</TotalTime>
  <Words>291</Words>
  <Application>Microsoft Macintosh PowerPoint</Application>
  <PresentationFormat>如螢幕大小 (16:9)</PresentationFormat>
  <Paragraphs>48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全宋體-2</vt:lpstr>
      <vt:lpstr>微軟正黑體</vt:lpstr>
      <vt:lpstr>新細明體</vt:lpstr>
      <vt:lpstr>Arial</vt:lpstr>
      <vt:lpstr>Calibri</vt:lpstr>
      <vt:lpstr>1_Office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4702</cp:revision>
  <dcterms:created xsi:type="dcterms:W3CDTF">2009-02-27T08:32:01Z</dcterms:created>
  <dcterms:modified xsi:type="dcterms:W3CDTF">2026-02-07T02:20:53Z</dcterms:modified>
</cp:coreProperties>
</file>