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375" r:id="rId2"/>
    <p:sldId id="25376" r:id="rId3"/>
    <p:sldId id="25377" r:id="rId4"/>
    <p:sldId id="25378" r:id="rId5"/>
    <p:sldId id="25379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03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746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7445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453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56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384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38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191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4415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18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51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597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2024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873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999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592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3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6247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39501"/>
            <a:ext cx="662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我唯一倚靠、所欣慕救主；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為著可憐我，祢曾受苦痛，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阮一切掛慮，求祢來解放。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272160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6247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39501"/>
            <a:ext cx="662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祢就是慈悲、恩典的君王，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用全能治理，萬民所尊崇；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求祢今降臨  佇阮心掌管，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顯出祢純潔，大光來照阮。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ABCC82-2FF8-364B-89EC-7116FE504AC0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0595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6247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39501"/>
            <a:ext cx="662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祢就是活命，阮對祢生存，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一切的恩惠、才能祢所分；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求祢用信實、權能扶持阮，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賜阮有氣力贏試煉，純全。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D089C1-5102-4A4B-93F8-D4A99A34368D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1337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6247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39501"/>
            <a:ext cx="662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主祢有真實、完全的溫純，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祢未曾顯出殘忍及痛恨；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願祢賞賜阮豐盛的恩惠，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對完全合一和諧來徛起。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38B007-833E-CC4E-AAB8-64BE4DA390FE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23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6247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39501"/>
            <a:ext cx="662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我來朝見祢，救贖我的主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除去祢以外別位無向望，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主祢有應允，所信無空空；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求賜阮平安、自在及確信，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對祢得氣力，互阮永堅心。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3A7DC32-F205-794D-B151-BB9CD20BDABE}"/>
              </a:ext>
            </a:extLst>
          </p:cNvPr>
          <p:cNvSpPr txBox="1"/>
          <p:nvPr/>
        </p:nvSpPr>
        <p:spPr>
          <a:xfrm>
            <a:off x="251520" y="120359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1126513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297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2024-06-07T13:57:29Z</dcterms:modified>
</cp:coreProperties>
</file>