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1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ED664-5CA5-45F3-B351-82201DC1661F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FB8D-360A-44C8-BBB9-10A2287984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5801E-B72A-45A9-9D1A-12589C26F163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3F918-52A6-4BB7-B681-23A329981C13}" type="datetimeFigureOut">
              <a:rPr lang="zh-TW" altLang="en-US" smtClean="0"/>
              <a:t>2012/9/14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>
          <a:xfrm>
            <a:off x="428625" y="2928938"/>
            <a:ext cx="8229600" cy="3525837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阿 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們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！</a:t>
            </a:r>
            <a:endParaRPr lang="en-US" altLang="zh-TW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阿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 們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！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阿 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們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！</a:t>
            </a:r>
            <a:endParaRPr lang="en-US" altLang="zh-TW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643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首舊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522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endParaRPr lang="zh-TW" altLang="en-US" u="sng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如螢幕大小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投影片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2012-09-14T14:28:22Z</dcterms:created>
  <dcterms:modified xsi:type="dcterms:W3CDTF">2012-09-14T14:28:48Z</dcterms:modified>
</cp:coreProperties>
</file>