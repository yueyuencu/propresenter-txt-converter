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62" r:id="rId2"/>
    <p:sldId id="263" r:id="rId3"/>
    <p:sldId id="264" r:id="rId4"/>
    <p:sldId id="265" r:id="rId5"/>
    <p:sldId id="266" r:id="rId6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728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interSettings" Target="printerSettings/printerSettings1.bin"/><Relationship Id="rId9" Type="http://schemas.openxmlformats.org/officeDocument/2006/relationships/presProps" Target="presProps.xml"/><Relationship Id="rId1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B5AB79-D7D5-49F6-BDE6-C43C12E6862A}" type="datetimeFigureOut">
              <a:rPr lang="zh-TW" altLang="en-US" smtClean="0"/>
              <a:t>14/2/27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9A29ED-AF32-415F-91C2-70CFB0B9A7C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772086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9571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 smtClean="0"/>
          </a:p>
        </p:txBody>
      </p:sp>
      <p:sp>
        <p:nvSpPr>
          <p:cNvPr id="7172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09B9CCCD-6856-45B8-98B6-24071FD39750}" type="slidenum">
              <a:rPr lang="zh-TW" alt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</a:t>
            </a:fld>
            <a:endParaRPr lang="zh-TW" altLang="en-US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9571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 smtClean="0"/>
          </a:p>
        </p:txBody>
      </p:sp>
      <p:sp>
        <p:nvSpPr>
          <p:cNvPr id="7172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09B9CCCD-6856-45B8-98B6-24071FD39750}" type="slidenum">
              <a:rPr lang="zh-TW" alt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</a:t>
            </a:fld>
            <a:endParaRPr lang="zh-TW" altLang="en-US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9571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 smtClean="0"/>
          </a:p>
        </p:txBody>
      </p:sp>
      <p:sp>
        <p:nvSpPr>
          <p:cNvPr id="7172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09B9CCCD-6856-45B8-98B6-24071FD39750}" type="slidenum">
              <a:rPr lang="zh-TW" alt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3</a:t>
            </a:fld>
            <a:endParaRPr lang="zh-TW" altLang="en-US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9571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 smtClean="0"/>
          </a:p>
        </p:txBody>
      </p:sp>
      <p:sp>
        <p:nvSpPr>
          <p:cNvPr id="7172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09B9CCCD-6856-45B8-98B6-24071FD39750}" type="slidenum">
              <a:rPr lang="zh-TW" alt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4</a:t>
            </a:fld>
            <a:endParaRPr lang="zh-TW" altLang="en-US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9571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 smtClean="0"/>
          </a:p>
        </p:txBody>
      </p:sp>
      <p:sp>
        <p:nvSpPr>
          <p:cNvPr id="7172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09B9CCCD-6856-45B8-98B6-24071FD39750}" type="slidenum">
              <a:rPr lang="zh-TW" alt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5</a:t>
            </a:fld>
            <a:endParaRPr lang="zh-TW" altLang="en-US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DBC70-8ECA-40AA-8EBA-585E25C45416}" type="datetimeFigureOut">
              <a:rPr lang="zh-TW" altLang="en-US" smtClean="0"/>
              <a:t>14/2/27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81A50-D49F-4209-B0A9-DEBF2A9CE058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DBC70-8ECA-40AA-8EBA-585E25C45416}" type="datetimeFigureOut">
              <a:rPr lang="zh-TW" altLang="en-US" smtClean="0"/>
              <a:t>14/2/27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81A50-D49F-4209-B0A9-DEBF2A9CE058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DBC70-8ECA-40AA-8EBA-585E25C45416}" type="datetimeFigureOut">
              <a:rPr lang="zh-TW" altLang="en-US" smtClean="0"/>
              <a:t>14/2/27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81A50-D49F-4209-B0A9-DEBF2A9CE058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DBC70-8ECA-40AA-8EBA-585E25C45416}" type="datetimeFigureOut">
              <a:rPr lang="zh-TW" altLang="en-US" smtClean="0"/>
              <a:t>14/2/27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81A50-D49F-4209-B0A9-DEBF2A9CE058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DBC70-8ECA-40AA-8EBA-585E25C45416}" type="datetimeFigureOut">
              <a:rPr lang="zh-TW" altLang="en-US" smtClean="0"/>
              <a:t>14/2/27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81A50-D49F-4209-B0A9-DEBF2A9CE058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DBC70-8ECA-40AA-8EBA-585E25C45416}" type="datetimeFigureOut">
              <a:rPr lang="zh-TW" altLang="en-US" smtClean="0"/>
              <a:t>14/2/27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81A50-D49F-4209-B0A9-DEBF2A9CE058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DBC70-8ECA-40AA-8EBA-585E25C45416}" type="datetimeFigureOut">
              <a:rPr lang="zh-TW" altLang="en-US" smtClean="0"/>
              <a:t>14/2/27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81A50-D49F-4209-B0A9-DEBF2A9CE058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DBC70-8ECA-40AA-8EBA-585E25C45416}" type="datetimeFigureOut">
              <a:rPr lang="zh-TW" altLang="en-US" smtClean="0"/>
              <a:t>14/2/27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81A50-D49F-4209-B0A9-DEBF2A9CE058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DBC70-8ECA-40AA-8EBA-585E25C45416}" type="datetimeFigureOut">
              <a:rPr lang="zh-TW" altLang="en-US" smtClean="0"/>
              <a:t>14/2/27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81A50-D49F-4209-B0A9-DEBF2A9CE058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DBC70-8ECA-40AA-8EBA-585E25C45416}" type="datetimeFigureOut">
              <a:rPr lang="zh-TW" altLang="en-US" smtClean="0"/>
              <a:t>14/2/27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81A50-D49F-4209-B0A9-DEBF2A9CE058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DBC70-8ECA-40AA-8EBA-585E25C45416}" type="datetimeFigureOut">
              <a:rPr lang="zh-TW" altLang="en-US" smtClean="0"/>
              <a:t>14/2/27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81A50-D49F-4209-B0A9-DEBF2A9CE058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3000" b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4DBC70-8ECA-40AA-8EBA-585E25C45416}" type="datetimeFigureOut">
              <a:rPr lang="zh-TW" altLang="en-US" smtClean="0"/>
              <a:t>14/2/27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281A50-D49F-4209-B0A9-DEBF2A9CE058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標題 1"/>
          <p:cNvSpPr>
            <a:spLocks noGrp="1"/>
          </p:cNvSpPr>
          <p:nvPr>
            <p:ph type="title"/>
          </p:nvPr>
        </p:nvSpPr>
        <p:spPr>
          <a:xfrm>
            <a:off x="428625" y="928688"/>
            <a:ext cx="8229600" cy="1143000"/>
          </a:xfrm>
        </p:spPr>
        <p:txBody>
          <a:bodyPr/>
          <a:lstStyle/>
          <a:p>
            <a:pPr eaLnBrk="1" hangingPunct="1"/>
            <a:endParaRPr lang="zh-TW" altLang="en-US" b="1" u="sng" smtClean="0"/>
          </a:p>
        </p:txBody>
      </p:sp>
      <p:sp>
        <p:nvSpPr>
          <p:cNvPr id="44035" name="內容版面配置區 2"/>
          <p:cNvSpPr>
            <a:spLocks noGrp="1"/>
          </p:cNvSpPr>
          <p:nvPr>
            <p:ph idx="1"/>
          </p:nvPr>
        </p:nvSpPr>
        <p:spPr>
          <a:xfrm>
            <a:off x="0" y="3143250"/>
            <a:ext cx="9144000" cy="3714750"/>
          </a:xfrm>
        </p:spPr>
        <p:txBody>
          <a:bodyPr/>
          <a:lstStyle/>
          <a:p>
            <a:pPr algn="ctr">
              <a:buNone/>
            </a:pPr>
            <a:r>
              <a:rPr lang="en-US" altLang="zh-TW" dirty="0" smtClean="0">
                <a:latin typeface="華康中特圓體" pitchFamily="49" charset="-120"/>
                <a:ea typeface="華康中特圓體"/>
              </a:rPr>
              <a:t>1.</a:t>
            </a:r>
            <a:r>
              <a:rPr lang="zh-TW" altLang="zh-TW" dirty="0">
                <a:ea typeface="華康中特圓體"/>
              </a:rPr>
              <a:t>救主，我數念祢的時</a:t>
            </a:r>
            <a:r>
              <a:rPr lang="zh-TW" altLang="zh-TW" dirty="0" smtClean="0">
                <a:ea typeface="華康中特圓體"/>
              </a:rPr>
              <a:t>，</a:t>
            </a:r>
            <a:endParaRPr lang="zh-TW" altLang="en-US" dirty="0" smtClean="0">
              <a:latin typeface="華康中特圓體" pitchFamily="49" charset="-120"/>
              <a:ea typeface="華康中特圓體"/>
            </a:endParaRPr>
          </a:p>
          <a:p>
            <a:pPr algn="ctr">
              <a:buNone/>
            </a:pPr>
            <a:r>
              <a:rPr lang="zh-TW" altLang="zh-TW" dirty="0">
                <a:solidFill>
                  <a:srgbClr val="0000CC"/>
                </a:solidFill>
                <a:ea typeface="華康中特圓體"/>
              </a:rPr>
              <a:t>甜蜜充滿心懷</a:t>
            </a:r>
            <a:r>
              <a:rPr lang="zh-TW" altLang="zh-TW" dirty="0" smtClean="0">
                <a:solidFill>
                  <a:srgbClr val="0000CC"/>
                </a:solidFill>
                <a:ea typeface="華康中特圓體"/>
              </a:rPr>
              <a:t>，</a:t>
            </a:r>
            <a:endParaRPr lang="zh-TW" altLang="en-US" dirty="0" smtClean="0">
              <a:solidFill>
                <a:srgbClr val="0000CC"/>
              </a:solidFill>
              <a:latin typeface="華康中特圓體" pitchFamily="49" charset="-120"/>
              <a:ea typeface="華康中特圓體"/>
            </a:endParaRPr>
          </a:p>
          <a:p>
            <a:pPr algn="ctr">
              <a:buNone/>
            </a:pPr>
            <a:r>
              <a:rPr lang="zh-TW" altLang="zh-TW" dirty="0">
                <a:ea typeface="華康中特圓體"/>
              </a:rPr>
              <a:t>總是見祢，</a:t>
            </a:r>
            <a:r>
              <a:rPr lang="zh-TW" altLang="zh-TW" dirty="0" smtClean="0">
                <a:ea typeface="華康中特圓體"/>
              </a:rPr>
              <a:t>及祢徛起</a:t>
            </a:r>
            <a:endParaRPr lang="zh-TW" altLang="en-US" dirty="0" smtClean="0">
              <a:latin typeface="華康中特圓體" pitchFamily="49" charset="-120"/>
              <a:ea typeface="華康中特圓體"/>
            </a:endParaRPr>
          </a:p>
          <a:p>
            <a:pPr algn="ctr">
              <a:buNone/>
            </a:pPr>
            <a:r>
              <a:rPr lang="zh-TW" altLang="zh-TW" dirty="0">
                <a:solidFill>
                  <a:srgbClr val="0000CC"/>
                </a:solidFill>
                <a:ea typeface="華康中特圓體"/>
              </a:rPr>
              <a:t>閣卡甜蜜意愛</a:t>
            </a:r>
            <a:r>
              <a:rPr lang="zh-TW" altLang="zh-TW" dirty="0" smtClean="0">
                <a:solidFill>
                  <a:srgbClr val="0000CC"/>
                </a:solidFill>
                <a:ea typeface="華康中特圓體"/>
              </a:rPr>
              <a:t>。</a:t>
            </a:r>
            <a:endParaRPr lang="en-US" altLang="zh-TW" dirty="0" smtClean="0">
              <a:solidFill>
                <a:srgbClr val="0000CC"/>
              </a:solidFill>
              <a:latin typeface="華康中特圓體" pitchFamily="49" charset="-120"/>
              <a:ea typeface="華康中特圓體"/>
            </a:endParaRPr>
          </a:p>
          <a:p>
            <a:pPr algn="r">
              <a:buFont typeface="Arial" charset="0"/>
              <a:buNone/>
            </a:pPr>
            <a:r>
              <a:rPr lang="zh-TW" altLang="en-US" u="sng" dirty="0" smtClean="0">
                <a:latin typeface="華康中特圓體" pitchFamily="49" charset="-120"/>
                <a:ea typeface="華康中特圓體"/>
              </a:rPr>
              <a:t>新聖詩</a:t>
            </a:r>
            <a:r>
              <a:rPr lang="en-US" altLang="zh-TW" u="sng" dirty="0" smtClean="0">
                <a:latin typeface="華康中特圓體" pitchFamily="49" charset="-120"/>
                <a:ea typeface="華康中特圓體"/>
              </a:rPr>
              <a:t>155</a:t>
            </a:r>
            <a:r>
              <a:rPr lang="zh-TW" altLang="en-US" u="sng" dirty="0" smtClean="0">
                <a:latin typeface="華康中特圓體" pitchFamily="49" charset="-120"/>
                <a:ea typeface="華康中特圓體"/>
              </a:rPr>
              <a:t>首（</a:t>
            </a:r>
            <a:r>
              <a:rPr lang="en-US" altLang="zh-TW" u="sng" dirty="0" smtClean="0">
                <a:latin typeface="華康中特圓體" pitchFamily="49" charset="-120"/>
                <a:ea typeface="華康中特圓體"/>
              </a:rPr>
              <a:t>1/5</a:t>
            </a:r>
            <a:r>
              <a:rPr lang="zh-TW" altLang="en-US" u="sng" dirty="0" smtClean="0">
                <a:latin typeface="華康中特圓體" pitchFamily="49" charset="-120"/>
                <a:ea typeface="華康中特圓體"/>
              </a:rPr>
              <a:t>）舊</a:t>
            </a:r>
            <a:r>
              <a:rPr lang="zh-TW" altLang="zh-TW" u="sng" dirty="0" smtClean="0">
                <a:latin typeface="華康中特圓體" pitchFamily="49" charset="-120"/>
                <a:ea typeface="華康中特圓體"/>
              </a:rPr>
              <a:t>3</a:t>
            </a:r>
            <a:r>
              <a:rPr lang="en-US" altLang="zh-TW" u="sng" dirty="0" smtClean="0">
                <a:latin typeface="華康中特圓體" pitchFamily="49" charset="-120"/>
                <a:ea typeface="華康中特圓體"/>
              </a:rPr>
              <a:t>02</a:t>
            </a:r>
            <a:endParaRPr lang="zh-TW" altLang="en-US" u="sng" dirty="0" smtClean="0">
              <a:latin typeface="華康中特圓體" pitchFamily="49" charset="-120"/>
              <a:ea typeface="華康中特圓體"/>
            </a:endParaRPr>
          </a:p>
          <a:p>
            <a:pPr algn="ctr" eaLnBrk="1" hangingPunct="1">
              <a:buFont typeface="Arial" charset="0"/>
              <a:buNone/>
            </a:pPr>
            <a:endParaRPr lang="zh-TW" altLang="en-US" dirty="0" smtClean="0">
              <a:solidFill>
                <a:srgbClr val="2A0BE5"/>
              </a:solidFill>
              <a:latin typeface="華康中特圓體" pitchFamily="49" charset="-120"/>
              <a:ea typeface="華康中特圓體" pitchFamily="49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88455767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標題 1"/>
          <p:cNvSpPr>
            <a:spLocks noGrp="1"/>
          </p:cNvSpPr>
          <p:nvPr>
            <p:ph type="title"/>
          </p:nvPr>
        </p:nvSpPr>
        <p:spPr>
          <a:xfrm>
            <a:off x="428625" y="928688"/>
            <a:ext cx="8229600" cy="1143000"/>
          </a:xfrm>
        </p:spPr>
        <p:txBody>
          <a:bodyPr/>
          <a:lstStyle/>
          <a:p>
            <a:pPr eaLnBrk="1" hangingPunct="1"/>
            <a:endParaRPr lang="zh-TW" altLang="en-US" b="1" u="sng" smtClean="0"/>
          </a:p>
        </p:txBody>
      </p:sp>
      <p:sp>
        <p:nvSpPr>
          <p:cNvPr id="44035" name="內容版面配置區 2"/>
          <p:cNvSpPr>
            <a:spLocks noGrp="1"/>
          </p:cNvSpPr>
          <p:nvPr>
            <p:ph idx="1"/>
          </p:nvPr>
        </p:nvSpPr>
        <p:spPr>
          <a:xfrm>
            <a:off x="0" y="3143250"/>
            <a:ext cx="9144000" cy="3714750"/>
          </a:xfrm>
        </p:spPr>
        <p:txBody>
          <a:bodyPr/>
          <a:lstStyle/>
          <a:p>
            <a:pPr algn="ctr">
              <a:buNone/>
            </a:pPr>
            <a:r>
              <a:rPr lang="zh-TW" altLang="zh-TW" dirty="0">
                <a:latin typeface="華康中特圓體" pitchFamily="49" charset="-120"/>
                <a:ea typeface="華康中特圓體"/>
              </a:rPr>
              <a:t>2</a:t>
            </a:r>
            <a:r>
              <a:rPr lang="en-US" altLang="zh-TW" dirty="0" smtClean="0">
                <a:latin typeface="華康中特圓體" pitchFamily="49" charset="-120"/>
                <a:ea typeface="華康中特圓體"/>
              </a:rPr>
              <a:t>.</a:t>
            </a:r>
            <a:r>
              <a:rPr lang="zh-TW" altLang="zh-TW" dirty="0">
                <a:ea typeface="華康中特圓體"/>
              </a:rPr>
              <a:t>阮眾人類的主</a:t>
            </a:r>
            <a:r>
              <a:rPr lang="zh-TW" altLang="zh-TW" dirty="0" smtClean="0">
                <a:ea typeface="華康中特圓體"/>
              </a:rPr>
              <a:t>基督</a:t>
            </a:r>
            <a:endParaRPr lang="zh-TW" altLang="en-US" dirty="0" smtClean="0">
              <a:latin typeface="華康中特圓體" pitchFamily="49" charset="-120"/>
              <a:ea typeface="華康中特圓體"/>
            </a:endParaRPr>
          </a:p>
          <a:p>
            <a:pPr algn="ctr">
              <a:buNone/>
            </a:pPr>
            <a:r>
              <a:rPr lang="zh-TW" altLang="zh-TW" dirty="0">
                <a:solidFill>
                  <a:srgbClr val="0000CC"/>
                </a:solidFill>
                <a:ea typeface="華康中特圓體"/>
              </a:rPr>
              <a:t>尊名甜蜜無二</a:t>
            </a:r>
            <a:r>
              <a:rPr lang="zh-TW" altLang="zh-TW" dirty="0" smtClean="0">
                <a:solidFill>
                  <a:srgbClr val="0000CC"/>
                </a:solidFill>
                <a:ea typeface="華康中特圓體"/>
              </a:rPr>
              <a:t>，</a:t>
            </a:r>
            <a:endParaRPr lang="zh-TW" altLang="en-US" dirty="0" smtClean="0">
              <a:solidFill>
                <a:srgbClr val="0000CC"/>
              </a:solidFill>
              <a:latin typeface="華康中特圓體" pitchFamily="49" charset="-120"/>
              <a:ea typeface="華康中特圓體"/>
            </a:endParaRPr>
          </a:p>
          <a:p>
            <a:pPr algn="ctr">
              <a:buNone/>
            </a:pPr>
            <a:r>
              <a:rPr lang="zh-TW" altLang="zh-TW" dirty="0" smtClean="0">
                <a:ea typeface="華康中特圓體"/>
              </a:rPr>
              <a:t>嘴</a:t>
            </a:r>
            <a:r>
              <a:rPr lang="zh-TW" altLang="zh-TW" dirty="0" smtClean="0">
                <a:latin typeface="EUDC" pitchFamily="49" charset="-120"/>
                <a:ea typeface="EUDC" pitchFamily="49" charset="-120"/>
              </a:rPr>
              <a:t></a:t>
            </a:r>
            <a:r>
              <a:rPr lang="zh-TW" altLang="zh-TW" dirty="0" smtClean="0">
                <a:ea typeface="華康中特圓體"/>
              </a:rPr>
              <a:t>講明</a:t>
            </a:r>
            <a:r>
              <a:rPr lang="zh-TW" altLang="zh-TW" dirty="0">
                <a:ea typeface="華康中特圓體"/>
              </a:rPr>
              <a:t>，</a:t>
            </a:r>
            <a:r>
              <a:rPr lang="zh-TW" altLang="zh-TW" dirty="0" smtClean="0">
                <a:ea typeface="華康中特圓體"/>
              </a:rPr>
              <a:t>心</a:t>
            </a:r>
            <a:r>
              <a:rPr lang="zh-TW" altLang="zh-TW" dirty="0" smtClean="0">
                <a:latin typeface="EUDC" pitchFamily="49" charset="-120"/>
                <a:ea typeface="EUDC" pitchFamily="49" charset="-120"/>
              </a:rPr>
              <a:t></a:t>
            </a:r>
            <a:r>
              <a:rPr lang="zh-TW" altLang="zh-TW" dirty="0" smtClean="0">
                <a:ea typeface="華康中特圓體"/>
              </a:rPr>
              <a:t>測</a:t>
            </a:r>
            <a:r>
              <a:rPr lang="zh-TW" altLang="en-US" dirty="0">
                <a:latin typeface="EUDC" pitchFamily="49" charset="-120"/>
                <a:ea typeface="EUDC" pitchFamily="49" charset="-120"/>
              </a:rPr>
              <a:t>度</a:t>
            </a:r>
            <a:r>
              <a:rPr lang="zh-TW" altLang="zh-TW" dirty="0" smtClean="0">
                <a:ea typeface="華康中特圓體"/>
              </a:rPr>
              <a:t>，</a:t>
            </a:r>
            <a:endParaRPr lang="zh-TW" altLang="en-US" dirty="0" smtClean="0">
              <a:latin typeface="華康中特圓體" pitchFamily="49" charset="-120"/>
              <a:ea typeface="華康中特圓體"/>
            </a:endParaRPr>
          </a:p>
          <a:p>
            <a:pPr algn="ctr">
              <a:buNone/>
            </a:pPr>
            <a:r>
              <a:rPr lang="zh-TW" altLang="zh-TW" dirty="0">
                <a:solidFill>
                  <a:srgbClr val="0000CC"/>
                </a:solidFill>
                <a:ea typeface="華康中特圓體"/>
              </a:rPr>
              <a:t>別位無名通比</a:t>
            </a:r>
            <a:r>
              <a:rPr lang="zh-TW" altLang="zh-TW" dirty="0" smtClean="0">
                <a:solidFill>
                  <a:srgbClr val="0000CC"/>
                </a:solidFill>
                <a:ea typeface="華康中特圓體"/>
              </a:rPr>
              <a:t>。</a:t>
            </a:r>
            <a:endParaRPr lang="en-US" altLang="zh-TW" dirty="0" smtClean="0">
              <a:solidFill>
                <a:srgbClr val="0000CC"/>
              </a:solidFill>
              <a:latin typeface="華康中特圓體" pitchFamily="49" charset="-120"/>
              <a:ea typeface="華康中特圓體"/>
            </a:endParaRPr>
          </a:p>
          <a:p>
            <a:pPr algn="r">
              <a:buFont typeface="Arial" charset="0"/>
              <a:buNone/>
            </a:pPr>
            <a:r>
              <a:rPr lang="zh-TW" altLang="en-US" u="sng" dirty="0" smtClean="0">
                <a:latin typeface="華康中特圓體" pitchFamily="49" charset="-120"/>
                <a:ea typeface="華康中特圓體"/>
              </a:rPr>
              <a:t>新聖詩</a:t>
            </a:r>
            <a:r>
              <a:rPr lang="en-US" altLang="zh-TW" u="sng" dirty="0" smtClean="0">
                <a:latin typeface="華康中特圓體" pitchFamily="49" charset="-120"/>
                <a:ea typeface="華康中特圓體"/>
              </a:rPr>
              <a:t>155</a:t>
            </a:r>
            <a:r>
              <a:rPr lang="zh-TW" altLang="en-US" u="sng" dirty="0" smtClean="0">
                <a:latin typeface="華康中特圓體" pitchFamily="49" charset="-120"/>
                <a:ea typeface="華康中特圓體"/>
              </a:rPr>
              <a:t>首（</a:t>
            </a:r>
            <a:r>
              <a:rPr lang="zh-TW" altLang="zh-TW" u="sng" dirty="0">
                <a:latin typeface="華康中特圓體" pitchFamily="49" charset="-120"/>
                <a:ea typeface="華康中特圓體"/>
              </a:rPr>
              <a:t>2</a:t>
            </a:r>
            <a:r>
              <a:rPr lang="en-US" altLang="zh-TW" u="sng" dirty="0" smtClean="0">
                <a:latin typeface="華康中特圓體" pitchFamily="49" charset="-120"/>
                <a:ea typeface="華康中特圓體"/>
              </a:rPr>
              <a:t>/5</a:t>
            </a:r>
            <a:r>
              <a:rPr lang="zh-TW" altLang="en-US" u="sng" dirty="0" smtClean="0">
                <a:latin typeface="華康中特圓體" pitchFamily="49" charset="-120"/>
                <a:ea typeface="華康中特圓體"/>
              </a:rPr>
              <a:t>）舊</a:t>
            </a:r>
            <a:r>
              <a:rPr lang="zh-TW" altLang="zh-TW" u="sng" dirty="0" smtClean="0">
                <a:latin typeface="華康中特圓體" pitchFamily="49" charset="-120"/>
                <a:ea typeface="華康中特圓體"/>
              </a:rPr>
              <a:t>3</a:t>
            </a:r>
            <a:r>
              <a:rPr lang="en-US" altLang="zh-TW" u="sng" dirty="0" smtClean="0">
                <a:latin typeface="華康中特圓體" pitchFamily="49" charset="-120"/>
                <a:ea typeface="華康中特圓體"/>
              </a:rPr>
              <a:t>02</a:t>
            </a:r>
            <a:endParaRPr lang="zh-TW" altLang="en-US" u="sng" dirty="0" smtClean="0">
              <a:latin typeface="華康中特圓體" pitchFamily="49" charset="-120"/>
              <a:ea typeface="華康中特圓體"/>
            </a:endParaRPr>
          </a:p>
          <a:p>
            <a:pPr algn="ctr" eaLnBrk="1" hangingPunct="1">
              <a:buFont typeface="Arial" charset="0"/>
              <a:buNone/>
            </a:pPr>
            <a:endParaRPr lang="zh-TW" altLang="en-US" dirty="0" smtClean="0">
              <a:solidFill>
                <a:srgbClr val="2A0BE5"/>
              </a:solidFill>
              <a:latin typeface="華康中特圓體" pitchFamily="49" charset="-120"/>
              <a:ea typeface="華康中特圓體" pitchFamily="49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68813576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標題 1"/>
          <p:cNvSpPr>
            <a:spLocks noGrp="1"/>
          </p:cNvSpPr>
          <p:nvPr>
            <p:ph type="title"/>
          </p:nvPr>
        </p:nvSpPr>
        <p:spPr>
          <a:xfrm>
            <a:off x="428625" y="928688"/>
            <a:ext cx="8229600" cy="1143000"/>
          </a:xfrm>
        </p:spPr>
        <p:txBody>
          <a:bodyPr/>
          <a:lstStyle/>
          <a:p>
            <a:pPr eaLnBrk="1" hangingPunct="1"/>
            <a:endParaRPr lang="zh-TW" altLang="en-US" b="1" u="sng" smtClean="0"/>
          </a:p>
        </p:txBody>
      </p:sp>
      <p:sp>
        <p:nvSpPr>
          <p:cNvPr id="44035" name="內容版面配置區 2"/>
          <p:cNvSpPr>
            <a:spLocks noGrp="1"/>
          </p:cNvSpPr>
          <p:nvPr>
            <p:ph idx="1"/>
          </p:nvPr>
        </p:nvSpPr>
        <p:spPr>
          <a:xfrm>
            <a:off x="0" y="3143250"/>
            <a:ext cx="9144000" cy="3714750"/>
          </a:xfrm>
        </p:spPr>
        <p:txBody>
          <a:bodyPr/>
          <a:lstStyle/>
          <a:p>
            <a:pPr algn="ctr">
              <a:buNone/>
            </a:pPr>
            <a:r>
              <a:rPr lang="zh-TW" altLang="zh-TW" dirty="0" smtClean="0">
                <a:latin typeface="華康中特圓體" pitchFamily="49" charset="-120"/>
                <a:ea typeface="華康中特圓體"/>
              </a:rPr>
              <a:t>3</a:t>
            </a:r>
            <a:r>
              <a:rPr lang="en-US" altLang="zh-TW" dirty="0" smtClean="0">
                <a:latin typeface="華康中特圓體" pitchFamily="49" charset="-120"/>
                <a:ea typeface="華康中特圓體"/>
              </a:rPr>
              <a:t>.</a:t>
            </a:r>
            <a:r>
              <a:rPr lang="zh-TW" altLang="zh-TW" dirty="0">
                <a:ea typeface="華康中特圓體"/>
              </a:rPr>
              <a:t>懺悔心靈所望的神</a:t>
            </a:r>
            <a:r>
              <a:rPr lang="zh-TW" altLang="zh-TW" dirty="0" smtClean="0">
                <a:ea typeface="華康中特圓體"/>
              </a:rPr>
              <a:t>，</a:t>
            </a:r>
            <a:endParaRPr lang="zh-TW" altLang="en-US" dirty="0" smtClean="0">
              <a:latin typeface="華康中特圓體" pitchFamily="49" charset="-120"/>
              <a:ea typeface="華康中特圓體"/>
            </a:endParaRPr>
          </a:p>
          <a:p>
            <a:pPr algn="ctr">
              <a:buNone/>
            </a:pPr>
            <a:r>
              <a:rPr lang="zh-TW" altLang="zh-TW" dirty="0">
                <a:solidFill>
                  <a:srgbClr val="0000CC"/>
                </a:solidFill>
                <a:ea typeface="華康中特圓體"/>
              </a:rPr>
              <a:t>人類喜樂的主</a:t>
            </a:r>
            <a:r>
              <a:rPr lang="zh-TW" altLang="zh-TW" dirty="0" smtClean="0">
                <a:solidFill>
                  <a:srgbClr val="0000CC"/>
                </a:solidFill>
                <a:ea typeface="華康中特圓體"/>
              </a:rPr>
              <a:t>，</a:t>
            </a:r>
            <a:endParaRPr lang="zh-TW" altLang="en-US" dirty="0" smtClean="0">
              <a:solidFill>
                <a:srgbClr val="0000CC"/>
              </a:solidFill>
              <a:latin typeface="華康中特圓體" pitchFamily="49" charset="-120"/>
              <a:ea typeface="華康中特圓體"/>
            </a:endParaRPr>
          </a:p>
          <a:p>
            <a:pPr algn="ctr">
              <a:buNone/>
            </a:pPr>
            <a:r>
              <a:rPr lang="zh-TW" altLang="zh-TW" dirty="0">
                <a:ea typeface="華康中特圓體"/>
              </a:rPr>
              <a:t>慈悲憐憫墮落罪人</a:t>
            </a:r>
            <a:r>
              <a:rPr lang="zh-TW" altLang="zh-TW" dirty="0" smtClean="0">
                <a:ea typeface="華康中特圓體"/>
              </a:rPr>
              <a:t>，</a:t>
            </a:r>
            <a:endParaRPr lang="zh-TW" altLang="en-US" dirty="0" smtClean="0">
              <a:latin typeface="華康中特圓體" pitchFamily="49" charset="-120"/>
              <a:ea typeface="華康中特圓體"/>
            </a:endParaRPr>
          </a:p>
          <a:p>
            <a:pPr algn="ctr">
              <a:buNone/>
            </a:pPr>
            <a:r>
              <a:rPr lang="zh-TW" altLang="zh-TW" dirty="0">
                <a:solidFill>
                  <a:srgbClr val="0000CC"/>
                </a:solidFill>
                <a:ea typeface="華康中特圓體"/>
              </a:rPr>
              <a:t>尋祢就得恩賜</a:t>
            </a:r>
            <a:r>
              <a:rPr lang="zh-TW" altLang="zh-TW" dirty="0" smtClean="0">
                <a:solidFill>
                  <a:srgbClr val="0000CC"/>
                </a:solidFill>
                <a:ea typeface="華康中特圓體"/>
              </a:rPr>
              <a:t>。</a:t>
            </a:r>
            <a:endParaRPr lang="en-US" altLang="zh-TW" dirty="0" smtClean="0">
              <a:solidFill>
                <a:srgbClr val="0000CC"/>
              </a:solidFill>
              <a:latin typeface="華康中特圓體" pitchFamily="49" charset="-120"/>
              <a:ea typeface="華康中特圓體"/>
            </a:endParaRPr>
          </a:p>
          <a:p>
            <a:pPr algn="r">
              <a:buFont typeface="Arial" charset="0"/>
              <a:buNone/>
            </a:pPr>
            <a:r>
              <a:rPr lang="zh-TW" altLang="en-US" u="sng" dirty="0" smtClean="0">
                <a:latin typeface="華康中特圓體" pitchFamily="49" charset="-120"/>
                <a:ea typeface="華康中特圓體"/>
              </a:rPr>
              <a:t>新聖詩</a:t>
            </a:r>
            <a:r>
              <a:rPr lang="en-US" altLang="zh-TW" u="sng" dirty="0" smtClean="0">
                <a:latin typeface="華康中特圓體" pitchFamily="49" charset="-120"/>
                <a:ea typeface="華康中特圓體"/>
              </a:rPr>
              <a:t>155</a:t>
            </a:r>
            <a:r>
              <a:rPr lang="zh-TW" altLang="en-US" u="sng" dirty="0" smtClean="0">
                <a:latin typeface="華康中特圓體" pitchFamily="49" charset="-120"/>
                <a:ea typeface="華康中特圓體"/>
              </a:rPr>
              <a:t>首（</a:t>
            </a:r>
            <a:r>
              <a:rPr lang="zh-TW" altLang="zh-TW" u="sng" dirty="0" smtClean="0">
                <a:latin typeface="華康中特圓體" pitchFamily="49" charset="-120"/>
                <a:ea typeface="華康中特圓體"/>
              </a:rPr>
              <a:t>3</a:t>
            </a:r>
            <a:r>
              <a:rPr lang="en-US" altLang="zh-TW" u="sng" dirty="0" smtClean="0">
                <a:latin typeface="華康中特圓體" pitchFamily="49" charset="-120"/>
                <a:ea typeface="華康中特圓體"/>
              </a:rPr>
              <a:t>/5</a:t>
            </a:r>
            <a:r>
              <a:rPr lang="zh-TW" altLang="en-US" u="sng" dirty="0" smtClean="0">
                <a:latin typeface="華康中特圓體" pitchFamily="49" charset="-120"/>
                <a:ea typeface="華康中特圓體"/>
              </a:rPr>
              <a:t>）舊</a:t>
            </a:r>
            <a:r>
              <a:rPr lang="zh-TW" altLang="zh-TW" u="sng" dirty="0" smtClean="0">
                <a:latin typeface="華康中特圓體" pitchFamily="49" charset="-120"/>
                <a:ea typeface="華康中特圓體"/>
              </a:rPr>
              <a:t>3</a:t>
            </a:r>
            <a:r>
              <a:rPr lang="en-US" altLang="zh-TW" u="sng" dirty="0" smtClean="0">
                <a:latin typeface="華康中特圓體" pitchFamily="49" charset="-120"/>
                <a:ea typeface="華康中特圓體"/>
              </a:rPr>
              <a:t>02</a:t>
            </a:r>
            <a:endParaRPr lang="zh-TW" altLang="en-US" u="sng" dirty="0" smtClean="0">
              <a:latin typeface="華康中特圓體" pitchFamily="49" charset="-120"/>
              <a:ea typeface="華康中特圓體"/>
            </a:endParaRPr>
          </a:p>
          <a:p>
            <a:pPr algn="ctr" eaLnBrk="1" hangingPunct="1">
              <a:buFont typeface="Arial" charset="0"/>
              <a:buNone/>
            </a:pPr>
            <a:endParaRPr lang="zh-TW" altLang="en-US" dirty="0" smtClean="0">
              <a:solidFill>
                <a:srgbClr val="2A0BE5"/>
              </a:solidFill>
              <a:latin typeface="華康中特圓體" pitchFamily="49" charset="-120"/>
              <a:ea typeface="華康中特圓體" pitchFamily="49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1183463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標題 1"/>
          <p:cNvSpPr>
            <a:spLocks noGrp="1"/>
          </p:cNvSpPr>
          <p:nvPr>
            <p:ph type="title"/>
          </p:nvPr>
        </p:nvSpPr>
        <p:spPr>
          <a:xfrm>
            <a:off x="428625" y="928688"/>
            <a:ext cx="8229600" cy="1143000"/>
          </a:xfrm>
        </p:spPr>
        <p:txBody>
          <a:bodyPr/>
          <a:lstStyle/>
          <a:p>
            <a:pPr eaLnBrk="1" hangingPunct="1"/>
            <a:endParaRPr lang="zh-TW" altLang="en-US" b="1" u="sng" smtClean="0"/>
          </a:p>
        </p:txBody>
      </p:sp>
      <p:sp>
        <p:nvSpPr>
          <p:cNvPr id="44035" name="內容版面配置區 2"/>
          <p:cNvSpPr>
            <a:spLocks noGrp="1"/>
          </p:cNvSpPr>
          <p:nvPr>
            <p:ph idx="1"/>
          </p:nvPr>
        </p:nvSpPr>
        <p:spPr>
          <a:xfrm>
            <a:off x="0" y="3143250"/>
            <a:ext cx="9144000" cy="3714750"/>
          </a:xfrm>
        </p:spPr>
        <p:txBody>
          <a:bodyPr/>
          <a:lstStyle/>
          <a:p>
            <a:pPr algn="ctr">
              <a:buNone/>
            </a:pPr>
            <a:r>
              <a:rPr lang="zh-TW" altLang="zh-TW" dirty="0">
                <a:latin typeface="華康中特圓體" pitchFamily="49" charset="-120"/>
                <a:ea typeface="華康中特圓體"/>
              </a:rPr>
              <a:t>4</a:t>
            </a:r>
            <a:r>
              <a:rPr lang="en-US" altLang="zh-TW" dirty="0" smtClean="0">
                <a:latin typeface="華康中特圓體" pitchFamily="49" charset="-120"/>
                <a:ea typeface="華康中特圓體"/>
              </a:rPr>
              <a:t>.</a:t>
            </a:r>
            <a:r>
              <a:rPr lang="zh-TW" altLang="zh-TW" dirty="0">
                <a:ea typeface="華康中特圓體"/>
              </a:rPr>
              <a:t>尋著的人福氣偌大</a:t>
            </a:r>
            <a:r>
              <a:rPr lang="zh-TW" altLang="zh-TW" dirty="0" smtClean="0">
                <a:ea typeface="華康中特圓體"/>
              </a:rPr>
              <a:t>，</a:t>
            </a:r>
            <a:endParaRPr lang="zh-TW" altLang="en-US" dirty="0" smtClean="0">
              <a:latin typeface="華康中特圓體" pitchFamily="49" charset="-120"/>
              <a:ea typeface="華康中特圓體"/>
            </a:endParaRPr>
          </a:p>
          <a:p>
            <a:pPr algn="ctr">
              <a:buNone/>
            </a:pPr>
            <a:r>
              <a:rPr lang="zh-TW" altLang="zh-TW" dirty="0">
                <a:solidFill>
                  <a:srgbClr val="0000CC"/>
                </a:solidFill>
                <a:ea typeface="華康中特圓體"/>
              </a:rPr>
              <a:t>舌、</a:t>
            </a:r>
            <a:r>
              <a:rPr lang="zh-TW" altLang="zh-TW" dirty="0" smtClean="0">
                <a:solidFill>
                  <a:srgbClr val="0000CC"/>
                </a:solidFill>
                <a:ea typeface="華康中特圓體"/>
              </a:rPr>
              <a:t>筆</a:t>
            </a:r>
            <a:r>
              <a:rPr lang="zh-TW" altLang="zh-TW" dirty="0" smtClean="0">
                <a:solidFill>
                  <a:srgbClr val="0000CC"/>
                </a:solidFill>
                <a:latin typeface="EUDC" pitchFamily="49" charset="-120"/>
                <a:ea typeface="EUDC" pitchFamily="49" charset="-120"/>
              </a:rPr>
              <a:t></a:t>
            </a:r>
            <a:r>
              <a:rPr lang="zh-TW" altLang="zh-TW" dirty="0" smtClean="0">
                <a:solidFill>
                  <a:srgbClr val="0000CC"/>
                </a:solidFill>
                <a:ea typeface="華康中特圓體"/>
              </a:rPr>
              <a:t>表</a:t>
            </a:r>
            <a:r>
              <a:rPr lang="zh-TW" altLang="zh-TW" dirty="0">
                <a:solidFill>
                  <a:srgbClr val="0000CC"/>
                </a:solidFill>
                <a:ea typeface="華康中特圓體"/>
              </a:rPr>
              <a:t>出來</a:t>
            </a:r>
            <a:r>
              <a:rPr lang="zh-TW" altLang="zh-TW" dirty="0" smtClean="0">
                <a:solidFill>
                  <a:srgbClr val="0000CC"/>
                </a:solidFill>
                <a:ea typeface="華康中特圓體"/>
              </a:rPr>
              <a:t>，</a:t>
            </a:r>
            <a:endParaRPr lang="zh-TW" altLang="en-US" dirty="0" smtClean="0">
              <a:solidFill>
                <a:srgbClr val="0000CC"/>
              </a:solidFill>
              <a:latin typeface="華康中特圓體" pitchFamily="49" charset="-120"/>
              <a:ea typeface="華康中特圓體"/>
            </a:endParaRPr>
          </a:p>
          <a:p>
            <a:pPr algn="ctr">
              <a:buNone/>
            </a:pPr>
            <a:r>
              <a:rPr lang="zh-TW" altLang="zh-TW" dirty="0">
                <a:ea typeface="華康中特圓體"/>
              </a:rPr>
              <a:t>耶穌的疼偌深、偌闊</a:t>
            </a:r>
            <a:r>
              <a:rPr lang="zh-TW" altLang="zh-TW" dirty="0" smtClean="0">
                <a:ea typeface="華康中特圓體"/>
              </a:rPr>
              <a:t>！</a:t>
            </a:r>
            <a:endParaRPr lang="zh-TW" altLang="en-US" dirty="0" smtClean="0">
              <a:latin typeface="華康中特圓體" pitchFamily="49" charset="-120"/>
              <a:ea typeface="華康中特圓體"/>
            </a:endParaRPr>
          </a:p>
          <a:p>
            <a:pPr algn="ctr">
              <a:buNone/>
            </a:pPr>
            <a:r>
              <a:rPr lang="zh-TW" altLang="zh-TW" dirty="0">
                <a:solidFill>
                  <a:srgbClr val="0000CC"/>
                </a:solidFill>
                <a:ea typeface="華康中特圓體"/>
              </a:rPr>
              <a:t>祂疼的人才知</a:t>
            </a:r>
            <a:r>
              <a:rPr lang="zh-TW" altLang="zh-TW" dirty="0" smtClean="0">
                <a:solidFill>
                  <a:srgbClr val="0000CC"/>
                </a:solidFill>
                <a:ea typeface="華康中特圓體"/>
              </a:rPr>
              <a:t>。</a:t>
            </a:r>
            <a:endParaRPr lang="en-US" altLang="zh-TW" dirty="0" smtClean="0">
              <a:solidFill>
                <a:srgbClr val="0000CC"/>
              </a:solidFill>
              <a:latin typeface="華康中特圓體" pitchFamily="49" charset="-120"/>
              <a:ea typeface="華康中特圓體"/>
            </a:endParaRPr>
          </a:p>
          <a:p>
            <a:pPr algn="r">
              <a:buFont typeface="Arial" charset="0"/>
              <a:buNone/>
            </a:pPr>
            <a:r>
              <a:rPr lang="zh-TW" altLang="en-US" u="sng" dirty="0" smtClean="0">
                <a:latin typeface="華康中特圓體" pitchFamily="49" charset="-120"/>
                <a:ea typeface="華康中特圓體"/>
              </a:rPr>
              <a:t>新聖詩</a:t>
            </a:r>
            <a:r>
              <a:rPr lang="en-US" altLang="zh-TW" u="sng" dirty="0" smtClean="0">
                <a:latin typeface="華康中特圓體" pitchFamily="49" charset="-120"/>
                <a:ea typeface="華康中特圓體"/>
              </a:rPr>
              <a:t>155</a:t>
            </a:r>
            <a:r>
              <a:rPr lang="zh-TW" altLang="en-US" u="sng" dirty="0" smtClean="0">
                <a:latin typeface="華康中特圓體" pitchFamily="49" charset="-120"/>
                <a:ea typeface="華康中特圓體"/>
              </a:rPr>
              <a:t>首（</a:t>
            </a:r>
            <a:r>
              <a:rPr lang="zh-TW" altLang="zh-TW" u="sng" dirty="0">
                <a:latin typeface="華康中特圓體" pitchFamily="49" charset="-120"/>
                <a:ea typeface="華康中特圓體"/>
              </a:rPr>
              <a:t>4</a:t>
            </a:r>
            <a:r>
              <a:rPr lang="en-US" altLang="zh-TW" u="sng" dirty="0" smtClean="0">
                <a:latin typeface="華康中特圓體" pitchFamily="49" charset="-120"/>
                <a:ea typeface="華康中特圓體"/>
              </a:rPr>
              <a:t>/5</a:t>
            </a:r>
            <a:r>
              <a:rPr lang="zh-TW" altLang="en-US" u="sng" dirty="0" smtClean="0">
                <a:latin typeface="華康中特圓體" pitchFamily="49" charset="-120"/>
                <a:ea typeface="華康中特圓體"/>
              </a:rPr>
              <a:t>）舊</a:t>
            </a:r>
            <a:r>
              <a:rPr lang="zh-TW" altLang="zh-TW" u="sng" dirty="0" smtClean="0">
                <a:latin typeface="華康中特圓體" pitchFamily="49" charset="-120"/>
                <a:ea typeface="華康中特圓體"/>
              </a:rPr>
              <a:t>3</a:t>
            </a:r>
            <a:r>
              <a:rPr lang="en-US" altLang="zh-TW" u="sng" dirty="0" smtClean="0">
                <a:latin typeface="華康中特圓體" pitchFamily="49" charset="-120"/>
                <a:ea typeface="華康中特圓體"/>
              </a:rPr>
              <a:t>02</a:t>
            </a:r>
            <a:endParaRPr lang="zh-TW" altLang="en-US" u="sng" dirty="0" smtClean="0">
              <a:latin typeface="華康中特圓體" pitchFamily="49" charset="-120"/>
              <a:ea typeface="華康中特圓體"/>
            </a:endParaRPr>
          </a:p>
          <a:p>
            <a:pPr algn="ctr" eaLnBrk="1" hangingPunct="1">
              <a:buFont typeface="Arial" charset="0"/>
              <a:buNone/>
            </a:pPr>
            <a:endParaRPr lang="zh-TW" altLang="en-US" dirty="0" smtClean="0">
              <a:solidFill>
                <a:srgbClr val="2A0BE5"/>
              </a:solidFill>
              <a:latin typeface="華康中特圓體" pitchFamily="49" charset="-120"/>
              <a:ea typeface="華康中特圓體" pitchFamily="49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83327954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標題 1"/>
          <p:cNvSpPr>
            <a:spLocks noGrp="1"/>
          </p:cNvSpPr>
          <p:nvPr>
            <p:ph type="title"/>
          </p:nvPr>
        </p:nvSpPr>
        <p:spPr>
          <a:xfrm>
            <a:off x="428625" y="928688"/>
            <a:ext cx="8229600" cy="1143000"/>
          </a:xfrm>
        </p:spPr>
        <p:txBody>
          <a:bodyPr/>
          <a:lstStyle/>
          <a:p>
            <a:pPr eaLnBrk="1" hangingPunct="1"/>
            <a:endParaRPr lang="zh-TW" altLang="en-US" b="1" u="sng" smtClean="0"/>
          </a:p>
        </p:txBody>
      </p:sp>
      <p:sp>
        <p:nvSpPr>
          <p:cNvPr id="44035" name="內容版面配置區 2"/>
          <p:cNvSpPr>
            <a:spLocks noGrp="1"/>
          </p:cNvSpPr>
          <p:nvPr>
            <p:ph idx="1"/>
          </p:nvPr>
        </p:nvSpPr>
        <p:spPr>
          <a:xfrm>
            <a:off x="0" y="3143250"/>
            <a:ext cx="9144000" cy="3714750"/>
          </a:xfrm>
        </p:spPr>
        <p:txBody>
          <a:bodyPr/>
          <a:lstStyle/>
          <a:p>
            <a:pPr algn="ctr">
              <a:buNone/>
            </a:pPr>
            <a:r>
              <a:rPr lang="zh-TW" altLang="zh-TW" dirty="0" smtClean="0">
                <a:latin typeface="華康中特圓體" pitchFamily="49" charset="-120"/>
                <a:ea typeface="華康中特圓體"/>
              </a:rPr>
              <a:t>5</a:t>
            </a:r>
            <a:r>
              <a:rPr lang="en-US" altLang="zh-TW" dirty="0" smtClean="0">
                <a:latin typeface="華康中特圓體" pitchFamily="49" charset="-120"/>
                <a:ea typeface="華康中特圓體"/>
              </a:rPr>
              <a:t>.</a:t>
            </a:r>
            <a:r>
              <a:rPr lang="zh-TW" altLang="zh-TW" dirty="0">
                <a:ea typeface="華康中特圓體"/>
              </a:rPr>
              <a:t>只有耶穌做阮喜樂</a:t>
            </a:r>
            <a:r>
              <a:rPr lang="zh-TW" altLang="zh-TW" dirty="0" smtClean="0">
                <a:ea typeface="華康中特圓體"/>
              </a:rPr>
              <a:t>，</a:t>
            </a:r>
            <a:endParaRPr lang="zh-TW" altLang="en-US" dirty="0" smtClean="0">
              <a:latin typeface="華康中特圓體" pitchFamily="49" charset="-120"/>
              <a:ea typeface="華康中特圓體"/>
            </a:endParaRPr>
          </a:p>
          <a:p>
            <a:pPr algn="ctr">
              <a:buNone/>
            </a:pPr>
            <a:r>
              <a:rPr lang="zh-TW" altLang="zh-TW" dirty="0">
                <a:solidFill>
                  <a:srgbClr val="0000CC"/>
                </a:solidFill>
                <a:ea typeface="華康中特圓體"/>
              </a:rPr>
              <a:t>做阮報賞極大</a:t>
            </a:r>
            <a:r>
              <a:rPr lang="zh-TW" altLang="zh-TW" dirty="0" smtClean="0">
                <a:solidFill>
                  <a:srgbClr val="0000CC"/>
                </a:solidFill>
                <a:ea typeface="華康中特圓體"/>
              </a:rPr>
              <a:t>，</a:t>
            </a:r>
            <a:endParaRPr lang="zh-TW" altLang="en-US" dirty="0" smtClean="0">
              <a:solidFill>
                <a:srgbClr val="0000CC"/>
              </a:solidFill>
              <a:latin typeface="華康中特圓體" pitchFamily="49" charset="-120"/>
              <a:ea typeface="華康中特圓體"/>
            </a:endParaRPr>
          </a:p>
          <a:p>
            <a:pPr algn="ctr">
              <a:buNone/>
            </a:pPr>
            <a:r>
              <a:rPr lang="zh-TW" altLang="zh-TW" dirty="0">
                <a:ea typeface="華康中特圓體"/>
              </a:rPr>
              <a:t>做阮榮光，阮主基督</a:t>
            </a:r>
            <a:r>
              <a:rPr lang="zh-TW" altLang="zh-TW" dirty="0" smtClean="0">
                <a:ea typeface="華康中特圓體"/>
              </a:rPr>
              <a:t>，</a:t>
            </a:r>
            <a:endParaRPr lang="zh-TW" altLang="en-US" dirty="0" smtClean="0">
              <a:latin typeface="華康中特圓體" pitchFamily="49" charset="-120"/>
              <a:ea typeface="華康中特圓體"/>
            </a:endParaRPr>
          </a:p>
          <a:p>
            <a:pPr algn="ctr">
              <a:buNone/>
            </a:pPr>
            <a:r>
              <a:rPr lang="zh-TW" altLang="zh-TW" dirty="0">
                <a:solidFill>
                  <a:srgbClr val="0000CC"/>
                </a:solidFill>
                <a:ea typeface="華康中特圓體"/>
              </a:rPr>
              <a:t>直到永遠無息</a:t>
            </a:r>
            <a:r>
              <a:rPr lang="zh-TW" altLang="zh-TW" dirty="0" smtClean="0">
                <a:solidFill>
                  <a:srgbClr val="0000CC"/>
                </a:solidFill>
                <a:ea typeface="華康中特圓體"/>
              </a:rPr>
              <a:t>。</a:t>
            </a:r>
            <a:endParaRPr lang="en-US" altLang="zh-TW" dirty="0" smtClean="0">
              <a:solidFill>
                <a:srgbClr val="0000CC"/>
              </a:solidFill>
              <a:latin typeface="華康中特圓體" pitchFamily="49" charset="-120"/>
              <a:ea typeface="華康中特圓體"/>
            </a:endParaRPr>
          </a:p>
          <a:p>
            <a:pPr algn="r">
              <a:buFont typeface="Arial" charset="0"/>
              <a:buNone/>
            </a:pPr>
            <a:r>
              <a:rPr lang="zh-TW" altLang="en-US" u="sng" dirty="0" smtClean="0">
                <a:latin typeface="華康中特圓體" pitchFamily="49" charset="-120"/>
                <a:ea typeface="華康中特圓體"/>
              </a:rPr>
              <a:t>新聖詩</a:t>
            </a:r>
            <a:r>
              <a:rPr lang="en-US" altLang="zh-TW" u="sng" dirty="0" smtClean="0">
                <a:latin typeface="華康中特圓體" pitchFamily="49" charset="-120"/>
                <a:ea typeface="華康中特圓體"/>
              </a:rPr>
              <a:t>155</a:t>
            </a:r>
            <a:r>
              <a:rPr lang="zh-TW" altLang="en-US" u="sng" dirty="0" smtClean="0">
                <a:latin typeface="華康中特圓體" pitchFamily="49" charset="-120"/>
                <a:ea typeface="華康中特圓體"/>
              </a:rPr>
              <a:t>首（</a:t>
            </a:r>
            <a:r>
              <a:rPr lang="zh-TW" altLang="zh-TW" u="sng" dirty="0" smtClean="0">
                <a:latin typeface="華康中特圓體" pitchFamily="49" charset="-120"/>
                <a:ea typeface="華康中特圓體"/>
              </a:rPr>
              <a:t>5</a:t>
            </a:r>
            <a:r>
              <a:rPr lang="en-US" altLang="zh-TW" u="sng" dirty="0" smtClean="0">
                <a:latin typeface="華康中特圓體" pitchFamily="49" charset="-120"/>
                <a:ea typeface="華康中特圓體"/>
              </a:rPr>
              <a:t>/5</a:t>
            </a:r>
            <a:r>
              <a:rPr lang="zh-TW" altLang="en-US" u="sng" dirty="0" smtClean="0">
                <a:latin typeface="華康中特圓體" pitchFamily="49" charset="-120"/>
                <a:ea typeface="華康中特圓體"/>
              </a:rPr>
              <a:t>）舊</a:t>
            </a:r>
            <a:r>
              <a:rPr lang="zh-TW" altLang="zh-TW" u="sng" dirty="0" smtClean="0">
                <a:latin typeface="華康中特圓體" pitchFamily="49" charset="-120"/>
                <a:ea typeface="華康中特圓體"/>
              </a:rPr>
              <a:t>3</a:t>
            </a:r>
            <a:r>
              <a:rPr lang="en-US" altLang="zh-TW" u="sng" dirty="0" smtClean="0">
                <a:latin typeface="華康中特圓體" pitchFamily="49" charset="-120"/>
                <a:ea typeface="華康中特圓體"/>
              </a:rPr>
              <a:t>02</a:t>
            </a:r>
            <a:endParaRPr lang="zh-TW" altLang="en-US" u="sng" dirty="0" smtClean="0">
              <a:latin typeface="華康中特圓體" pitchFamily="49" charset="-120"/>
              <a:ea typeface="華康中特圓體"/>
            </a:endParaRPr>
          </a:p>
          <a:p>
            <a:pPr algn="ctr" eaLnBrk="1" hangingPunct="1">
              <a:buFont typeface="Arial" charset="0"/>
              <a:buNone/>
            </a:pPr>
            <a:endParaRPr lang="zh-TW" altLang="en-US" dirty="0" smtClean="0">
              <a:solidFill>
                <a:srgbClr val="2A0BE5"/>
              </a:solidFill>
              <a:latin typeface="華康中特圓體" pitchFamily="49" charset="-120"/>
              <a:ea typeface="華康中特圓體" pitchFamily="49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71646930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160</Words>
  <Application>Microsoft Macintosh PowerPoint</Application>
  <PresentationFormat>如螢幕大小 (4:3)</PresentationFormat>
  <Paragraphs>30</Paragraphs>
  <Slides>5</Slides>
  <Notes>5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5</vt:i4>
      </vt:variant>
    </vt:vector>
  </HeadingPairs>
  <TitlesOfParts>
    <vt:vector size="6" baseType="lpstr">
      <vt:lpstr>Office 佈景主題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Windows 使用者</dc:creator>
  <cp:lastModifiedBy>ＭＡＣ</cp:lastModifiedBy>
  <cp:revision>8</cp:revision>
  <dcterms:created xsi:type="dcterms:W3CDTF">2013-02-16T15:34:22Z</dcterms:created>
  <dcterms:modified xsi:type="dcterms:W3CDTF">2014-02-26T23:54:22Z</dcterms:modified>
</cp:coreProperties>
</file>