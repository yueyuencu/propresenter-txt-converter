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3" r:id="rId2"/>
    <p:sldId id="5284" r:id="rId3"/>
    <p:sldId id="5285" r:id="rId4"/>
    <p:sldId id="5286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靠主恩典奇妙氣力啲保護，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堅心聽候主所安排道路；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阮知上帝暝日無停啲照顧，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逐個新日子主親切招呼。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69625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雖然撒但窘迫我心真艱苦，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兇惡路境背重擔無法度；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心靈驚惶，祢拯救穩當堅固，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這是主祢給阮備辦道路。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87836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祢所斟互我苦杯到滿出來，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上帝旨意深沉得了解；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阮猶感恩對祢聖手來接受，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因為深信主會疼痛保祐。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78551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131590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回想佇此世間祢所賜日子，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享受燦爛日光喜樂、甘甜；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常常記念一生年日無記，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阮決意全生涯攏歸屬祢。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24570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125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4713</cp:revision>
  <dcterms:created xsi:type="dcterms:W3CDTF">2009-02-27T08:32:01Z</dcterms:created>
  <dcterms:modified xsi:type="dcterms:W3CDTF">2022-08-20T11:34:23Z</dcterms:modified>
</cp:coreProperties>
</file>