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82" r:id="rId2"/>
    <p:sldId id="5283" r:id="rId3"/>
    <p:sldId id="5284" r:id="rId4"/>
    <p:sldId id="5285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36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22/5/28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22/5/28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22/5/28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22/5/28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22/5/28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22/5/28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22/5/28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今日是主設立做聖，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我著遵守來得安寧；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今日</a:t>
            </a:r>
            <a:r>
              <a:rPr lang="en-US" altLang="zh-TW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除我烏暗互我光明。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795058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今日救主出墓閣起，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卡贏陰府救人出死；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求主今日互我得勝，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脫離罪惡復活屬祢。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317507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今日上帝賞賜聖神，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親像火焰對天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降臨；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主今日感動我心，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致意祈禱，聽主福音。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682270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迎接光明活命日子，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世上勞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苦今攏放離；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今日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是主恩典賞賜，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我心情願奉獻互祢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804048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20636</TotalTime>
  <Words>133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4698</cp:revision>
  <dcterms:created xsi:type="dcterms:W3CDTF">2009-02-27T08:32:01Z</dcterms:created>
  <dcterms:modified xsi:type="dcterms:W3CDTF">2022-05-28T10:21:12Z</dcterms:modified>
</cp:coreProperties>
</file>