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5279" r:id="rId2"/>
    <p:sldId id="5281" r:id="rId3"/>
    <p:sldId id="5282" r:id="rId4"/>
    <p:sldId id="5283" r:id="rId5"/>
    <p:sldId id="5284" r:id="rId6"/>
    <p:sldId id="5285" r:id="rId7"/>
    <p:sldId id="5286" r:id="rId8"/>
    <p:sldId id="5287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816" y="-102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23/11/25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23/11/25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23/11/25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23/11/25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23/11/25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23/11/25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23/11/25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23/11/25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23/11/25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23/11/25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23/11/25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23/11/25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23/11/25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好膽，好膽認基督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咱互耶穌救贖，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戰旗攑高閣奮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志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9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呣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准祂名受辱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</a:p>
          <a:p>
            <a:pPr algn="r"/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/8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333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2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523760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主導軍兵著隨祂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直到對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敵降服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定著連連會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得勝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萬國攏歸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基督。</a:t>
            </a:r>
          </a:p>
          <a:p>
            <a:pPr algn="r"/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333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-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2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906478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好膽，好膽認基督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號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頭的聲啲迫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今日是主啲交戰，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今日攻破對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敵；</a:t>
            </a:r>
          </a:p>
          <a:p>
            <a:pPr algn="r"/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333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-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2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5903821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仇讎兇惡免驚伊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基督的兵卡贏，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戰場愈險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愈堅固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心志益發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勇健。</a:t>
            </a:r>
          </a:p>
          <a:p>
            <a:pPr algn="r"/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333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-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2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390441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好膽，好膽認基督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一心靠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主能力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血氣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的力真不足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靠家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己無利益；</a:t>
            </a:r>
          </a:p>
          <a:p>
            <a:pPr algn="r"/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333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-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2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879069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著穿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福音的盔甲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儆醒祈禱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無息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抵著危險無懍懾，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莫嫌艱苦著磨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 algn="r"/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333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-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2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950561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好膽，好膽認基督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交戰無久會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息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今日艱苦拋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性命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明日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得勝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唱歌；</a:t>
            </a: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333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-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2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531990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到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尾見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若有得勝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通得永活冕旒，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也及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光的君王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福氣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永遠享受。</a:t>
            </a:r>
          </a:p>
          <a:p>
            <a:pPr algn="r"/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333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-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2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2163477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20644</TotalTime>
  <Words>239</Words>
  <Application>Microsoft Macintosh PowerPoint</Application>
  <PresentationFormat>如螢幕大小 (16:9)</PresentationFormat>
  <Paragraphs>56</Paragraphs>
  <Slides>8</Slides>
  <Notes>8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9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4699</cp:revision>
  <dcterms:created xsi:type="dcterms:W3CDTF">2009-02-27T08:32:01Z</dcterms:created>
  <dcterms:modified xsi:type="dcterms:W3CDTF">2023-11-25T09:12:28Z</dcterms:modified>
</cp:coreProperties>
</file>