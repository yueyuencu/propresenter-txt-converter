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417" r:id="rId2"/>
    <p:sldId id="25418" r:id="rId3"/>
    <p:sldId id="25419" r:id="rId4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2024/8/31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48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7084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0904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47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3017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8899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11425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2647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2196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8130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927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207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329070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57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2024/8/31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110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8598"/>
            <a:ext cx="9144000" cy="393990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我的心神，你著唱歌，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謳咾感謝主上帝；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我的主是我的上帝，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祂有創造天頂地下。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謳咾全能主上帝。</a:t>
            </a:r>
          </a:p>
          <a:p>
            <a:pPr algn="r">
              <a:spcBef>
                <a:spcPts val="6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305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196549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76D9EE5-382F-0843-8513-A126BB6471A4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85595427-AF5A-FB44-944C-F5ADE05CCCD9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854FC9A-297D-9B42-80B8-E0B2423245BD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我的心神，你著唱歌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1245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8598"/>
            <a:ext cx="9144000" cy="393990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至大救主，疼痛上帝，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照顧人類的天父；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四季運轉，賜福天下，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田園出產補阮欠缺。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謳咾至高主上帝。</a:t>
            </a:r>
          </a:p>
          <a:p>
            <a:pPr algn="r">
              <a:spcBef>
                <a:spcPts val="6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305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196549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8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FAA1997-D405-194E-A370-0F8E9B414B7A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BE196275-EEE5-3F46-8A14-DA0F71050C82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601A56D3-FF31-C945-9A75-93447ADBF06F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我的心神，你著唱歌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50207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98598"/>
            <a:ext cx="9144000" cy="393990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我的心神，我的心神，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虔誠朝見主的面；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祂是全能榮光上帝，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永遠治理天頂地下。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6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謳咾至聖主上帝。</a:t>
            </a:r>
          </a:p>
          <a:p>
            <a:pPr algn="r">
              <a:spcBef>
                <a:spcPts val="600"/>
              </a:spcBef>
            </a:pP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305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(3/3)</a:t>
            </a:r>
            <a:r>
              <a:rPr lang="zh-TW" altLang="en-US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28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827584" y="1196549"/>
            <a:ext cx="115212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24FAA9B-9DF8-DF4B-8DFE-4DD2BB8F3381}"/>
              </a:ext>
            </a:extLst>
          </p:cNvPr>
          <p:cNvGrpSpPr/>
          <p:nvPr/>
        </p:nvGrpSpPr>
        <p:grpSpPr>
          <a:xfrm>
            <a:off x="1136426" y="338668"/>
            <a:ext cx="5765480" cy="769442"/>
            <a:chOff x="1136426" y="338668"/>
            <a:chExt cx="5765480" cy="769442"/>
          </a:xfrm>
        </p:grpSpPr>
        <p:sp>
          <p:nvSpPr>
            <p:cNvPr id="7" name="矩形: 圓角 2">
              <a:extLst>
                <a:ext uri="{FF2B5EF4-FFF2-40B4-BE49-F238E27FC236}">
                  <a16:creationId xmlns:a16="http://schemas.microsoft.com/office/drawing/2014/main" id="{C4D20644-1EFA-3F40-B8BF-83FE72F22328}"/>
                </a:ext>
              </a:extLst>
            </p:cNvPr>
            <p:cNvSpPr/>
            <p:nvPr/>
          </p:nvSpPr>
          <p:spPr>
            <a:xfrm>
              <a:off x="1136426" y="338669"/>
              <a:ext cx="5760640" cy="769441"/>
            </a:xfrm>
            <a:prstGeom prst="roundRect">
              <a:avLst/>
            </a:prstGeom>
            <a:solidFill>
              <a:srgbClr val="FBF4BD"/>
            </a:soli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新細明體"/>
                <a:cs typeface="+mn-cs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C76EEEA9-4C46-0149-BE37-9E8FBD252CA1}"/>
                </a:ext>
              </a:extLst>
            </p:cNvPr>
            <p:cNvSpPr txBox="1"/>
            <p:nvPr/>
          </p:nvSpPr>
          <p:spPr>
            <a:xfrm>
              <a:off x="1141266" y="338668"/>
              <a:ext cx="576064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/>
              <a:r>
                <a:rPr lang="zh-TW" altLang="en-US" sz="4400" b="1" dirty="0">
                  <a:solidFill>
                    <a:srgbClr val="000000"/>
                  </a:solidFill>
                  <a:latin typeface="全宋體-2" pitchFamily="18" charset="-120"/>
                  <a:ea typeface="全宋體-2" pitchFamily="18" charset="-120"/>
                  <a:cs typeface="微軟正黑體"/>
                </a:rPr>
                <a:t>我的心神，你著唱歌</a:t>
              </a:r>
              <a:endParaRPr kumimoji="1" lang="zh-TW" alt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804671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20625</TotalTime>
  <Words>158</Words>
  <Application>Microsoft Macintosh PowerPoint</Application>
  <PresentationFormat>如螢幕大小 (16:9)</PresentationFormat>
  <Paragraphs>27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4695</cp:revision>
  <dcterms:created xsi:type="dcterms:W3CDTF">2009-02-27T08:32:01Z</dcterms:created>
  <dcterms:modified xsi:type="dcterms:W3CDTF">2024-08-31T00:03:45Z</dcterms:modified>
</cp:coreProperties>
</file>