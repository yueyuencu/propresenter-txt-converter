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5272" r:id="rId2"/>
    <p:sldId id="5273" r:id="rId3"/>
    <p:sldId id="5274" r:id="rId4"/>
    <p:sldId id="5275" r:id="rId5"/>
    <p:sldId id="5276" r:id="rId6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856" y="-7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interSettings" Target="printerSettings/printerSettings1.bin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16/4/27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16/4/27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16/4/27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16/4/27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16/4/27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16/4/27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16/4/27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16/4/27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16/4/27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16/4/27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16/4/27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16/4/27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16/4/27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天頂講起上帝榮光，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穹蒼報揚主齊全；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日暝相續，無言無語，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傳出知識真豐富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00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92895881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的聲音無通聽見，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準繩遍滿到天邊；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的言語到佇萬邦，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主為日頭安帳房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00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4549136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上帝律法到極齊備，   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互人心神得活氣； 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祂的干證確實有益，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  戇人聽了有智識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00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5684948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我主上帝正直教示，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  會互人心神歡喜；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全能上帝純潔命令，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會互人目睭光明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00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5302651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我主上帝堅固石磐，　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懇求祢來救贖我； 　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我嘴所講，我心所想，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  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願祢接納若芳香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00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616714096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20632</TotalTime>
  <Words>129</Words>
  <Application>Microsoft Macintosh PowerPoint</Application>
  <PresentationFormat>如螢幕大小 (4:3)</PresentationFormat>
  <Paragraphs>30</Paragraphs>
  <Slides>5</Slides>
  <Notes>5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6" baseType="lpstr">
      <vt:lpstr>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4694</cp:revision>
  <dcterms:created xsi:type="dcterms:W3CDTF">2009-02-27T08:32:01Z</dcterms:created>
  <dcterms:modified xsi:type="dcterms:W3CDTF">2016-04-27T08:46:50Z</dcterms:modified>
</cp:coreProperties>
</file>