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5288" r:id="rId2"/>
    <p:sldId id="5289" r:id="rId3"/>
    <p:sldId id="5290" r:id="rId4"/>
    <p:sldId id="5291" r:id="rId5"/>
    <p:sldId id="5292" r:id="rId6"/>
    <p:sldId id="5293" r:id="rId7"/>
    <p:sldId id="5294" r:id="rId8"/>
    <p:sldId id="5295" r:id="rId9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136" y="-115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interSettings" Target="printerSettings/printerSettings1.bin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22/6/25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6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7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8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22/6/25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22/6/25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22/6/25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22/6/25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22/6/25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22/6/25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22/6/25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22/6/25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22/6/25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22/6/25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22/6/25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22/6/25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救主出聲叫我</a:t>
            </a: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2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軟弱的人近倚；</a:t>
            </a:r>
            <a:endParaRPr lang="en-US" altLang="zh-TW" sz="42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大家好膽</a:t>
            </a: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進前  </a:t>
            </a:r>
            <a:endParaRPr lang="en-US" altLang="zh-TW" sz="42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直到救</a:t>
            </a: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主面前。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20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392838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倚靠主恩典</a:t>
            </a: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2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罪過</a:t>
            </a: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得赦免，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我大福氣及歡喜 </a:t>
            </a:r>
            <a:endParaRPr lang="en-US" altLang="zh-TW" sz="42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是靠救</a:t>
            </a: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主名字。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20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6732240" y="267494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6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6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40754769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硬心烏暗</a:t>
            </a: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迷路，</a:t>
            </a:r>
            <a:endParaRPr lang="en-US" altLang="zh-TW" sz="42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親</a:t>
            </a: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像行入荒埔；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若倚靠主耶穌</a:t>
            </a: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2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</a:t>
            </a: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憐憫開活路。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20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2-1.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3511133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倚靠主恩典</a:t>
            </a: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2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罪過</a:t>
            </a: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得赦免，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我大福氣及歡喜</a:t>
            </a:r>
            <a:endParaRPr lang="en-US" altLang="zh-TW" sz="42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是靠救</a:t>
            </a: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主名字。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20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2-2.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6732240" y="267494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6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6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6384593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見若心思污穢，</a:t>
            </a:r>
            <a:endParaRPr lang="en-US" altLang="zh-TW" sz="42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所行所做</a:t>
            </a: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犯罪，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只靠救主寶血，</a:t>
            </a:r>
            <a:endParaRPr lang="en-US" altLang="zh-TW" sz="42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會洗清咱</a:t>
            </a: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的罪。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20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3-1.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8322400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倚靠主恩典</a:t>
            </a: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2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罪過</a:t>
            </a: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得赦免，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我大福氣及歡喜</a:t>
            </a:r>
            <a:endParaRPr lang="en-US" altLang="zh-TW" sz="42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是靠救</a:t>
            </a: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主名字。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20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3-2.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6732240" y="267494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6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6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2630907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對死復活的</a:t>
            </a: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時，</a:t>
            </a:r>
            <a:endParaRPr lang="en-US" altLang="zh-TW" sz="42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聖徒</a:t>
            </a: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同唱聖詩，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歡喜齊聲來和</a:t>
            </a: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2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</a:t>
            </a: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主大功勞。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20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4-1.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91295425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倚靠主恩典</a:t>
            </a: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2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罪過</a:t>
            </a: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得赦免，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我大福氣及歡喜</a:t>
            </a:r>
            <a:endParaRPr lang="en-US" altLang="zh-TW" sz="42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是靠救</a:t>
            </a: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主名字。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20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4-2.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6732240" y="267494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6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6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5976540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20634</TotalTime>
  <Words>252</Words>
  <Application>Microsoft Macintosh PowerPoint</Application>
  <PresentationFormat>如螢幕大小 (16:9)</PresentationFormat>
  <Paragraphs>60</Paragraphs>
  <Slides>8</Slides>
  <Notes>8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9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4696</cp:revision>
  <dcterms:created xsi:type="dcterms:W3CDTF">2009-02-27T08:32:01Z</dcterms:created>
  <dcterms:modified xsi:type="dcterms:W3CDTF">2022-06-25T12:38:45Z</dcterms:modified>
</cp:coreProperties>
</file>