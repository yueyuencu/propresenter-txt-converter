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417" r:id="rId2"/>
    <p:sldId id="25418" r:id="rId3"/>
    <p:sldId id="25419" r:id="rId4"/>
    <p:sldId id="25420" r:id="rId5"/>
    <p:sldId id="25421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99CFD202-B98D-5845-ACC2-8ECD498FBAB6}">
          <p14:sldIdLst>
            <p14:sldId id="25417"/>
            <p14:sldId id="25418"/>
            <p14:sldId id="25419"/>
            <p14:sldId id="25420"/>
            <p14:sldId id="2542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62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2024/6/29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9155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8407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45202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1482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9143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85962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02775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5651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5498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80609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70817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18064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32917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60268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42664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0197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0571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259632" y="472471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483518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主，當我有氣力的時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19622"/>
            <a:ext cx="9144000" cy="345638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主，當我有氣力的時，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我欲做祢差用，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我心充滿歡喜的時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欲謳咾祢無停。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492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/5)</a:t>
            </a:r>
            <a:r>
              <a:rPr lang="zh-CN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437</a:t>
            </a:r>
            <a:endParaRPr lang="en-US" altLang="zh-TW" sz="3000" u="sng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43608" y="1430669"/>
            <a:ext cx="10801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0246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圓角 2">
            <a:extLst>
              <a:ext uri="{FF2B5EF4-FFF2-40B4-BE49-F238E27FC236}">
                <a16:creationId xmlns:a16="http://schemas.microsoft.com/office/drawing/2014/main" id="{DC091AE5-DC20-9849-B03B-816288221087}"/>
              </a:ext>
            </a:extLst>
          </p:cNvPr>
          <p:cNvSpPr/>
          <p:nvPr/>
        </p:nvSpPr>
        <p:spPr>
          <a:xfrm>
            <a:off x="1259632" y="472471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19622"/>
            <a:ext cx="9144000" cy="345638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我無欲代先疼世間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才來傳祢的疼，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無愛年老軟弱的時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才欲為祢來行。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492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(2/5)</a:t>
            </a:r>
            <a:r>
              <a:rPr lang="zh-CN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437</a:t>
            </a:r>
            <a:endParaRPr lang="en-US" altLang="zh-TW" sz="3000" u="sng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43608" y="1430669"/>
            <a:ext cx="10801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0A62B34-9987-554F-A6B4-803155BE455C}"/>
              </a:ext>
            </a:extLst>
          </p:cNvPr>
          <p:cNvSpPr txBox="1"/>
          <p:nvPr/>
        </p:nvSpPr>
        <p:spPr>
          <a:xfrm>
            <a:off x="1245879" y="451961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主，當我有氣力的時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454504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圓角 2">
            <a:extLst>
              <a:ext uri="{FF2B5EF4-FFF2-40B4-BE49-F238E27FC236}">
                <a16:creationId xmlns:a16="http://schemas.microsoft.com/office/drawing/2014/main" id="{AB1696D5-0485-D043-A3B0-58AF2F0BBC27}"/>
              </a:ext>
            </a:extLst>
          </p:cNvPr>
          <p:cNvSpPr/>
          <p:nvPr/>
        </p:nvSpPr>
        <p:spPr>
          <a:xfrm>
            <a:off x="1259632" y="472471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19622"/>
            <a:ext cx="9144000" cy="345638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我欲熱心為主跑走，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為上帝國圖謀；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助我腳手攏</a:t>
            </a:r>
            <a:r>
              <a:rPr lang="zh-TW" altLang="en-US" sz="37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𣍐</a:t>
            </a: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厭倦，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緊緊來行天路。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492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(3/5)</a:t>
            </a:r>
            <a:r>
              <a:rPr lang="zh-CN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437</a:t>
            </a:r>
            <a:endParaRPr lang="en-US" altLang="zh-TW" sz="3000" u="sng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43608" y="1430669"/>
            <a:ext cx="10801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D44228F-C3FA-5740-9D62-27F263E02E3F}"/>
              </a:ext>
            </a:extLst>
          </p:cNvPr>
          <p:cNvSpPr txBox="1"/>
          <p:nvPr/>
        </p:nvSpPr>
        <p:spPr>
          <a:xfrm>
            <a:off x="1259632" y="483518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主，當我有氣力的時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636875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圓角 2">
            <a:extLst>
              <a:ext uri="{FF2B5EF4-FFF2-40B4-BE49-F238E27FC236}">
                <a16:creationId xmlns:a16="http://schemas.microsoft.com/office/drawing/2014/main" id="{AB1696D5-0485-D043-A3B0-58AF2F0BBC27}"/>
              </a:ext>
            </a:extLst>
          </p:cNvPr>
          <p:cNvSpPr/>
          <p:nvPr/>
        </p:nvSpPr>
        <p:spPr>
          <a:xfrm>
            <a:off x="1259632" y="472471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19622"/>
            <a:ext cx="9144000" cy="345638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我心神欲為祢勇健，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用虔誠服事祢；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信心堅定，言行四正，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時刻互祢歡喜。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492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(4/5)</a:t>
            </a:r>
            <a:r>
              <a:rPr lang="zh-CN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437</a:t>
            </a:r>
            <a:endParaRPr lang="en-US" altLang="zh-TW" sz="3000" u="sng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43608" y="1430669"/>
            <a:ext cx="10801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D44228F-C3FA-5740-9D62-27F263E02E3F}"/>
              </a:ext>
            </a:extLst>
          </p:cNvPr>
          <p:cNvSpPr txBox="1"/>
          <p:nvPr/>
        </p:nvSpPr>
        <p:spPr>
          <a:xfrm>
            <a:off x="1259632" y="483518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主，當我有氣力的時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04437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圓角 2">
            <a:extLst>
              <a:ext uri="{FF2B5EF4-FFF2-40B4-BE49-F238E27FC236}">
                <a16:creationId xmlns:a16="http://schemas.microsoft.com/office/drawing/2014/main" id="{AB1696D5-0485-D043-A3B0-58AF2F0BBC27}"/>
              </a:ext>
            </a:extLst>
          </p:cNvPr>
          <p:cNvSpPr/>
          <p:nvPr/>
        </p:nvSpPr>
        <p:spPr>
          <a:xfrm>
            <a:off x="1259632" y="472471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19622"/>
            <a:ext cx="9144000" cy="345638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當我年青願主揀我，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賜我向望、喜樂；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所有氣力攏獻互祢，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做祢盡忠奴僕。阿們。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492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(5/5)</a:t>
            </a:r>
            <a:r>
              <a:rPr lang="zh-CN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437</a:t>
            </a:r>
            <a:endParaRPr lang="en-US" altLang="zh-TW" sz="3000" u="sng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43608" y="1430669"/>
            <a:ext cx="10801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D44228F-C3FA-5740-9D62-27F263E02E3F}"/>
              </a:ext>
            </a:extLst>
          </p:cNvPr>
          <p:cNvSpPr txBox="1"/>
          <p:nvPr/>
        </p:nvSpPr>
        <p:spPr>
          <a:xfrm>
            <a:off x="1259632" y="483518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主，當我有氣力的時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51054228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20656</TotalTime>
  <Words>237</Words>
  <Application>Microsoft Macintosh PowerPoint</Application>
  <PresentationFormat>如螢幕大小 (16:9)</PresentationFormat>
  <Paragraphs>40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4710</cp:revision>
  <dcterms:created xsi:type="dcterms:W3CDTF">2009-02-27T08:32:01Z</dcterms:created>
  <dcterms:modified xsi:type="dcterms:W3CDTF">2024-06-28T18:34:20Z</dcterms:modified>
</cp:coreProperties>
</file>