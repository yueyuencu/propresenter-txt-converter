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253" r:id="rId2"/>
    <p:sldId id="25254" r:id="rId3"/>
    <p:sldId id="25255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688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2025/4/4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8758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1540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6529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82331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98824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20672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82939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43798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25108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90886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83199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4705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54077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01351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32329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763688" y="339502"/>
            <a:ext cx="511256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763688" y="339502"/>
            <a:ext cx="51125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有一個城離咱真遠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有一個城離咱真遠，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有山佇彼城外；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咱主佇遐受釘十架，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祂死，救你及我。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91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/3)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117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187624" y="1275606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228346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763688" y="339502"/>
            <a:ext cx="511256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763688" y="339502"/>
            <a:ext cx="51125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有一個城離咱真遠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咱𣍐曉講，也𣍐會知，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救主偌大苦痛；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只有知祂受釘十架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是替有罪的人。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91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(2/3)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117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187624" y="1275606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092937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763688" y="339502"/>
            <a:ext cx="511256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763688" y="339502"/>
            <a:ext cx="51125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有一個城離咱真遠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救主疼痛實在真深，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咱著盡心敬疼；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倚靠寶血贖咱罪過，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今著隨主來行。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91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(3/3)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117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187624" y="1275606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36378473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20722</TotalTime>
  <Words>149</Words>
  <Application>Microsoft Macintosh PowerPoint</Application>
  <PresentationFormat>如螢幕大小 (16:9)</PresentationFormat>
  <Paragraphs>24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4713</cp:revision>
  <dcterms:created xsi:type="dcterms:W3CDTF">2009-02-27T08:32:01Z</dcterms:created>
  <dcterms:modified xsi:type="dcterms:W3CDTF">2025-04-04T14:17:31Z</dcterms:modified>
</cp:coreProperties>
</file>