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3" r:id="rId2"/>
    <p:sldId id="5274" r:id="rId3"/>
    <p:sldId id="5275" r:id="rId4"/>
    <p:sldId id="5276" r:id="rId5"/>
    <p:sldId id="5277" r:id="rId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76" y="-6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21/1/30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21/1/30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21/1/30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21/1/30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21/1/30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21/1/30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21/1/30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21/1/30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21/1/30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21/1/30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21/1/30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21/1/30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21/1/30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chemeClr val="tx1"/>
                </a:solidFill>
                <a:latin typeface="華康中圓體"/>
                <a:ea typeface="華康中圓體"/>
              </a:rPr>
              <a:t>1</a:t>
            </a:r>
            <a:r>
              <a:rPr lang="en-US" altLang="zh-TW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我的性命獻互祢，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做祢路用到一世；</a:t>
            </a:r>
          </a:p>
          <a:p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時刻暝日獻互主，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歸榮光祢萬年久。</a:t>
            </a:r>
            <a:endParaRPr lang="en-US" altLang="zh-TW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382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1/5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306A</a:t>
            </a:r>
            <a:endParaRPr lang="zh-TW" altLang="en-US" u="sng" dirty="0">
              <a:solidFill>
                <a:schemeClr val="tx1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4288702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chemeClr val="tx1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600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我的手愛祢命令，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為著我主做差用；</a:t>
            </a:r>
          </a:p>
          <a:p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我腳也愛為祢獻，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常常替祢行無倦。</a:t>
            </a:r>
            <a:endParaRPr lang="en-US" altLang="zh-TW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382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2/5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306A</a:t>
            </a:r>
            <a:endParaRPr lang="zh-TW" altLang="en-US" u="sng" dirty="0">
              <a:solidFill>
                <a:schemeClr val="tx1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4693730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chemeClr val="tx1"/>
                </a:solidFill>
                <a:latin typeface="華康中圓體"/>
                <a:ea typeface="華康中圓體"/>
              </a:rPr>
              <a:t>3</a:t>
            </a:r>
            <a:r>
              <a:rPr lang="en-US" altLang="zh-TW" sz="3600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我的聲音互祢用，</a:t>
            </a:r>
          </a:p>
          <a:p>
            <a:r>
              <a:rPr lang="zh-TW" altLang="en-US" sz="3600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歡喜謳咾主無停；</a:t>
            </a:r>
          </a:p>
          <a:p>
            <a:r>
              <a:rPr lang="zh-TW" altLang="en-US" sz="3600" dirty="0">
                <a:latin typeface="華康中特圓體" pitchFamily="49" charset="-120"/>
                <a:ea typeface="華康中圓體"/>
              </a:rPr>
              <a:t> </a:t>
            </a:r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 我獻嘴唇來振動，</a:t>
            </a:r>
          </a:p>
          <a:p>
            <a:r>
              <a:rPr lang="zh-TW" altLang="en-US" sz="3600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報傳福音來救人。</a:t>
            </a:r>
            <a:endParaRPr lang="en-US" altLang="zh-TW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382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3/5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306A</a:t>
            </a:r>
            <a:endParaRPr lang="zh-TW" altLang="en-US" u="sng" dirty="0" smtClean="0">
              <a:solidFill>
                <a:schemeClr val="tx1"/>
              </a:solidFill>
              <a:latin typeface="華康中圓體"/>
              <a:ea typeface="華康中圓體"/>
            </a:endParaRPr>
          </a:p>
          <a:p>
            <a:endParaRPr lang="zh-TW" altLang="en-US" dirty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19689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chemeClr val="tx1"/>
                </a:solidFill>
                <a:latin typeface="華康中圓體"/>
                <a:ea typeface="華康中圓體"/>
              </a:rPr>
              <a:t>4</a:t>
            </a:r>
            <a:r>
              <a:rPr lang="en-US" altLang="zh-TW" sz="3600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我的錢銀獻互祢，</a:t>
            </a:r>
          </a:p>
          <a:p>
            <a:r>
              <a:rPr lang="zh-TW" altLang="en-US" sz="3600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用出攏趁祢旨意；</a:t>
            </a:r>
          </a:p>
          <a:p>
            <a:r>
              <a:rPr lang="zh-TW" altLang="en-US" sz="3600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我的才情祢賞賜，</a:t>
            </a:r>
          </a:p>
          <a:p>
            <a:r>
              <a:rPr lang="zh-TW" altLang="en-US" sz="3600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甘願還祢做器具。</a:t>
            </a:r>
            <a:endParaRPr lang="en-US" altLang="zh-TW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382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4/5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306A</a:t>
            </a:r>
            <a:endParaRPr lang="zh-TW" altLang="en-US" u="sng" dirty="0" smtClean="0">
              <a:solidFill>
                <a:schemeClr val="tx1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1538062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chemeClr val="tx1"/>
                </a:solidFill>
                <a:latin typeface="華康中圓體"/>
                <a:ea typeface="華康中圓體"/>
              </a:rPr>
              <a:t>5</a:t>
            </a:r>
            <a:r>
              <a:rPr lang="en-US" altLang="zh-TW" sz="3600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我的疼痛求主助，</a:t>
            </a:r>
          </a:p>
          <a:p>
            <a:r>
              <a:rPr lang="zh-TW" altLang="en-US" sz="3600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疼祢贏過此世間；</a:t>
            </a:r>
          </a:p>
          <a:p>
            <a:r>
              <a:rPr lang="zh-TW" altLang="en-US" sz="3600" dirty="0">
                <a:latin typeface="華康中特圓體" pitchFamily="49" charset="-120"/>
                <a:ea typeface="華康中圓體"/>
              </a:rPr>
              <a:t> </a:t>
            </a:r>
            <a:r>
              <a:rPr lang="zh-TW" altLang="en-US" sz="3600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 今我立志獻家己，</a:t>
            </a:r>
          </a:p>
          <a:p>
            <a:r>
              <a:rPr lang="zh-TW" altLang="en-US" sz="3600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永永專專歸互祢。阿們。</a:t>
            </a:r>
            <a:endParaRPr lang="en-US" altLang="zh-TW" sz="3600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382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5/5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306A</a:t>
            </a:r>
            <a:endParaRPr lang="zh-TW" altLang="en-US" u="sng" dirty="0" smtClean="0">
              <a:solidFill>
                <a:schemeClr val="tx1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8425003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20625</TotalTime>
  <Words>146</Words>
  <Application>Microsoft Macintosh PowerPoint</Application>
  <PresentationFormat>如螢幕大小 (4:3)</PresentationFormat>
  <Paragraphs>30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4689</cp:revision>
  <dcterms:created xsi:type="dcterms:W3CDTF">2009-02-27T08:32:01Z</dcterms:created>
  <dcterms:modified xsi:type="dcterms:W3CDTF">2021-01-30T12:11:50Z</dcterms:modified>
</cp:coreProperties>
</file>