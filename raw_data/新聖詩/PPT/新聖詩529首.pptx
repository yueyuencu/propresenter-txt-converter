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2" r:id="rId2"/>
    <p:sldId id="5273" r:id="rId3"/>
    <p:sldId id="5274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52" y="-8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18/11/25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0546" y="2564904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佇我救主榮光面前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，大家聚集歡喜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和平；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主祢疼痛極大無比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，阮欲吟詩來感謝祢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今著學主隨祂腳步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，大家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進前來行天路；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無論經過逐項代誌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，常常幫助安慰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扶持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44B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0546" y="2564904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願我救主催迫我心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，助我疼祢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日日愈深；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將我性命獻互祢用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，報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答我主極大恩情；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主祢謙卑看無家己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，學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生的腳祢洗清氣；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祢好模樣阮學來行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，成做一體大家相疼。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44B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0663494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0546" y="2564904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今求救主作阮牧者， 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導阮經過深坑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曠野；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兄弟姊妹成做一體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，大家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同行天路無退；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日日交陪愈久愈深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，好歹境遇相疼無盡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今願榮光歸佇上帝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，一齊謳咾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直到萬世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smtClean="0">
                <a:solidFill>
                  <a:srgbClr val="000000"/>
                </a:solidFill>
                <a:latin typeface="華康中圓體"/>
                <a:ea typeface="華康中圓體"/>
              </a:rPr>
              <a:t>44B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0583933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134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2018-11-24T16:35:07Z</dcterms:modified>
</cp:coreProperties>
</file>