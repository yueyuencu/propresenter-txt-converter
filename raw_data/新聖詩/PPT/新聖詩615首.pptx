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417" r:id="rId2"/>
    <p:sldId id="25418" r:id="rId3"/>
    <p:sldId id="25419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57" autoAdjust="0"/>
    <p:restoredTop sz="92271" autoAdjust="0"/>
  </p:normalViewPr>
  <p:slideViewPr>
    <p:cSldViewPr>
      <p:cViewPr varScale="1">
        <p:scale>
          <a:sx n="131" d="100"/>
          <a:sy n="131" d="100"/>
        </p:scale>
        <p:origin x="888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482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710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05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047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30173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8899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1425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2647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2196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8130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3927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207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2907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7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110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05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佇主內面有喜樂，咱著及祂結連，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佇主內面有平安，咱著及祂結連；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雖煩惱苦楚我，親像針啲鑿，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𫢶佇主，咱心內充滿大喜樂。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615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/3)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0542" y="723388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76D9EE5-382F-0843-8513-A126BB6471A4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7" name="矩形: 圓角 2">
              <a:extLst>
                <a:ext uri="{FF2B5EF4-FFF2-40B4-BE49-F238E27FC236}">
                  <a16:creationId xmlns:a16="http://schemas.microsoft.com/office/drawing/2014/main" id="{85595427-AF5A-FB44-944C-F5ADE05CCCD9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854FC9A-297D-9B42-80B8-E0B2423245BD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佇主內面有喜樂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124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05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佇主內面有仁愛，咱著及祂結連，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佇主內面有向望，咱著及祂結連；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大風雨雖猖狂，若海湧啲簸，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𫢶佇主，咱心內充滿祂平安。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615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0542" y="723388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76D9EE5-382F-0843-8513-A126BB6471A4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7" name="矩形: 圓角 2">
              <a:extLst>
                <a:ext uri="{FF2B5EF4-FFF2-40B4-BE49-F238E27FC236}">
                  <a16:creationId xmlns:a16="http://schemas.microsoft.com/office/drawing/2014/main" id="{85595427-AF5A-FB44-944C-F5ADE05CCCD9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854FC9A-297D-9B42-80B8-E0B2423245BD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佇主內面有喜樂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325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05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佇主內面有活命，咱著及祂結連，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佇主內面若樂園，咱著及祂結連；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雖受㧒獅穴中，親像但以理，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𫢶佇主，咱心內充滿主活命。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615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0542" y="723388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76D9EE5-382F-0843-8513-A126BB6471A4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7" name="矩形: 圓角 2">
              <a:extLst>
                <a:ext uri="{FF2B5EF4-FFF2-40B4-BE49-F238E27FC236}">
                  <a16:creationId xmlns:a16="http://schemas.microsoft.com/office/drawing/2014/main" id="{85595427-AF5A-FB44-944C-F5ADE05CCCD9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854FC9A-297D-9B42-80B8-E0B2423245BD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佇主內面有喜樂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583832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198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2024-08-31T00:15:34Z</dcterms:modified>
</cp:coreProperties>
</file>