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4862" r:id="rId2"/>
    <p:sldId id="24863" r:id="rId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2024/11/1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5929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2419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93221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28745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75518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92565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08457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10938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81353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29663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08218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75525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72693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2024/11/1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93715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331640" y="1275606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願咱救主耶穌基督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2FE1BD79-3E51-654D-B380-D2AF5ACA0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願咱救主耶穌基督，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顯明恩典慈悲，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天父上帝賞賜大福，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疼咱親像子兒，疼咱親像子兒。</a:t>
            </a:r>
          </a:p>
          <a:p>
            <a:pPr algn="r"/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71255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願咱救主耶穌基督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F9AE7AD-7F4C-2644-A4F0-FD282B0BA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聖神權能給咱感動，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徛起逐人心內，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三位一體及咱相通，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此時到萬世代，此時到萬世代。</a:t>
            </a:r>
          </a:p>
          <a:p>
            <a:pPr algn="r"/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59F0B72-1E58-C249-9701-7BD184341804}"/>
              </a:ext>
            </a:extLst>
          </p:cNvPr>
          <p:cNvSpPr txBox="1"/>
          <p:nvPr/>
        </p:nvSpPr>
        <p:spPr>
          <a:xfrm>
            <a:off x="1331640" y="1275606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61934202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20632</TotalTime>
  <Words>92</Words>
  <Application>Microsoft Macintosh PowerPoint</Application>
  <PresentationFormat>如螢幕大小 (16:9)</PresentationFormat>
  <Paragraphs>16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4701</cp:revision>
  <dcterms:created xsi:type="dcterms:W3CDTF">2009-02-27T08:32:01Z</dcterms:created>
  <dcterms:modified xsi:type="dcterms:W3CDTF">2024-11-01T15:57:49Z</dcterms:modified>
</cp:coreProperties>
</file>