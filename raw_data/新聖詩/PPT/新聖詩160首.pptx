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5288" r:id="rId2"/>
    <p:sldId id="5289" r:id="rId3"/>
    <p:sldId id="5290" r:id="rId4"/>
    <p:sldId id="5291" r:id="rId5"/>
    <p:sldId id="5292" r:id="rId6"/>
    <p:sldId id="5293" r:id="rId7"/>
    <p:sldId id="5294" r:id="rId8"/>
    <p:sldId id="5295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136" y="-11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22/6/25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22/6/25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22/6/25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22/6/25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22/6/25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22/6/25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22/6/25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時刻我需要主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極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大慈悲，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著聽我主的聲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就會歡喜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274748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</a:t>
            </a: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永𫢶我</a:t>
            </a: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心裡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時刻及我佇啲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我欣慕此號福氣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我來就祢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 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6732240" y="267494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0337650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時刻我需要主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祢若近倚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試煉攏無氣力 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通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迷惑我。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2-1.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8478196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</a:t>
            </a: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永𫢶我</a:t>
            </a: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心裡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時刻及我佇啲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我欣慕此號福氣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我來就祢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 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2-2.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6732240" y="267494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2369809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時刻我需要主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禍福， 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求祢及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我無離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才有安樂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3-1.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991227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</a:t>
            </a: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永𫢶我</a:t>
            </a: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心裡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時刻及我佇啲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我欣慕此號福氣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我來就祢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 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6732240" y="267494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0609122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時刻我需要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至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聖、至善， 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真愛做祢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的子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久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長無變。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4-1.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971753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</a:t>
            </a: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永𫢶我</a:t>
            </a: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心裡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時刻及我佇啲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我欣慕此號福氣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我來就祢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 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4-2.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6732240" y="267494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8401477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20638</TotalTime>
  <Words>250</Words>
  <Application>Microsoft Macintosh PowerPoint</Application>
  <PresentationFormat>如螢幕大小 (16:9)</PresentationFormat>
  <Paragraphs>60</Paragraphs>
  <Slides>8</Slides>
  <Notes>8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9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4699</cp:revision>
  <dcterms:created xsi:type="dcterms:W3CDTF">2009-02-27T08:32:01Z</dcterms:created>
  <dcterms:modified xsi:type="dcterms:W3CDTF">2022-06-25T11:04:02Z</dcterms:modified>
</cp:coreProperties>
</file>