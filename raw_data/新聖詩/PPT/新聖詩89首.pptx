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88" r:id="rId2"/>
    <p:sldId id="5289" r:id="rId3"/>
    <p:sldId id="5290" r:id="rId4"/>
    <p:sldId id="5291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224" y="-7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23/3/31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23/3/31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23/3/31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23/3/31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23/3/31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23/3/31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23/3/31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23/3/31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23/3/31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23/3/31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23/3/31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23/3/31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23/3/31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聖主頭額今受傷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，受辱俯頭</a:t>
            </a: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悲傷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38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四圍眾人侮辱祢，編刺冕旒強戴；</a:t>
            </a:r>
            <a:endParaRPr lang="en-US" altLang="zh-TW" sz="38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哦</a:t>
            </a: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！主頭額極榮光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，祢是福氣</a:t>
            </a: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源本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38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雖受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侮辱血淋漓</a:t>
            </a: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，主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，我歡喜認祢</a:t>
            </a: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38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339502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2762219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275606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我主所受的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苦痛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全為</a:t>
            </a: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有罪的人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對我犯罪忤逆祢，累祢受苦慘死；</a:t>
            </a:r>
            <a:endParaRPr lang="en-US" altLang="zh-TW" sz="38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</a:t>
            </a: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我立約跪主前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，為祢受苦我肯，</a:t>
            </a:r>
            <a:endParaRPr lang="en-US" altLang="zh-TW" sz="38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求祢慈愛看顧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</a:t>
            </a: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，施落恩惠滿滿。</a:t>
            </a:r>
            <a:endParaRPr lang="en-US" altLang="zh-TW" sz="38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339502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961753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275606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我著怎樣來感恩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獻互</a:t>
            </a: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親愛人君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38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因為我主受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苦死</a:t>
            </a: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，憐憫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疼痛無比</a:t>
            </a: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38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求祢互我永屬祢，就免失志傷悲；</a:t>
            </a:r>
            <a:endParaRPr lang="en-US" altLang="zh-TW" sz="38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主啊願我佇一生疼祢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、隨祢無停</a:t>
            </a: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38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339502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4708596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275606"/>
            <a:ext cx="9114119" cy="352839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7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臨終求主倚近我</a:t>
            </a:r>
            <a:r>
              <a:rPr lang="zh-TW" altLang="en-US" sz="37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，本身顯</a:t>
            </a:r>
            <a:r>
              <a:rPr lang="zh-TW" altLang="en-US" sz="37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出我看</a:t>
            </a:r>
            <a:r>
              <a:rPr lang="zh-TW" altLang="en-US" sz="37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37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7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願主可憐來拯救，解放互</a:t>
            </a:r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我自由</a:t>
            </a:r>
            <a:r>
              <a:rPr lang="zh-TW" altLang="en-US" sz="37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37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7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心目</a:t>
            </a:r>
            <a:r>
              <a:rPr lang="zh-TW" altLang="en-US" sz="37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見主心堅定</a:t>
            </a:r>
            <a:r>
              <a:rPr lang="zh-TW" altLang="en-US" sz="37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，注</a:t>
            </a:r>
            <a:r>
              <a:rPr lang="zh-TW" altLang="en-US" sz="37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神看主無停</a:t>
            </a:r>
            <a:r>
              <a:rPr lang="zh-TW" altLang="en-US" sz="37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37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7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見若對信離</a:t>
            </a:r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世間</a:t>
            </a:r>
            <a:r>
              <a:rPr lang="zh-TW" altLang="en-US" sz="37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，享受主疼無限。阿們。</a:t>
            </a:r>
            <a:endParaRPr lang="en-US" altLang="zh-TW" sz="37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339502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5957935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20642</TotalTime>
  <Words>169</Words>
  <Application>Microsoft Macintosh PowerPoint</Application>
  <PresentationFormat>如螢幕大小 (16:9)</PresentationFormat>
  <Paragraphs>28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4704</cp:revision>
  <dcterms:created xsi:type="dcterms:W3CDTF">2009-02-27T08:32:01Z</dcterms:created>
  <dcterms:modified xsi:type="dcterms:W3CDTF">2023-03-31T14:15:43Z</dcterms:modified>
</cp:coreProperties>
</file>