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12" y="-5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聖父上帝</a:t>
            </a:r>
            <a:r>
              <a:rPr lang="zh-TW" altLang="en-US" b="1" dirty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天頂，管理宇宙出命令；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人類歷史常改變，阮的生活快變遷；</a:t>
            </a:r>
          </a:p>
          <a:p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一代過了又一代，主做阮徛起所在。</a:t>
            </a:r>
            <a:endParaRPr lang="en-US" altLang="zh-TW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新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1/3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endParaRPr lang="zh-TW" altLang="en-US" u="sng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497293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國家興旺及衰微，在佇天父聖旨意；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世間榮華及富貴，若準草木暫時</a:t>
            </a:r>
            <a:r>
              <a:rPr lang="zh-TW" altLang="en-US" b="1" dirty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媠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；</a:t>
            </a:r>
          </a:p>
          <a:p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上帝做萬民天父，永遠不變到萬世。</a:t>
            </a:r>
            <a:endParaRPr lang="en-US" altLang="zh-TW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2/3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endParaRPr lang="zh-TW" altLang="en-US" u="sng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7403409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求主賞賜阮智識，以及聖神大能力；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願獻一切歸佇主，成做聖潔的器具；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永遠不變主上帝，阮愛</a:t>
            </a:r>
            <a:r>
              <a:rPr lang="zh-TW" altLang="en-US" b="1" dirty="0">
                <a:solidFill>
                  <a:srgbClr val="000000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佇祢翼下。阿們。</a:t>
            </a:r>
            <a:endParaRPr lang="en-US" altLang="zh-TW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3/3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endParaRPr lang="zh-TW" altLang="en-US" u="sng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2430653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114</Words>
  <Application>Microsoft Macintosh PowerPoint</Application>
  <PresentationFormat>如螢幕大小 (4:3)</PresentationFormat>
  <Paragraphs>15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2015-05-30T17:15:03Z</dcterms:modified>
</cp:coreProperties>
</file>