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417" r:id="rId2"/>
    <p:sldId id="25418" r:id="rId3"/>
    <p:sldId id="25419" r:id="rId4"/>
    <p:sldId id="25420" r:id="rId5"/>
    <p:sldId id="25421" r:id="rId6"/>
    <p:sldId id="25422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31" autoAdjust="0"/>
    <p:restoredTop sz="92283" autoAdjust="0"/>
  </p:normalViewPr>
  <p:slideViewPr>
    <p:cSldViewPr>
      <p:cViewPr varScale="1">
        <p:scale>
          <a:sx n="131" d="100"/>
          <a:sy n="131" d="100"/>
        </p:scale>
        <p:origin x="968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2025/2/22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9155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966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4643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293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0592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8341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5962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0277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5651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5498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0609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7081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8064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3291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6026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42664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0197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0571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4245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救主，願祢做我牧者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救主，願祢做我牧者，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阮攏倚靠祢扶持，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導到草埔互我飲食，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備辦羊廄來保庇。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135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400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03598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0246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4245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救主，願祢做我牧者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救主耶穌，救主耶穌，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祢贖回阮歸屬祢，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救主耶穌，救主耶穌，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祢贖回阮歸屬祢。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135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400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03598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05354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4245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救主，願祢做我牧者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阮今屬祢安穩自在，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祢欲伸手來保護，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救阮脫離對敵陷害，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引導失迷歸正路。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135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400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03598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61125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4245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救主，願祢做我牧者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救主耶穌，救主耶穌，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祢贖回阮歸屬祢，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救主耶穌，救主耶穌，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祢贖回阮歸屬祢。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135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400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03598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51212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4245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救主，願祢做我牧者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阮猶細漢愛親近祢，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愛欲聽趁祢命令，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心愛備辦通接納祢，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學祢模樣成做聖。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135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400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03598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353063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4245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救主，願祢做我牧者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救主耶穌，救主耶穌，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願祢疼阮到永遠，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救主耶穌，救主耶穌，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願祢疼阮到永遠。阿們。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135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(6/6)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400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03598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58271312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20645</TotalTime>
  <Words>300</Words>
  <Application>Microsoft Macintosh PowerPoint</Application>
  <PresentationFormat>如螢幕大小 (16:9)</PresentationFormat>
  <Paragraphs>48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4698</cp:revision>
  <dcterms:created xsi:type="dcterms:W3CDTF">2009-02-27T08:32:01Z</dcterms:created>
  <dcterms:modified xsi:type="dcterms:W3CDTF">2025-02-22T01:53:28Z</dcterms:modified>
</cp:coreProperties>
</file>