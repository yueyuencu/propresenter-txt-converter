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84" r:id="rId2"/>
    <p:sldId id="5285" r:id="rId3"/>
    <p:sldId id="5286" r:id="rId4"/>
    <p:sldId id="5287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656" y="-11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22/3/19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22/3/19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22/3/19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22/3/19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22/3/19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22/3/19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22/3/19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22/3/19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22/3/19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22/3/19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22/3/19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22/3/19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22/3/19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15566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咱人既然帶罪出世，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就屬魔鬼，逆天旨意；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照天擬斷，著受刑罰，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倚靠家</a:t>
            </a: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己</a:t>
            </a:r>
            <a:r>
              <a:rPr lang="zh-TW" altLang="zh-TW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逃脫。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212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1.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7972690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15566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聖父上帝至大恩惠，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揀選咱人做祂子類；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聖子替咱擔當罪過，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聖神權能給咱感化。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212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2.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813140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15566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三位一體及咱立約，  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息祂受氣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，赦咱罪屬；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洗咱</a:t>
            </a: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心神，聖化言行，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導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到天堂，萬福豐盛。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212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3.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9273058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15566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上帝盟約洗禮蓋印，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表明重生，堅固咱信；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勉勵心性，順天法度，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常常照約行主道路。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212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4.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2437941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20631</TotalTime>
  <Words>141</Words>
  <Application>Microsoft Macintosh PowerPoint</Application>
  <PresentationFormat>如螢幕大小 (16:9)</PresentationFormat>
  <Paragraphs>28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4695</cp:revision>
  <dcterms:created xsi:type="dcterms:W3CDTF">2009-02-27T08:32:01Z</dcterms:created>
  <dcterms:modified xsi:type="dcterms:W3CDTF">2022-03-19T11:18:46Z</dcterms:modified>
</cp:coreProperties>
</file>