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389" r:id="rId2"/>
    <p:sldId id="25390" r:id="rId3"/>
    <p:sldId id="25391" r:id="rId4"/>
    <p:sldId id="25392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2024/5/31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41485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88460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12851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0239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682104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72156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90798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31857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23040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88739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66614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56067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12503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10388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46258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2024/5/31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0891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899592" y="339502"/>
            <a:ext cx="655272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347614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主！我今就近愛見祢的面，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對領受聖餐來及祢相親；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用堅固雙手擒住祢仁愛，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將一切憂傷交託祢手內。</a:t>
            </a:r>
          </a:p>
          <a:p>
            <a:pPr algn="r">
              <a:spcBef>
                <a:spcPts val="10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356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218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0" y="1275606"/>
            <a:ext cx="16005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791580" y="339501"/>
            <a:ext cx="67687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主！我今就近愛見祢的面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1797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899592" y="339502"/>
            <a:ext cx="655272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347614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主！我欲承受天裡的真餅，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飲祢的杯來數念祢的疼；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今我欲放拺地上的操煩，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重新來享受赦罪的平安。</a:t>
            </a:r>
          </a:p>
          <a:p>
            <a:pPr algn="r">
              <a:spcBef>
                <a:spcPts val="10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356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218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0" y="1275606"/>
            <a:ext cx="16005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791580" y="339501"/>
            <a:ext cx="67687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主！我今就近愛見祢的面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9537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899592" y="339502"/>
            <a:ext cx="655272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347614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今我欲吟詩來赴主宴席，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為我所備辦逐項真夠額；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今我欲享受，盡量來享福，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及主相交陪，得永遠快樂。</a:t>
            </a:r>
          </a:p>
          <a:p>
            <a:pPr algn="r">
              <a:spcBef>
                <a:spcPts val="10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356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218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0" y="1275606"/>
            <a:ext cx="16005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791580" y="339501"/>
            <a:ext cx="67687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主！我今就近愛見祢的面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6609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899592" y="339502"/>
            <a:ext cx="655272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347614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除去祢以外我攏無幫助，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只靠我救主就會得平安；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主啊！只有祢，我就真滿意，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只靠祢氣力，我就大勝利。</a:t>
            </a:r>
          </a:p>
          <a:p>
            <a:pPr algn="r">
              <a:spcBef>
                <a:spcPts val="10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356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218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0" y="1275606"/>
            <a:ext cx="16005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791580" y="339501"/>
            <a:ext cx="67687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主！我今就近愛見祢的面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497692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20625</TotalTime>
  <Words>249</Words>
  <Application>Microsoft Macintosh PowerPoint</Application>
  <PresentationFormat>如螢幕大小 (16:9)</PresentationFormat>
  <Paragraphs>32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1_Office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4688</cp:revision>
  <dcterms:created xsi:type="dcterms:W3CDTF">2009-02-27T08:32:01Z</dcterms:created>
  <dcterms:modified xsi:type="dcterms:W3CDTF">2024-05-31T14:46:09Z</dcterms:modified>
</cp:coreProperties>
</file>