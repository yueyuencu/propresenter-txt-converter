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417" r:id="rId2"/>
    <p:sldId id="25418" r:id="rId3"/>
    <p:sldId id="25419" r:id="rId4"/>
    <p:sldId id="2542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2" autoAdjust="0"/>
    <p:restoredTop sz="92284" autoAdjust="0"/>
  </p:normalViewPr>
  <p:slideViewPr>
    <p:cSldViewPr>
      <p:cViewPr varScale="1">
        <p:scale>
          <a:sx n="137" d="100"/>
          <a:sy n="137" d="100"/>
        </p:scale>
        <p:origin x="92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29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42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0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79712" y="475961"/>
            <a:ext cx="42484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79712" y="506738"/>
            <a:ext cx="424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願主伸祢聖手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願主伸祢聖手，牽我做我保護，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雖然抵著引誘，我願行主的路；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豈採佇烏暗暝，抑是山嵌深淵，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主若是祢旨意，我行無欲延延。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249a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771550"/>
            <a:ext cx="9361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79712" y="475961"/>
            <a:ext cx="42484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79712" y="506738"/>
            <a:ext cx="424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願主伸祢聖手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我無倚靠氣力，也無用我智慧，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無掠家己知識  來揀欲去的位；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只有得主引導，通行妥當路途，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主祢歡喜牽我，穩當攏無錯誤。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249a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771550"/>
            <a:ext cx="9361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1797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79712" y="475961"/>
            <a:ext cx="42484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79712" y="506738"/>
            <a:ext cx="424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願主伸祢聖手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救主給我安排  我所著飲的杯，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若是主祢所愛，決斷無欲辭退；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無論心肝歡喜，抑是悲傷失志，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主祢著斟滿伊，我願伸手來接。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249a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771550"/>
            <a:ext cx="9361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1917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79712" y="475961"/>
            <a:ext cx="42484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79712" y="506738"/>
            <a:ext cx="424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願主伸祢聖手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雖有窘迫凌辱，閣有死失陷害，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我若受主替贖，心就安然自在；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願世界眾罪惡  攏滅佇主面前，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通成做上帝國，親像美妙天庭。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249a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771550"/>
            <a:ext cx="9361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1196107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20654</TotalTime>
  <Words>244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2025-01-31T14:25:21Z</dcterms:modified>
</cp:coreProperties>
</file>