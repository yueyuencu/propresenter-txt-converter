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969" r:id="rId2"/>
    <p:sldId id="26970" r:id="rId3"/>
    <p:sldId id="26971" r:id="rId4"/>
    <p:sldId id="26972" r:id="rId5"/>
    <p:sldId id="26973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2025/5/10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348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599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670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20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92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63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6640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2306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075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827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8781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84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6827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919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7807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2025/5/10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173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2025/5/10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731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9502"/>
            <a:ext cx="3960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求主施大恩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CEE5345-D799-734C-A153-58A3784D8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893" y="1290968"/>
            <a:ext cx="9144000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求主施大恩互我來親近，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我心欣慕，深深意愛，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情願此時誠心敬拜；求主降落來，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永𫢶我心內，永𫢶我心內。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83568" y="1290968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7623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9502"/>
            <a:ext cx="3960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求主施大恩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CEE5345-D799-734C-A153-58A3784D8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893" y="1290968"/>
            <a:ext cx="9144000" cy="381642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求主祢出聲叫我相及行，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我心憂悶，深深煩惱，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甘願靠主就會消無；求主永看顧，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以後免煩惱，以後免煩惱。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83568" y="1290968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5806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9502"/>
            <a:ext cx="3960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求主施大恩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CEE5345-D799-734C-A153-58A3784D8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893" y="1290968"/>
            <a:ext cx="9144000" cy="381642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求主做中保互我長倚靠，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我犯罪過千千萬萬，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憂悶掛慮鬱啐艱難；求主伸手牽，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滿心大平安，滿心大平安。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83568" y="1290968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5652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9502"/>
            <a:ext cx="3960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求主施大恩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CEE5345-D799-734C-A153-58A3784D8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893" y="1290968"/>
            <a:ext cx="9144000" cy="381642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求主導我行，我心免驚惶，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我若艱難，抵著破病，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祢會顧我若佇身邊；耶穌曾講起，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「我無放拺你，我無放拺你。」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83568" y="1290968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735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396044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9502"/>
            <a:ext cx="3960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求主施大恩</a:t>
            </a: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CEE5345-D799-734C-A153-58A3784D8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0893" y="1290968"/>
            <a:ext cx="9144000" cy="381642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求主及我住，榮光互我看，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我真歡喜永遠歸祢，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我愛及祢永無相離；求主同徛起，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永遠無相離，永遠無相離。阿們。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83568" y="1290968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012603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20670</TotalTime>
  <Words>288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2025-05-10T12:31:50Z</dcterms:modified>
</cp:coreProperties>
</file>