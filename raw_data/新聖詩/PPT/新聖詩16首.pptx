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270" r:id="rId2"/>
    <p:sldId id="5271" r:id="rId3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92" y="-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988840"/>
            <a:ext cx="9114119" cy="4392488"/>
          </a:xfrm>
        </p:spPr>
        <p:txBody>
          <a:bodyPr/>
          <a:lstStyle/>
          <a:p>
            <a:r>
              <a:rPr lang="en-US" altLang="zh-TW" sz="3000" dirty="0">
                <a:solidFill>
                  <a:schemeClr val="tx1"/>
                </a:solidFill>
                <a:latin typeface="華康中特圓體"/>
                <a:ea typeface="華康中圓體"/>
              </a:rPr>
              <a:t>1</a:t>
            </a:r>
            <a:r>
              <a:rPr lang="en-US" altLang="zh-TW" sz="3000" dirty="0" smtClean="0">
                <a:solidFill>
                  <a:schemeClr val="tx1"/>
                </a:solidFill>
                <a:latin typeface="華康中特圓體"/>
                <a:ea typeface="華康中圓體"/>
              </a:rPr>
              <a:t>.</a:t>
            </a:r>
            <a:r>
              <a:rPr lang="zh-TW" altLang="zh-TW" sz="3000" dirty="0">
                <a:solidFill>
                  <a:schemeClr val="tx1"/>
                </a:solidFill>
                <a:latin typeface="華康中特圓體"/>
                <a:ea typeface="華康中圓體"/>
              </a:rPr>
              <a:t>咱著對主唱歌</a:t>
            </a:r>
            <a:r>
              <a:rPr lang="zh-TW" altLang="zh-TW" sz="3000" dirty="0" smtClean="0">
                <a:solidFill>
                  <a:schemeClr val="tx1"/>
                </a:solidFill>
                <a:latin typeface="華康中特圓體"/>
                <a:ea typeface="華康中圓體"/>
              </a:rPr>
              <a:t>，</a:t>
            </a:r>
            <a:r>
              <a:rPr lang="zh-TW" altLang="zh-TW" sz="3000" dirty="0">
                <a:solidFill>
                  <a:schemeClr val="tx1"/>
                </a:solidFill>
                <a:latin typeface="華康中特圓體"/>
                <a:ea typeface="華康中圓體"/>
              </a:rPr>
              <a:t>快樂吟詩來謳咾</a:t>
            </a:r>
            <a:r>
              <a:rPr lang="zh-TW" altLang="zh-TW" sz="3000" dirty="0" smtClean="0">
                <a:solidFill>
                  <a:schemeClr val="tx1"/>
                </a:solidFill>
                <a:latin typeface="華康中特圓體"/>
                <a:ea typeface="華康中圓體"/>
              </a:rPr>
              <a:t>，</a:t>
            </a:r>
            <a:endParaRPr lang="en-US" altLang="zh-TW" sz="3000" dirty="0">
              <a:solidFill>
                <a:schemeClr val="tx1"/>
              </a:solidFill>
              <a:latin typeface="華康中特圓體"/>
              <a:ea typeface="華康中圓體"/>
            </a:endParaRPr>
          </a:p>
          <a:p>
            <a:r>
              <a:rPr lang="zh-TW" altLang="zh-TW" sz="3000" dirty="0">
                <a:solidFill>
                  <a:srgbClr val="0000CC"/>
                </a:solidFill>
                <a:latin typeface="華康中特圓體"/>
                <a:ea typeface="華康中圓體"/>
              </a:rPr>
              <a:t>唱出疼痛詩歌</a:t>
            </a:r>
            <a:r>
              <a:rPr lang="zh-TW" altLang="zh-TW" sz="3000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，</a:t>
            </a:r>
            <a:r>
              <a:rPr lang="zh-TW" altLang="zh-TW" sz="3000" dirty="0">
                <a:solidFill>
                  <a:srgbClr val="0000CC"/>
                </a:solidFill>
                <a:latin typeface="華康中特圓體"/>
                <a:ea typeface="華康中圓體"/>
              </a:rPr>
              <a:t>謳咾主每日新創造</a:t>
            </a:r>
            <a:r>
              <a:rPr lang="zh-TW" altLang="zh-TW" sz="3000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。</a:t>
            </a:r>
            <a:endParaRPr lang="en-US" altLang="zh-TW" sz="3000" dirty="0" smtClean="0">
              <a:solidFill>
                <a:srgbClr val="0000CC"/>
              </a:solidFill>
              <a:latin typeface="華康中特圓體"/>
              <a:ea typeface="華康中圓體"/>
            </a:endParaRPr>
          </a:p>
          <a:p>
            <a:r>
              <a:rPr lang="zh-TW" altLang="zh-TW" sz="3000" dirty="0">
                <a:solidFill>
                  <a:schemeClr val="tx1"/>
                </a:solidFill>
                <a:latin typeface="華康中特圓體"/>
                <a:ea typeface="華康中圓體"/>
              </a:rPr>
              <a:t>上主奇妙創造</a:t>
            </a:r>
            <a:r>
              <a:rPr lang="zh-TW" altLang="zh-TW" sz="3000" dirty="0" smtClean="0">
                <a:solidFill>
                  <a:schemeClr val="tx1"/>
                </a:solidFill>
                <a:latin typeface="華康中特圓體"/>
                <a:ea typeface="華康中圓體"/>
              </a:rPr>
              <a:t>，</a:t>
            </a:r>
            <a:r>
              <a:rPr lang="zh-TW" altLang="zh-TW" sz="3000" dirty="0">
                <a:solidFill>
                  <a:schemeClr val="tx1"/>
                </a:solidFill>
                <a:latin typeface="華康中特圓體"/>
                <a:ea typeface="華康中圓體"/>
              </a:rPr>
              <a:t>星辰日頭及大海</a:t>
            </a:r>
            <a:r>
              <a:rPr lang="zh-TW" altLang="zh-TW" sz="3000" dirty="0" smtClean="0">
                <a:solidFill>
                  <a:schemeClr val="tx1"/>
                </a:solidFill>
                <a:latin typeface="華康中特圓體"/>
                <a:ea typeface="華康中圓體"/>
              </a:rPr>
              <a:t>，</a:t>
            </a:r>
            <a:endParaRPr lang="en-US" altLang="zh-TW" sz="3000" dirty="0" smtClean="0">
              <a:solidFill>
                <a:schemeClr val="tx1"/>
              </a:solidFill>
              <a:latin typeface="華康中特圓體"/>
              <a:ea typeface="華康中圓體"/>
            </a:endParaRPr>
          </a:p>
          <a:p>
            <a:r>
              <a:rPr lang="zh-TW" altLang="zh-TW" sz="3000" dirty="0">
                <a:solidFill>
                  <a:srgbClr val="0000CC"/>
                </a:solidFill>
                <a:latin typeface="華康中特圓體"/>
                <a:ea typeface="華康中圓體"/>
              </a:rPr>
              <a:t>祂看所做是好</a:t>
            </a:r>
            <a:r>
              <a:rPr lang="zh-TW" altLang="zh-TW" sz="3000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，</a:t>
            </a:r>
            <a:r>
              <a:rPr lang="zh-TW" altLang="zh-TW" sz="3000" dirty="0">
                <a:solidFill>
                  <a:srgbClr val="0000CC"/>
                </a:solidFill>
                <a:latin typeface="華康中特圓體"/>
                <a:ea typeface="華康中圓體"/>
              </a:rPr>
              <a:t>萬有極美麗閣和諧</a:t>
            </a:r>
            <a:r>
              <a:rPr lang="zh-TW" altLang="zh-TW" sz="3000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。</a:t>
            </a:r>
            <a:endParaRPr lang="en-US" altLang="zh-TW" sz="3000" dirty="0" smtClean="0">
              <a:solidFill>
                <a:srgbClr val="0000CC"/>
              </a:solidFill>
              <a:latin typeface="華康中特圓體"/>
              <a:ea typeface="華康中圓體"/>
            </a:endParaRPr>
          </a:p>
          <a:p>
            <a:r>
              <a:rPr lang="zh-TW" altLang="zh-TW" sz="3000" dirty="0">
                <a:solidFill>
                  <a:schemeClr val="tx1"/>
                </a:solidFill>
                <a:latin typeface="華康中特圓體"/>
                <a:ea typeface="華康中圓體"/>
              </a:rPr>
              <a:t>哈利路亞，</a:t>
            </a:r>
            <a:r>
              <a:rPr lang="zh-TW" altLang="zh-TW" sz="3000" dirty="0" smtClean="0">
                <a:solidFill>
                  <a:schemeClr val="tx1"/>
                </a:solidFill>
                <a:latin typeface="華康中特圓體"/>
                <a:ea typeface="華康中圓體"/>
              </a:rPr>
              <a:t>哈利路亞，</a:t>
            </a:r>
            <a:endParaRPr lang="en-US" altLang="zh-TW" sz="3000" dirty="0" smtClean="0">
              <a:solidFill>
                <a:schemeClr val="tx1"/>
              </a:solidFill>
              <a:latin typeface="華康中特圓體"/>
              <a:ea typeface="華康中圓體"/>
            </a:endParaRPr>
          </a:p>
          <a:p>
            <a:r>
              <a:rPr lang="zh-TW" altLang="zh-TW" sz="3000" dirty="0">
                <a:solidFill>
                  <a:srgbClr val="0000CC"/>
                </a:solidFill>
                <a:latin typeface="華康中特圓體"/>
                <a:ea typeface="華康中圓體"/>
              </a:rPr>
              <a:t>歡喜對主唱歌，哈利路亞</a:t>
            </a:r>
            <a:r>
              <a:rPr lang="zh-TW" altLang="zh-TW" sz="3000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。</a:t>
            </a:r>
            <a:endParaRPr lang="en-US" altLang="zh-TW" sz="3000" dirty="0" smtClean="0">
              <a:solidFill>
                <a:srgbClr val="0000CC"/>
              </a:solidFill>
              <a:latin typeface="華康中特圓體"/>
              <a:ea typeface="華康中圓體"/>
            </a:endParaRPr>
          </a:p>
          <a:p>
            <a:pPr algn="r"/>
            <a:r>
              <a:rPr lang="zh-TW" altLang="en-US" sz="3000" u="sng" dirty="0" smtClean="0">
                <a:solidFill>
                  <a:schemeClr val="tx1"/>
                </a:solidFill>
                <a:latin typeface="華康中特圓體"/>
                <a:ea typeface="華康中圓體"/>
              </a:rPr>
              <a:t>新聖詩</a:t>
            </a:r>
            <a:r>
              <a:rPr lang="zh-TW" altLang="zh-TW" sz="3000" u="sng" dirty="0" smtClean="0">
                <a:solidFill>
                  <a:schemeClr val="tx1"/>
                </a:solidFill>
                <a:latin typeface="華康中特圓體"/>
                <a:ea typeface="華康中圓體"/>
              </a:rPr>
              <a:t>1</a:t>
            </a:r>
            <a:r>
              <a:rPr lang="zh-TW" altLang="zh-TW" sz="3000" u="sng" dirty="0">
                <a:solidFill>
                  <a:schemeClr val="tx1"/>
                </a:solidFill>
                <a:latin typeface="華康中特圓體"/>
                <a:ea typeface="華康中圓體"/>
              </a:rPr>
              <a:t>6</a:t>
            </a:r>
            <a:r>
              <a:rPr lang="zh-TW" altLang="en-US" sz="3000" u="sng" dirty="0" smtClean="0">
                <a:solidFill>
                  <a:schemeClr val="tx1"/>
                </a:solidFill>
                <a:latin typeface="華康中特圓體"/>
                <a:ea typeface="華康中圓體"/>
              </a:rPr>
              <a:t>首</a:t>
            </a:r>
            <a:r>
              <a:rPr lang="zh-TW" altLang="en-US" sz="3000" u="sng" dirty="0">
                <a:solidFill>
                  <a:schemeClr val="tx1"/>
                </a:solidFill>
                <a:latin typeface="華康中特圓體"/>
                <a:ea typeface="華康中圓體"/>
              </a:rPr>
              <a:t>（</a:t>
            </a:r>
            <a:r>
              <a:rPr lang="en-US" altLang="zh-TW" sz="3000" u="sng" dirty="0">
                <a:solidFill>
                  <a:schemeClr val="tx1"/>
                </a:solidFill>
                <a:latin typeface="華康中特圓體"/>
                <a:ea typeface="華康中圓體"/>
              </a:rPr>
              <a:t>1</a:t>
            </a:r>
            <a:r>
              <a:rPr lang="en-US" altLang="zh-TW" sz="3000" u="sng" dirty="0" smtClean="0">
                <a:solidFill>
                  <a:schemeClr val="tx1"/>
                </a:solidFill>
                <a:latin typeface="華康中特圓體"/>
                <a:ea typeface="華康中圓體"/>
              </a:rPr>
              <a:t>/</a:t>
            </a:r>
            <a:r>
              <a:rPr lang="zh-TW" altLang="zh-TW" sz="3000" u="sng" dirty="0">
                <a:solidFill>
                  <a:schemeClr val="tx1"/>
                </a:solidFill>
                <a:latin typeface="華康中特圓體"/>
                <a:ea typeface="華康中圓體"/>
              </a:rPr>
              <a:t>2</a:t>
            </a:r>
            <a:r>
              <a:rPr lang="zh-TW" altLang="en-US" sz="3000" u="sng" dirty="0" smtClean="0">
                <a:solidFill>
                  <a:schemeClr val="tx1"/>
                </a:solidFill>
                <a:latin typeface="華康中特圓體"/>
                <a:ea typeface="華康中圓體"/>
              </a:rPr>
              <a:t>）</a:t>
            </a:r>
            <a:endParaRPr lang="zh-TW" altLang="en-US" sz="3000" u="sng" dirty="0">
              <a:solidFill>
                <a:schemeClr val="tx1"/>
              </a:solidFill>
              <a:latin typeface="華康中特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581150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988840"/>
            <a:ext cx="9114119" cy="4869160"/>
          </a:xfrm>
        </p:spPr>
        <p:txBody>
          <a:bodyPr/>
          <a:lstStyle/>
          <a:p>
            <a:r>
              <a:rPr lang="zh-TW" altLang="zh-TW" sz="3000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sz="3000" dirty="0">
                <a:solidFill>
                  <a:srgbClr val="000000"/>
                </a:solidFill>
                <a:latin typeface="華康中特圓體"/>
                <a:ea typeface="華康中圓體"/>
              </a:rPr>
              <a:t>咱著對主感謝</a:t>
            </a:r>
            <a:r>
              <a:rPr lang="zh-TW" altLang="zh-TW" sz="3000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，</a:t>
            </a:r>
            <a:r>
              <a:rPr lang="zh-TW" altLang="zh-TW" sz="3000" dirty="0">
                <a:solidFill>
                  <a:srgbClr val="000000"/>
                </a:solidFill>
                <a:latin typeface="華康中特圓體"/>
                <a:ea typeface="華康中圓體"/>
              </a:rPr>
              <a:t>快樂吟詩來尊崇</a:t>
            </a:r>
            <a:r>
              <a:rPr lang="zh-TW" altLang="zh-TW" sz="3000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，</a:t>
            </a:r>
            <a:endParaRPr lang="en-US" altLang="zh-TW" sz="3000" dirty="0">
              <a:solidFill>
                <a:srgbClr val="000000"/>
              </a:solidFill>
              <a:latin typeface="華康中特圓體"/>
              <a:ea typeface="華康中圓體"/>
            </a:endParaRPr>
          </a:p>
          <a:p>
            <a:r>
              <a:rPr lang="zh-TW" altLang="zh-TW" sz="3000" dirty="0">
                <a:solidFill>
                  <a:srgbClr val="0000CC"/>
                </a:solidFill>
                <a:latin typeface="華康中特圓體"/>
                <a:ea typeface="華康中圓體"/>
              </a:rPr>
              <a:t>表現信心及疼</a:t>
            </a:r>
            <a:r>
              <a:rPr lang="zh-TW" altLang="zh-TW" sz="3000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，</a:t>
            </a:r>
            <a:r>
              <a:rPr lang="zh-TW" altLang="zh-TW" sz="3000" dirty="0">
                <a:solidFill>
                  <a:srgbClr val="0000CC"/>
                </a:solidFill>
                <a:latin typeface="華康中特圓體"/>
                <a:ea typeface="華康中圓體"/>
              </a:rPr>
              <a:t>萬有對主所得希望</a:t>
            </a:r>
            <a:r>
              <a:rPr lang="zh-TW" altLang="zh-TW" sz="3000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。</a:t>
            </a:r>
            <a:endParaRPr lang="en-US" altLang="zh-TW" sz="3000" dirty="0" smtClean="0">
              <a:solidFill>
                <a:srgbClr val="0000CC"/>
              </a:solidFill>
              <a:latin typeface="華康中特圓體"/>
              <a:ea typeface="華康中圓體"/>
            </a:endParaRPr>
          </a:p>
          <a:p>
            <a:r>
              <a:rPr lang="zh-TW" altLang="zh-TW" sz="3000" dirty="0">
                <a:solidFill>
                  <a:srgbClr val="000000"/>
                </a:solidFill>
                <a:latin typeface="華康中特圓體"/>
                <a:ea typeface="華康中圓體"/>
              </a:rPr>
              <a:t>一切受造萬有</a:t>
            </a:r>
            <a:r>
              <a:rPr lang="zh-TW" altLang="zh-TW" sz="3000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，</a:t>
            </a:r>
            <a:r>
              <a:rPr lang="zh-TW" altLang="zh-TW" sz="3000" dirty="0">
                <a:solidFill>
                  <a:srgbClr val="000000"/>
                </a:solidFill>
                <a:latin typeface="華康中特圓體"/>
                <a:ea typeface="華康中圓體"/>
              </a:rPr>
              <a:t>稱讚上主極偉大</a:t>
            </a:r>
            <a:r>
              <a:rPr lang="zh-TW" altLang="zh-TW" sz="3000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，</a:t>
            </a:r>
            <a:endParaRPr lang="en-US" altLang="zh-TW" sz="3000" dirty="0" smtClean="0">
              <a:solidFill>
                <a:srgbClr val="000000"/>
              </a:solidFill>
              <a:latin typeface="華康中特圓體"/>
              <a:ea typeface="華康中圓體"/>
            </a:endParaRPr>
          </a:p>
          <a:p>
            <a:r>
              <a:rPr lang="zh-TW" altLang="zh-TW" sz="3000" dirty="0">
                <a:solidFill>
                  <a:srgbClr val="0000CC"/>
                </a:solidFill>
                <a:latin typeface="華康中特圓體"/>
                <a:ea typeface="華康中圓體"/>
              </a:rPr>
              <a:t>咱謳咾主吟詩</a:t>
            </a:r>
            <a:r>
              <a:rPr lang="zh-TW" altLang="zh-TW" sz="3000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，</a:t>
            </a:r>
            <a:r>
              <a:rPr lang="zh-TW" altLang="zh-TW" sz="3000" dirty="0">
                <a:solidFill>
                  <a:srgbClr val="0000CC"/>
                </a:solidFill>
                <a:latin typeface="華康中特圓體"/>
                <a:ea typeface="華康中圓體"/>
              </a:rPr>
              <a:t>為祂賜福可愛世界</a:t>
            </a:r>
            <a:r>
              <a:rPr lang="zh-TW" altLang="zh-TW" sz="3000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。</a:t>
            </a:r>
            <a:endParaRPr lang="en-US" altLang="zh-TW" sz="3000" dirty="0" smtClean="0">
              <a:solidFill>
                <a:srgbClr val="0000CC"/>
              </a:solidFill>
              <a:latin typeface="華康中特圓體"/>
              <a:ea typeface="華康中圓體"/>
            </a:endParaRPr>
          </a:p>
          <a:p>
            <a:r>
              <a:rPr lang="zh-TW" altLang="zh-TW" sz="3000" dirty="0">
                <a:solidFill>
                  <a:srgbClr val="000000"/>
                </a:solidFill>
                <a:latin typeface="華康中特圓體"/>
                <a:ea typeface="華康中圓體"/>
              </a:rPr>
              <a:t>哈利路亞，</a:t>
            </a:r>
            <a:r>
              <a:rPr lang="zh-TW" altLang="zh-TW" sz="3000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哈利路亞，</a:t>
            </a:r>
            <a:endParaRPr lang="en-US" altLang="zh-TW" sz="3000" dirty="0" smtClean="0">
              <a:solidFill>
                <a:srgbClr val="000000"/>
              </a:solidFill>
              <a:latin typeface="華康中特圓體"/>
              <a:ea typeface="華康中圓體"/>
            </a:endParaRPr>
          </a:p>
          <a:p>
            <a:r>
              <a:rPr lang="zh-TW" altLang="zh-TW" sz="3000" dirty="0">
                <a:solidFill>
                  <a:srgbClr val="0000CC"/>
                </a:solidFill>
                <a:latin typeface="華康中特圓體"/>
                <a:ea typeface="華康中圓體"/>
              </a:rPr>
              <a:t>歡喜對主唱歌，哈利路亞</a:t>
            </a:r>
            <a:r>
              <a:rPr lang="zh-TW" altLang="zh-TW" sz="3000" dirty="0" smtClean="0">
                <a:solidFill>
                  <a:srgbClr val="0000CC"/>
                </a:solidFill>
                <a:latin typeface="華康中特圓體"/>
                <a:ea typeface="華康中圓體"/>
              </a:rPr>
              <a:t>。</a:t>
            </a:r>
            <a:endParaRPr lang="en-US" altLang="zh-TW" sz="3000" dirty="0" smtClean="0">
              <a:solidFill>
                <a:srgbClr val="0000CC"/>
              </a:solidFill>
              <a:latin typeface="華康中特圓體"/>
              <a:ea typeface="華康中圓體"/>
            </a:endParaRPr>
          </a:p>
          <a:p>
            <a:r>
              <a:rPr lang="zh-TW" altLang="zh-TW" sz="3000" dirty="0">
                <a:solidFill>
                  <a:srgbClr val="000000"/>
                </a:solidFill>
                <a:latin typeface="華康中特圓體"/>
                <a:ea typeface="華康中圓體"/>
              </a:rPr>
              <a:t>歡喜對主唱歌，哈利路亞</a:t>
            </a:r>
            <a:r>
              <a:rPr lang="zh-TW" altLang="zh-TW" sz="3000" dirty="0" smtClean="0">
                <a:solidFill>
                  <a:srgbClr val="000000"/>
                </a:solidFill>
                <a:latin typeface="華康中特圓體"/>
                <a:ea typeface="華康中圓體"/>
              </a:rPr>
              <a:t>。</a:t>
            </a:r>
            <a:endParaRPr lang="en-US" altLang="zh-TW" sz="3000" dirty="0" smtClean="0">
              <a:solidFill>
                <a:srgbClr val="000000"/>
              </a:solidFill>
              <a:latin typeface="華康中特圓體"/>
              <a:ea typeface="華康中圓體"/>
            </a:endParaRP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sz="30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9996239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109</Words>
  <Application>Microsoft Macintosh PowerPoint</Application>
  <PresentationFormat>如螢幕大小 (4:3)</PresentationFormat>
  <Paragraphs>17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4690</cp:revision>
  <dcterms:created xsi:type="dcterms:W3CDTF">2009-02-27T08:32:01Z</dcterms:created>
  <dcterms:modified xsi:type="dcterms:W3CDTF">2014-06-13T16:01:06Z</dcterms:modified>
</cp:coreProperties>
</file>