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5283" r:id="rId2"/>
    <p:sldId id="5284" r:id="rId3"/>
    <p:sldId id="5285" r:id="rId4"/>
    <p:sldId id="5286" r:id="rId5"/>
    <p:sldId id="5287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52" y="-90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24/3/1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03727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768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59344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74140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7039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9986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66190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543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76874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5643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7005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18033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主講，「若欲做我學生，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夯你十架隨我進前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甘心樂意夯你十架，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誠實謙卑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的心來隨。」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539552" y="1131590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主講</a:t>
            </a:r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，若欲做我學生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1183379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夯你十架無嫌重擔，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主欲幫助壯你的膽；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夯你十架呣免驚惶，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主的氣力扶持軟茈。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899592" y="1131590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主講</a:t>
            </a:r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，若欲做我學生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391265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莫驚見誚夯你十架，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將你愚戇、驕傲放下；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看你的主攏無推辭，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十字架頂甘願受死。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899592" y="1131590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主講</a:t>
            </a:r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，若欲做我學生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11383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夯你十架勇敢無驚，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得主氣力危險平定；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卡贏墳墓死失權勢，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導你直到平安祖家。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899592" y="1131590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主講</a:t>
            </a:r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，若欲做我學生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1962774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隨主基督夯你十架，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到你臨終呣通放下；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只有夯伊十架的人，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通得榮光冕旒向望。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899592" y="1131590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主講</a:t>
            </a:r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，若欲做我學生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614033082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20638</TotalTime>
  <Words>153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5_Office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2024-03-01T14:58:58Z</dcterms:modified>
</cp:coreProperties>
</file>