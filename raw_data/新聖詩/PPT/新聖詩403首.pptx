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192" r:id="rId2"/>
    <p:sldId id="26193" r:id="rId3"/>
    <p:sldId id="26194" r:id="rId4"/>
    <p:sldId id="26195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3002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4122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1222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2979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10085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48943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2817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75486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8805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7508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89939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78364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21461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5680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76876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2024/11/9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66471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60851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75606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1"/>
            <a:ext cx="46085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主，差遣我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ECEBF069-3BB6-454B-A69A-8B0AC7554B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9473" y="1275606"/>
            <a:ext cx="8214527" cy="3600400"/>
          </a:xfrm>
        </p:spPr>
        <p:txBody>
          <a:bodyPr/>
          <a:lstStyle/>
          <a:p>
            <a:pPr algn="l"/>
            <a:r>
              <a:rPr lang="en-US" altLang="zh-TW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領唱</a:t>
            </a:r>
            <a:r>
              <a:rPr lang="en-US" altLang="zh-TW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主，差遣我，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l"/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會眾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主，差遣我，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l"/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    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主，差遣我，</a:t>
            </a:r>
          </a:p>
          <a:p>
            <a:pPr algn="l"/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    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耶穌，求祢差遣我。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22732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60851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75606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1"/>
            <a:ext cx="46085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主，差遣我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471634DC-E640-A342-A12D-7BDC151B9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9473" y="1275606"/>
            <a:ext cx="8214527" cy="3888432"/>
          </a:xfrm>
        </p:spPr>
        <p:txBody>
          <a:bodyPr/>
          <a:lstStyle/>
          <a:p>
            <a:pPr algn="l"/>
            <a:r>
              <a:rPr lang="en-US" altLang="zh-TW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領唱</a:t>
            </a:r>
            <a:r>
              <a:rPr lang="en-US" altLang="zh-TW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主，引導我，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l"/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會眾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主，引導我，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l"/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    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主，引導我，</a:t>
            </a:r>
          </a:p>
          <a:p>
            <a:pPr algn="l"/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    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上帝，求祢引導我。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658132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60851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75606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1"/>
            <a:ext cx="46085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主，差遣我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C4366263-26A8-D048-8AED-04AF2AE4E0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9473" y="1275606"/>
            <a:ext cx="8214527" cy="3816424"/>
          </a:xfrm>
        </p:spPr>
        <p:txBody>
          <a:bodyPr/>
          <a:lstStyle/>
          <a:p>
            <a:pPr algn="l"/>
            <a:r>
              <a:rPr lang="en-US" altLang="zh-TW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領唱</a:t>
            </a:r>
            <a:r>
              <a:rPr lang="en-US" altLang="zh-TW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主，充滿我，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l"/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會眾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主，充滿我，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l"/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    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主，充滿我，</a:t>
            </a:r>
          </a:p>
          <a:p>
            <a:pPr algn="l"/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    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聖神，求祢充滿我。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39498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60851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75606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1"/>
            <a:ext cx="46085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主，差遣我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5" name="副標題 6">
            <a:extLst>
              <a:ext uri="{FF2B5EF4-FFF2-40B4-BE49-F238E27FC236}">
                <a16:creationId xmlns:a16="http://schemas.microsoft.com/office/drawing/2014/main" id="{0E45813A-B547-694F-8D4A-2793621A5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9473" y="1275606"/>
            <a:ext cx="8214527" cy="3888432"/>
          </a:xfrm>
        </p:spPr>
        <p:txBody>
          <a:bodyPr/>
          <a:lstStyle/>
          <a:p>
            <a:pPr algn="l"/>
            <a:r>
              <a:rPr lang="en-US" altLang="zh-TW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領唱</a:t>
            </a:r>
            <a:r>
              <a:rPr lang="en-US" altLang="zh-TW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我欲出去，</a:t>
            </a:r>
          </a:p>
          <a:p>
            <a:pPr algn="l"/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會眾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我欲出去，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l"/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    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我欲出去，</a:t>
            </a:r>
          </a:p>
          <a:p>
            <a:pPr algn="l"/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      奉主聖名今出去。</a:t>
            </a:r>
          </a:p>
          <a:p>
            <a:pPr algn="r"/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1779659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20642</TotalTime>
  <Words>178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4710</cp:revision>
  <dcterms:created xsi:type="dcterms:W3CDTF">2009-02-27T08:32:01Z</dcterms:created>
  <dcterms:modified xsi:type="dcterms:W3CDTF">2024-11-09T03:15:53Z</dcterms:modified>
</cp:coreProperties>
</file>