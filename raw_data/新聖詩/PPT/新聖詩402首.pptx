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5124" r:id="rId2"/>
    <p:sldId id="25125" r:id="rId3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2024/12/7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5717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3074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2024/12/7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23652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2024/12/7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53271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2024/12/7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44962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2024/12/7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28789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2024/12/7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25199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2024/12/7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70572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2024/12/7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25178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2024/12/7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98429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2024/12/7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47960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2024/12/7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22000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2024/12/7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44814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2024/12/7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16206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35596" y="345048"/>
            <a:ext cx="676875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68" y="1275606"/>
            <a:ext cx="9145844" cy="3672408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懇求主祢引導我腳步，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若無我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敢家己來行，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懇求祢及我住閣保護，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教示我言行謙卑四正；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402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83568" y="1278557"/>
            <a:ext cx="12241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949632" y="345048"/>
            <a:ext cx="67547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懇求主祢引導我腳步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7173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35596" y="345048"/>
            <a:ext cx="676875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68" y="1275606"/>
            <a:ext cx="9145844" cy="3672408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助我逐日遵守祢誡命，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互我佇烏暗中做光燈，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追尋、引導失迷的人，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這是我人生迫切向望。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402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949632" y="345048"/>
            <a:ext cx="67547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懇求主祢引導我腳步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8754CFA-A407-E844-AD50-D051363E6CF3}"/>
              </a:ext>
            </a:extLst>
          </p:cNvPr>
          <p:cNvSpPr txBox="1"/>
          <p:nvPr/>
        </p:nvSpPr>
        <p:spPr>
          <a:xfrm>
            <a:off x="683568" y="1278557"/>
            <a:ext cx="12241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970561805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20622</TotalTime>
  <Words>97</Words>
  <Application>Microsoft Macintosh PowerPoint</Application>
  <PresentationFormat>如螢幕大小 (16:9)</PresentationFormat>
  <Paragraphs>16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全宋體-2</vt:lpstr>
      <vt:lpstr>微軟正黑體</vt:lpstr>
      <vt:lpstr>新細明體</vt:lpstr>
      <vt:lpstr>Arial</vt:lpstr>
      <vt:lpstr>Calibri</vt:lpstr>
      <vt:lpstr>2_Office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4697</cp:revision>
  <dcterms:created xsi:type="dcterms:W3CDTF">2009-02-27T08:32:01Z</dcterms:created>
  <dcterms:modified xsi:type="dcterms:W3CDTF">2024-12-07T04:34:30Z</dcterms:modified>
</cp:coreProperties>
</file>