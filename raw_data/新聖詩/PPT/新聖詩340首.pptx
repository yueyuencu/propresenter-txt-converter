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708" r:id="rId2"/>
    <p:sldId id="26709" r:id="rId3"/>
    <p:sldId id="26710" r:id="rId4"/>
    <p:sldId id="26711" r:id="rId5"/>
    <p:sldId id="26712" r:id="rId6"/>
    <p:sldId id="2671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1" autoAdjust="0"/>
    <p:restoredTop sz="92210" autoAdjust="0"/>
  </p:normalViewPr>
  <p:slideViewPr>
    <p:cSldViewPr>
      <p:cViewPr varScale="1">
        <p:scale>
          <a:sx n="160" d="100"/>
          <a:sy n="160" d="100"/>
        </p:scale>
        <p:origin x="6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850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530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46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772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13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29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39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6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91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51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229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71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19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80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7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7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除去所有罪過，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世間私慾給我除離，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互我內心清氣。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069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掛慮鬱啐纏絆，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互我做祢盡忠奴僕，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享受祢賜快樂。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52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𫢶佇苦戰中間，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困苦憂悶雖然近倚，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賜我勇健平安。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363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互我免得迷路，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烏暗中間攏無依倚，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導我行天路途。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9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風湧真高彼時，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對敵攻擊兇狂迫倚，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求祢𫢶我身邊。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6961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主，求祢憐憫我，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經過死河的時，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永遠的光互我通看，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有份佇祢歡喜。阿們。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242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150084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20653</TotalTime>
  <Words>271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2025-03-22T02:34:31Z</dcterms:modified>
</cp:coreProperties>
</file>