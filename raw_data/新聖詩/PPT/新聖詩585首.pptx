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4862" r:id="rId2"/>
    <p:sldId id="24863" r:id="rId3"/>
    <p:sldId id="24864" r:id="rId4"/>
    <p:sldId id="24865" r:id="rId5"/>
    <p:sldId id="24866" r:id="rId6"/>
    <p:sldId id="24867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902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509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078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858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958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272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7419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9473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63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124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156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7690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58799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053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301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3767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3576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2025/3/8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12826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5844" cy="316835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或是厭倦，或是憂悶，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或是心艱難；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耶穌叫講，「著來就我，得平安。」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196A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347614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39502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或是厭倦，或是憂悶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45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祂會救我，記號有無，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互我通去尋？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傷跡現現佇祂腳手及脅下。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196A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347614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39502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或是厭倦，或是憂悶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39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5844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我來靠祂，我來隨祂，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就今世啥代？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也有著磨，也有憂悶，流目屎。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196A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347614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39502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或是厭倦，或是憂悶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16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5844" cy="309634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猶原靠祂，猶原隨祂，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到尾啥福氣？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無閣著磨，無閣憂悶，無閣死。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196A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347614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39502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或是厭倦，或是憂悶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3024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5844" cy="309634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我若祈禱，迫切懇求，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祂會拒絕𣍐？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天地萬物雖然廢無，斷斷𣍐。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196A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347614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39502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或是厭倦，或是憂悶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484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5844" cy="309634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尋祂、靠祂、順祂、隨祂，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祂會賜福𣍐？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先知聖人天使聖徒應講，「會。」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196A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347614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39502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或是厭倦，或是憂悶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8263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263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4705</cp:revision>
  <dcterms:created xsi:type="dcterms:W3CDTF">2009-02-27T08:32:01Z</dcterms:created>
  <dcterms:modified xsi:type="dcterms:W3CDTF">2025-03-08T14:11:13Z</dcterms:modified>
</cp:coreProperties>
</file>