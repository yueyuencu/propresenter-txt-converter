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6" r:id="rId2"/>
    <p:sldId id="5277" r:id="rId3"/>
    <p:sldId id="5278" r:id="rId4"/>
    <p:sldId id="5279" r:id="rId5"/>
    <p:sldId id="5280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792" y="-6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276872"/>
            <a:ext cx="9114119" cy="4032448"/>
          </a:xfrm>
        </p:spPr>
        <p:txBody>
          <a:bodyPr/>
          <a:lstStyle/>
          <a:p>
            <a:r>
              <a:rPr lang="en-US" altLang="zh-TW" sz="3600" dirty="0">
                <a:solidFill>
                  <a:schemeClr val="tx1"/>
                </a:solidFill>
                <a:latin typeface="華康中圓體"/>
                <a:ea typeface="華康中圓體"/>
              </a:rPr>
              <a:t>【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哈利路亞！哈利路亞！哈利路亞！</a:t>
            </a:r>
            <a:r>
              <a:rPr lang="en-US" altLang="zh-TW" sz="3600" dirty="0">
                <a:solidFill>
                  <a:schemeClr val="tx1"/>
                </a:solidFill>
                <a:latin typeface="華康中圓體"/>
                <a:ea typeface="華康中圓體"/>
              </a:rPr>
              <a:t>】 </a:t>
            </a:r>
            <a:endParaRPr lang="en-US" altLang="zh-TW" sz="3600" dirty="0" smtClean="0">
              <a:solidFill>
                <a:schemeClr val="tx1"/>
              </a:solidFill>
              <a:latin typeface="華康中圓體"/>
              <a:ea typeface="華康中圓體"/>
            </a:endParaRPr>
          </a:p>
          <a:p>
            <a:r>
              <a:rPr lang="en-US" altLang="zh-TW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1.</a:t>
            </a:r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交戰結束，苦難攏息，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救主耶穌對死復活；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今著同唱得勝的歌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，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r>
              <a:rPr lang="zh-TW" altLang="en-US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哈利路亞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！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334017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420888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死失權勢空空展威，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主今拍散兇猛軍隊；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阮今唱歌，誠心敬畏</a:t>
            </a:r>
            <a:r>
              <a:rPr lang="zh-TW" altLang="en-US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，</a:t>
            </a:r>
            <a:endParaRPr lang="en-US" altLang="zh-TW" sz="3600" dirty="0" smtClean="0">
              <a:solidFill>
                <a:schemeClr val="tx1"/>
              </a:solidFill>
              <a:latin typeface="華康中圓體"/>
              <a:ea typeface="華康中圓體"/>
            </a:endParaRPr>
          </a:p>
          <a:p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哈利路亞！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0728041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420888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憂愁烏雲今攏消散，   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主活出墓，身免朽爛；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  榮光歸主永無變換，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哈利路亞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！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158920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420888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地獄關隘救主攻破，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互人得入天堂永活；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  得勝的主榮光遍滿，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哈利路亞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！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635104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276872"/>
            <a:ext cx="9114119" cy="403244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5</a:t>
            </a:r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數念我主替我受死，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陰府權勢我得脫離；   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  阮今得活謳咾吟詩，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哈利路亞！ 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【</a:t>
            </a:r>
            <a:r>
              <a:rPr lang="zh-TW" altLang="en-US" sz="3600" dirty="0">
                <a:solidFill>
                  <a:schemeClr val="tx1"/>
                </a:solidFill>
                <a:latin typeface="華康中圓體"/>
                <a:ea typeface="華康中圓體"/>
              </a:rPr>
              <a:t>哈利路亞！哈利路亞！哈利路亞！</a:t>
            </a:r>
            <a:r>
              <a:rPr lang="en-US" altLang="zh-TW" sz="3600" dirty="0">
                <a:solidFill>
                  <a:schemeClr val="tx1"/>
                </a:solidFill>
                <a:latin typeface="華康中圓體"/>
                <a:ea typeface="華康中圓體"/>
              </a:rPr>
              <a:t>】 </a:t>
            </a:r>
            <a:endParaRPr lang="zh-TW" altLang="en-US" sz="3600" dirty="0">
              <a:solidFill>
                <a:schemeClr val="tx1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10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08341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160</Words>
  <Application>Microsoft Macintosh PowerPoint</Application>
  <PresentationFormat>如螢幕大小 (4:3)</PresentationFormat>
  <Paragraphs>32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2020-06-27T15:53:59Z</dcterms:modified>
</cp:coreProperties>
</file>