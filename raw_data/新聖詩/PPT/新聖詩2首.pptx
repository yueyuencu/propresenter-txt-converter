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41" r:id="rId2"/>
    <p:sldId id="25042" r:id="rId3"/>
    <p:sldId id="25043" r:id="rId4"/>
    <p:sldId id="25044" r:id="rId5"/>
    <p:sldId id="25045" r:id="rId6"/>
    <p:sldId id="2504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110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060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69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567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940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32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535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6305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774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6413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38788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129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0416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2358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2889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7202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4771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55703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88F85C5E-476F-9C4C-AF0E-BE1D08313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375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全能大主宰！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咱著唱歌，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齊聲謳咾上主尊名。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27357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9094A4C-2D34-9E4F-BD82-8B65AF4B2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023" y="1263375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掌理天地及海，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至尊、至高主宰！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9752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61B57F2-5710-8F44-9AE4-DC26A0118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625" y="1263375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萬聖攏敬拜；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冕旒、感恩、尊榮，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奉獻佇寶座前。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6807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887FCB9-C45F-2740-B1D3-3362A2384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4541"/>
            <a:ext cx="9114119" cy="368347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千千萬萬天軍，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暝日謳咾敬尊，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出聲感謝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永遠上帝大恩。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4459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81D6CD9-639C-CE46-A150-0CCEE4BF9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375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全智大主宰！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萬民大聲吟詩，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謳咾上帝慈悲。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3078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580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B797A19-BAAA-804F-879A-58E4BABBF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375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尊榮到萬世代，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謳咾三位是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獨一大主宰！阿們。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1356522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257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2024-10-18T16:24:22Z</dcterms:modified>
</cp:coreProperties>
</file>