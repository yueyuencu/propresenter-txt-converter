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417" r:id="rId2"/>
    <p:sldId id="25418" r:id="rId3"/>
    <p:sldId id="25419" r:id="rId4"/>
    <p:sldId id="2542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22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67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4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91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625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3205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2434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3832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2655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9329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690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1905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6743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635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114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316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世間眾人攏著恬靜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E58CF9A-69A0-EF4E-8247-53E1C7490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4700"/>
            <a:ext cx="9144000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世間眾人攏著恬靜，虔誠徛佇祂面前；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莫得掛慮世間俗事，逐項恩典祂賞賜；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上帝降臨祂的聖殿，咱著敬拜心敬虔。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755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世間眾人攏著恬靜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9FED9A0-8089-6343-B5BC-C3466BE1A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4700"/>
            <a:ext cx="9144000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王的王對馬利亞生，早前祂曾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塵世；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主的主穿人類衣裳，祂有血也有肉體；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將本身做活命米糧，賞賜信徒眾大家。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7601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世間眾人攏著恬靜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26043BC9-A8F5-C145-A004-1BE482F3D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4700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千萬天軍排列歸陣，前隊先鋒佇路中；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真光降落遍照四面，是對極榮光天堂；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地獄權勢消滅到盡，除去烏暗發昊光。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9338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世間眾人攏著恬靜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FDAF225-4979-0041-94A8-D27C457D6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" y="1694700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天使天軍跪主腳前，暝日謳咾無停止；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用翼遮面稱讚無停，大聲唱歌謳咾祂；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哈利路亞哈利路亞，哈利路亞主至聖！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837006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226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2024-11-29T16:07:32Z</dcterms:modified>
</cp:coreProperties>
</file>