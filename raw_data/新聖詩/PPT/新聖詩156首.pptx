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5277" r:id="rId2"/>
    <p:sldId id="5278" r:id="rId3"/>
    <p:sldId id="5279" r:id="rId4"/>
    <p:sldId id="5280" r:id="rId5"/>
    <p:sldId id="5281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040" y="-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24/2/23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=""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=""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=""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=""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=""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=""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=""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=""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=""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=""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18316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05362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18033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11329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38385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22579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9858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9837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95259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52582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1786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60384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=""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=""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131590"/>
            <a:ext cx="9145844" cy="3867894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慈愛的父，所疼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的主，</a:t>
            </a:r>
          </a:p>
          <a:p>
            <a:pPr>
              <a:spcBef>
                <a:spcPts val="3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求赦阮得罪祢； </a:t>
            </a:r>
          </a:p>
          <a:p>
            <a:pPr>
              <a:spcBef>
                <a:spcPts val="3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閣賞賜阮心神正義，</a:t>
            </a:r>
          </a:p>
          <a:p>
            <a:pPr>
              <a:spcBef>
                <a:spcPts val="3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互阮用聖潔服事祢，</a:t>
            </a:r>
          </a:p>
          <a:p>
            <a:pPr>
              <a:spcBef>
                <a:spcPts val="3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心存敬虔吟詩。</a:t>
            </a:r>
          </a:p>
          <a:p>
            <a:pPr algn="r">
              <a:spcBef>
                <a:spcPts val="3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=""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55576" y="1059582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=""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 smtClean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慈愛的</a:t>
            </a:r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父，所疼的主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947455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=""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=""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131590"/>
            <a:ext cx="9145844" cy="3867894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阮愛學習在早使徒，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加利利的海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受主揀召家業無愛，</a:t>
            </a:r>
          </a:p>
          <a:p>
            <a:pPr>
              <a:spcBef>
                <a:spcPts val="3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專心隨主入心靈界，</a:t>
            </a:r>
          </a:p>
          <a:p>
            <a:pPr>
              <a:spcBef>
                <a:spcPts val="3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常常歡喜服事。</a:t>
            </a:r>
          </a:p>
          <a:p>
            <a:pPr algn="r">
              <a:spcBef>
                <a:spcPts val="3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=""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 smtClean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慈愛的</a:t>
            </a:r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父，所疼的主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=""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55576" y="1059582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96350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=""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=""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131590"/>
            <a:ext cx="9145844" cy="3867894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阮今欣慕心神恬靜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親像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高山頂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救主及父交陪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情景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助阮學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主心得安寧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加添疼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主心情。</a:t>
            </a:r>
          </a:p>
          <a:p>
            <a:pPr algn="r">
              <a:spcBef>
                <a:spcPts val="3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=""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 smtClean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慈愛的</a:t>
            </a:r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父，所疼的主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=""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55576" y="1059582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23350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=""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=""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131590"/>
            <a:ext cx="9145844" cy="3867894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阮愛安靜閣大恭敬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尋主滿心歡喜；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會通聽祢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至好教示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願祢助阮承受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真理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若食嗎哪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滋味。</a:t>
            </a:r>
          </a:p>
          <a:p>
            <a:pPr algn="r">
              <a:spcBef>
                <a:spcPts val="3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=""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 smtClean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慈愛的</a:t>
            </a:r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父，所疼的主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=""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55576" y="1059582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0304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=""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=""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131590"/>
            <a:ext cx="9145844" cy="3867894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求祢施恩若天落雨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洗除鬪爭怨聲；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求祢除阮憂愁驚惶，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助阮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一切所講所行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3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有祢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和平、相疼。</a:t>
            </a:r>
          </a:p>
          <a:p>
            <a:pPr algn="r">
              <a:spcBef>
                <a:spcPts val="3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=""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 smtClean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慈愛的</a:t>
            </a:r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父，所疼的主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=""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55576" y="1059582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00420005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20648</TotalTime>
  <Words>190</Words>
  <Application>Microsoft Macintosh PowerPoint</Application>
  <PresentationFormat>如螢幕大小 (16:9)</PresentationFormat>
  <Paragraphs>45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5_Office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4714</cp:revision>
  <dcterms:created xsi:type="dcterms:W3CDTF">2009-02-27T08:32:01Z</dcterms:created>
  <dcterms:modified xsi:type="dcterms:W3CDTF">2024-02-23T15:09:30Z</dcterms:modified>
</cp:coreProperties>
</file>