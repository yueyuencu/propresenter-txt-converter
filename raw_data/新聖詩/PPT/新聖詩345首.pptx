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82" r:id="rId2"/>
    <p:sldId id="5283" r:id="rId3"/>
    <p:sldId id="5284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36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44000" cy="3096344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阮心歡喜吟詩出聲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，阮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的祈禱求主聽，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知祢常常及阮徛起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，祢牽阮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手相同行。</a:t>
            </a: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祢牽阮手祢牽阮手，祢逐位牽阮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同行。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29653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44000" cy="3096344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阮若抵著憂悶艱苦，求主施恩來看顧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互阮知祢及阮徛起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，賜阮氣力來保護。</a:t>
            </a: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賜阮氣力賜阮氣力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，祢賜氣力來保護。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22200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491630"/>
            <a:ext cx="9144000" cy="3096344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阮若抵著悲傷病疼，抑是困難啲驚惶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助阮知祢及阮徛起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，祢照顧阮得勇健。</a:t>
            </a: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祢照顧阮祢照顧阮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，祢逐時顧阮勇健。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3.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113244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91</Words>
  <Application>Microsoft Macintosh PowerPoint</Application>
  <PresentationFormat>如螢幕大小 (16:9)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2022-09-16T17:10:05Z</dcterms:modified>
</cp:coreProperties>
</file>