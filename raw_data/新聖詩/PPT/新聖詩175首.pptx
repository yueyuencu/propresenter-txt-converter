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300" r:id="rId2"/>
    <p:sldId id="5301" r:id="rId3"/>
    <p:sldId id="5302" r:id="rId4"/>
    <p:sldId id="5303" r:id="rId5"/>
    <p:sldId id="5304" r:id="rId6"/>
    <p:sldId id="5305" r:id="rId7"/>
    <p:sldId id="5306" r:id="rId8"/>
    <p:sldId id="5307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08" y="-3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新的地，新的天，上帝的靈運行；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新種籽，新創造，活命的靈運行；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新男性，新女性，上帝形像運行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540416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主唱新歌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萬有換新。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互萬有換新。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79512" y="1203598"/>
            <a:ext cx="24117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837824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新疼痛，新憐憫，上帝的靈運行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新力量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，新希望，活命的靈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運行；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新的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心，新精神，上帝形像運行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17787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主唱新歌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萬有換新。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互萬有換新。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79512" y="1203598"/>
            <a:ext cx="24117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59643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新思想，新智慧，上帝的靈運行；</a:t>
            </a: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新律法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，新契約，活命的靈運行；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新名字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，新性格，上帝形像運行。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3-1.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259655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主唱新歌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萬有換新。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互萬有換新。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79512" y="1203598"/>
            <a:ext cx="24117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93012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新的地，新的天，上帝的靈運行；</a:t>
            </a: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新性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命，新創造，活命的靈運行；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新男性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，新女性，上帝形像運行。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51014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419622"/>
            <a:ext cx="9114119" cy="3384376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主唱新歌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萬有換新。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互萬有換新。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79512" y="1203598"/>
            <a:ext cx="24117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496495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20651</TotalTime>
  <Words>284</Words>
  <Application>Microsoft Macintosh PowerPoint</Application>
  <PresentationFormat>如螢幕大小 (16:9)</PresentationFormat>
  <Paragraphs>52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4716</cp:revision>
  <dcterms:created xsi:type="dcterms:W3CDTF">2009-02-27T08:32:01Z</dcterms:created>
  <dcterms:modified xsi:type="dcterms:W3CDTF">2023-09-09T09:52:50Z</dcterms:modified>
</cp:coreProperties>
</file>