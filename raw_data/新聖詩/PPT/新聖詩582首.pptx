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417" r:id="rId2"/>
    <p:sldId id="25418" r:id="rId3"/>
    <p:sldId id="25419" r:id="rId4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9" autoAdjust="0"/>
    <p:restoredTop sz="92287" autoAdjust="0"/>
  </p:normalViewPr>
  <p:slideViewPr>
    <p:cSldViewPr>
      <p:cViewPr varScale="1">
        <p:scale>
          <a:sx n="149" d="100"/>
          <a:sy n="149" d="100"/>
        </p:scale>
        <p:origin x="184" y="3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2025/9/6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4826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71584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2552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90475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930173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88991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114255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626472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21967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981309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39271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72073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329070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57415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01104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563638"/>
            <a:ext cx="9144000" cy="3389376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慈悲疼痛大人君，願祢照顧我靈魂，</a:t>
            </a:r>
            <a:endParaRPr lang="en-US" altLang="zh-TW" sz="38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6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大湧若山蓋落來，大風猖狂若吼獅；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6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除死以外攏無路，這身願祢肯照顧，</a:t>
            </a:r>
            <a:endParaRPr lang="en-US" altLang="zh-TW" sz="38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6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導我平安到天城，謳咾上帝大尊名。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600"/>
              </a:spcBef>
            </a:pPr>
            <a:r>
              <a:rPr lang="zh-TW" altLang="en-US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582</a:t>
            </a:r>
            <a:r>
              <a:rPr lang="zh-TW" altLang="en-US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zh-TW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/3)</a:t>
            </a:r>
            <a:r>
              <a:rPr lang="zh-TW" altLang="en-US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251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42564" y="885170"/>
            <a:ext cx="115212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D76D9EE5-382F-0843-8513-A126BB6471A4}"/>
              </a:ext>
            </a:extLst>
          </p:cNvPr>
          <p:cNvGrpSpPr/>
          <p:nvPr/>
        </p:nvGrpSpPr>
        <p:grpSpPr>
          <a:xfrm>
            <a:off x="1403648" y="408795"/>
            <a:ext cx="5765480" cy="769442"/>
            <a:chOff x="1136426" y="338668"/>
            <a:chExt cx="5765480" cy="769442"/>
          </a:xfrm>
        </p:grpSpPr>
        <p:sp>
          <p:nvSpPr>
            <p:cNvPr id="7" name="矩形: 圓角 2">
              <a:extLst>
                <a:ext uri="{FF2B5EF4-FFF2-40B4-BE49-F238E27FC236}">
                  <a16:creationId xmlns:a16="http://schemas.microsoft.com/office/drawing/2014/main" id="{85595427-AF5A-FB44-944C-F5ADE05CCCD9}"/>
                </a:ext>
              </a:extLst>
            </p:cNvPr>
            <p:cNvSpPr/>
            <p:nvPr/>
          </p:nvSpPr>
          <p:spPr>
            <a:xfrm>
              <a:off x="1136426" y="338669"/>
              <a:ext cx="5760640" cy="769441"/>
            </a:xfrm>
            <a:prstGeom prst="roundRect">
              <a:avLst/>
            </a:prstGeom>
            <a:solidFill>
              <a:srgbClr val="FBF4BD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新細明體"/>
                <a:cs typeface="+mn-cs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5854FC9A-297D-9B42-80B8-E0B2423245BD}"/>
                </a:ext>
              </a:extLst>
            </p:cNvPr>
            <p:cNvSpPr txBox="1"/>
            <p:nvPr/>
          </p:nvSpPr>
          <p:spPr>
            <a:xfrm>
              <a:off x="1141266" y="338668"/>
              <a:ext cx="576064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zh-TW" altLang="en-US" sz="4400" b="1" dirty="0">
                  <a:solidFill>
                    <a:srgbClr val="000000"/>
                  </a:solidFill>
                  <a:latin typeface="全宋體-2" pitchFamily="18" charset="-120"/>
                  <a:ea typeface="全宋體-2" pitchFamily="18" charset="-120"/>
                  <a:cs typeface="微軟正黑體"/>
                </a:rPr>
                <a:t>慈悲疼痛大人君</a:t>
              </a:r>
              <a:endParaRPr kumimoji="1" lang="zh-TW" altLang="en-US" sz="4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1245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563638"/>
            <a:ext cx="9144000" cy="3389376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除去主耶穌以外，我無逃閃城通倚，</a:t>
            </a:r>
          </a:p>
          <a:p>
            <a:pPr>
              <a:spcBef>
                <a:spcPts val="6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無人通靠通親近，軟弱厭倦我靈魂；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6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今將萬事交託祢，願祢歡喜來指示，</a:t>
            </a:r>
          </a:p>
          <a:p>
            <a:pPr>
              <a:spcBef>
                <a:spcPts val="6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互我歇佇祢翼下，照顧引導攏無替。</a:t>
            </a:r>
          </a:p>
          <a:p>
            <a:pPr algn="r">
              <a:spcBef>
                <a:spcPts val="600"/>
              </a:spcBef>
            </a:pPr>
            <a:r>
              <a:rPr lang="zh-TW" altLang="en-US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582</a:t>
            </a:r>
            <a:r>
              <a:rPr lang="zh-TW" altLang="en-US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(2/3)</a:t>
            </a:r>
            <a:r>
              <a:rPr lang="zh-TW" altLang="en-US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251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42564" y="885170"/>
            <a:ext cx="115212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8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D76D9EE5-382F-0843-8513-A126BB6471A4}"/>
              </a:ext>
            </a:extLst>
          </p:cNvPr>
          <p:cNvGrpSpPr/>
          <p:nvPr/>
        </p:nvGrpSpPr>
        <p:grpSpPr>
          <a:xfrm>
            <a:off x="1403648" y="408795"/>
            <a:ext cx="5765480" cy="769442"/>
            <a:chOff x="1136426" y="338668"/>
            <a:chExt cx="5765480" cy="769442"/>
          </a:xfrm>
        </p:grpSpPr>
        <p:sp>
          <p:nvSpPr>
            <p:cNvPr id="7" name="矩形: 圓角 2">
              <a:extLst>
                <a:ext uri="{FF2B5EF4-FFF2-40B4-BE49-F238E27FC236}">
                  <a16:creationId xmlns:a16="http://schemas.microsoft.com/office/drawing/2014/main" id="{85595427-AF5A-FB44-944C-F5ADE05CCCD9}"/>
                </a:ext>
              </a:extLst>
            </p:cNvPr>
            <p:cNvSpPr/>
            <p:nvPr/>
          </p:nvSpPr>
          <p:spPr>
            <a:xfrm>
              <a:off x="1136426" y="338669"/>
              <a:ext cx="5760640" cy="769441"/>
            </a:xfrm>
            <a:prstGeom prst="roundRect">
              <a:avLst/>
            </a:prstGeom>
            <a:solidFill>
              <a:srgbClr val="FBF4BD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新細明體"/>
                <a:cs typeface="+mn-cs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5854FC9A-297D-9B42-80B8-E0B2423245BD}"/>
                </a:ext>
              </a:extLst>
            </p:cNvPr>
            <p:cNvSpPr txBox="1"/>
            <p:nvPr/>
          </p:nvSpPr>
          <p:spPr>
            <a:xfrm>
              <a:off x="1141266" y="338668"/>
              <a:ext cx="576064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zh-TW" altLang="en-US" sz="4400" b="1" dirty="0">
                  <a:solidFill>
                    <a:srgbClr val="000000"/>
                  </a:solidFill>
                  <a:latin typeface="全宋體-2" pitchFamily="18" charset="-120"/>
                  <a:ea typeface="全宋體-2" pitchFamily="18" charset="-120"/>
                  <a:cs typeface="微軟正黑體"/>
                </a:rPr>
                <a:t>慈悲疼痛大人君</a:t>
              </a:r>
              <a:endParaRPr kumimoji="1" lang="zh-TW" altLang="en-US" sz="4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80846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563638"/>
            <a:ext cx="9144000" cy="3389376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我的身體滿滿是，污穢罪惡啲交纏，</a:t>
            </a:r>
            <a:endParaRPr lang="en-US" altLang="zh-TW" sz="38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6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祢的恩惠不止深，閣有至誠真實心；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6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流祢寶血洗我白，互我內外親像雪，</a:t>
            </a:r>
            <a:endParaRPr lang="en-US" altLang="zh-TW" sz="38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6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願祢安慰我靈魂，雖是軟弱免憂悶。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600"/>
              </a:spcBef>
            </a:pPr>
            <a:r>
              <a:rPr lang="zh-TW" altLang="en-US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582</a:t>
            </a:r>
            <a:r>
              <a:rPr lang="zh-TW" altLang="en-US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(3/3)</a:t>
            </a:r>
            <a:r>
              <a:rPr lang="zh-TW" altLang="en-US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251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42564" y="885170"/>
            <a:ext cx="115212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D76D9EE5-382F-0843-8513-A126BB6471A4}"/>
              </a:ext>
            </a:extLst>
          </p:cNvPr>
          <p:cNvGrpSpPr/>
          <p:nvPr/>
        </p:nvGrpSpPr>
        <p:grpSpPr>
          <a:xfrm>
            <a:off x="1403648" y="408795"/>
            <a:ext cx="5765480" cy="769442"/>
            <a:chOff x="1136426" y="338668"/>
            <a:chExt cx="5765480" cy="769442"/>
          </a:xfrm>
        </p:grpSpPr>
        <p:sp>
          <p:nvSpPr>
            <p:cNvPr id="7" name="矩形: 圓角 2">
              <a:extLst>
                <a:ext uri="{FF2B5EF4-FFF2-40B4-BE49-F238E27FC236}">
                  <a16:creationId xmlns:a16="http://schemas.microsoft.com/office/drawing/2014/main" id="{85595427-AF5A-FB44-944C-F5ADE05CCCD9}"/>
                </a:ext>
              </a:extLst>
            </p:cNvPr>
            <p:cNvSpPr/>
            <p:nvPr/>
          </p:nvSpPr>
          <p:spPr>
            <a:xfrm>
              <a:off x="1136426" y="338669"/>
              <a:ext cx="5760640" cy="769441"/>
            </a:xfrm>
            <a:prstGeom prst="roundRect">
              <a:avLst/>
            </a:prstGeom>
            <a:solidFill>
              <a:srgbClr val="FBF4BD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新細明體"/>
                <a:cs typeface="+mn-cs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5854FC9A-297D-9B42-80B8-E0B2423245BD}"/>
                </a:ext>
              </a:extLst>
            </p:cNvPr>
            <p:cNvSpPr txBox="1"/>
            <p:nvPr/>
          </p:nvSpPr>
          <p:spPr>
            <a:xfrm>
              <a:off x="1141266" y="338668"/>
              <a:ext cx="576064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zh-TW" altLang="en-US" sz="4400" b="1" dirty="0">
                  <a:solidFill>
                    <a:srgbClr val="000000"/>
                  </a:solidFill>
                  <a:latin typeface="全宋體-2" pitchFamily="18" charset="-120"/>
                  <a:ea typeface="全宋體-2" pitchFamily="18" charset="-120"/>
                  <a:cs typeface="微軟正黑體"/>
                </a:rPr>
                <a:t>慈悲疼痛大人君</a:t>
              </a:r>
              <a:endParaRPr kumimoji="1" lang="zh-TW" altLang="en-US" sz="4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66194026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20631</TotalTime>
  <Words>205</Words>
  <Application>Microsoft Macintosh PowerPoint</Application>
  <PresentationFormat>如螢幕大小 (16:9)</PresentationFormat>
  <Paragraphs>24</Paragraphs>
  <Slides>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4698</cp:revision>
  <dcterms:created xsi:type="dcterms:W3CDTF">2009-02-27T08:32:01Z</dcterms:created>
  <dcterms:modified xsi:type="dcterms:W3CDTF">2025-09-06T00:32:14Z</dcterms:modified>
</cp:coreProperties>
</file>