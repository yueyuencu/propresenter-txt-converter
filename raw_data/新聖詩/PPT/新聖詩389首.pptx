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124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636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7950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3181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9468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1664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9521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7069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736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8977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0118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178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618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2024/4/19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886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35596" y="345048"/>
            <a:ext cx="67687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8" y="1275606"/>
            <a:ext cx="9145844" cy="367240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謳咾上帝，至高、至尊，</a:t>
            </a:r>
          </a:p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造化的主，萬福原本；</a:t>
            </a:r>
          </a:p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天頂聖使，天下萬民，</a:t>
            </a:r>
          </a:p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永遠謳咾父、子、聖神。阿們。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49632" y="345048"/>
            <a:ext cx="6754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謳咾上帝，至高、至尊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4940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20617</TotalTime>
  <Words>56</Words>
  <Application>Microsoft Macintosh PowerPoint</Application>
  <PresentationFormat>如螢幕大小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4688</cp:revision>
  <dcterms:created xsi:type="dcterms:W3CDTF">2009-02-27T08:32:01Z</dcterms:created>
  <dcterms:modified xsi:type="dcterms:W3CDTF">2024-04-19T15:39:48Z</dcterms:modified>
</cp:coreProperties>
</file>