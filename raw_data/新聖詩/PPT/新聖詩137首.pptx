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35" r:id="rId2"/>
    <p:sldId id="25636" r:id="rId3"/>
    <p:sldId id="25637" r:id="rId4"/>
    <p:sldId id="25638" r:id="rId5"/>
    <p:sldId id="25639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5" autoAdjust="0"/>
    <p:restoredTop sz="92294" autoAdjust="0"/>
  </p:normalViewPr>
  <p:slideViewPr>
    <p:cSldViewPr>
      <p:cViewPr varScale="1">
        <p:scale>
          <a:sx n="120" d="100"/>
          <a:sy n="120" d="100"/>
        </p:scale>
        <p:origin x="138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65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472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717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146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591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8336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060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094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8366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649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3173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9333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7586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4758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7757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377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198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羊九十九倒啲平安，攏受羊廄保護，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只有一隻失迷山間，離開羊廄迷路；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流浪山嶺遍行荒埔，無受良牧管理照顧，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無受良牧管理照顧。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羊九十九倒啲平安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419622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7488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廄內賰羊猶九十九，豈</a:t>
            </a:r>
            <a:r>
              <a:rPr lang="zh-TW" altLang="en-US" sz="37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足主心意？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主講彼隻也是屬我，現今及我相離。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路途雖然嵁硈斜斜，著去曠野尋羊來遮，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著去曠野尋羊來遮。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羊九十九倒啲平安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419622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0039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受贖的人無一個知，主潦偌深溪水，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所過暗暝偌長偌害，才到迷羊的位；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主到曠野聽見羊聲，枵餓無力欲死真驚，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枵餓無力欲死真驚。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羊九十九倒啲平安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419622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2208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路中血跡逐位染紅，這血對叨位來？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主流寶血顯明疼痛，互羊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免受害；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救主腳手受傷跡跡，為著尋羊互莿所刺，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為著尋羊互莿所刺。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羊九十九倒啲平安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419622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6839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山坪山嵌山腰逐旁 有聲對遐啲起，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音韻響亮透上天庭，尋著我羊歡喜！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寶座四圍天使應聲，歡喜迷羊倒來天城！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歡喜迷羊倒來天城！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137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463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羊九十九倒啲平安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7504" y="1419622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3092816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20645</TotalTime>
  <Words>333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2024-08-02T14:41:56Z</dcterms:modified>
</cp:coreProperties>
</file>