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912" y="-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疼痛真光，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大烏暗包圍中</a:t>
            </a:r>
            <a:r>
              <a:rPr lang="en-US" altLang="zh-TW" dirty="0" smtClean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求祢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導我，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暗暝更深離開真遠家鄉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，求祢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導我；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互我無求會看真遠路途，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扶持腳步，站站引導保護。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1135337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我前未曾求祢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的大氣力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來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引導我，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自專揀選無愛受主管轄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，今著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導我；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我前奢華，雖有驚惶搖泏，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驕傲的心，互我謙卑近倚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8385008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永遠權能，的確給我賜福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，穩當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導我，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經過荒埔，抑是死蔭山谷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，穩當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導我；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光明顯現，聖徒、天使相連，   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  朋友親人接我享福萬年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73222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134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2015-01-02T15:01:05Z</dcterms:modified>
</cp:coreProperties>
</file>