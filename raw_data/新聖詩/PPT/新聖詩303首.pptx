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577" r:id="rId2"/>
    <p:sldId id="27578" r:id="rId3"/>
    <p:sldId id="27579" r:id="rId4"/>
    <p:sldId id="27580" r:id="rId5"/>
    <p:sldId id="27581" r:id="rId6"/>
    <p:sldId id="2758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38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205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00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631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228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87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137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3882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82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420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794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142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14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724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6007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9811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297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518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804180B-C1A7-7A49-ADB6-C22094994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1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主，我欲謳咾祢，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我欲報揚祢奇妙大權能，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歸榮光祢聖名。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82148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23BF30D-A35D-3F4E-9897-F0A9D563D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主，我欲謳咾祢，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對祢欲尋著人生的喜樂，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6247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DA98D1A-DFAA-2D49-95C6-F15A11AFA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主，我真實疼祢，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我欲報揚祢奇妙大權能，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歸榮光祢聖名。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0448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7B1F291-2DA2-C846-944E-0A510B6F2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050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主，我真實疼祢，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對祢欲尋著人生的喜樂，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1234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129EDAA-874A-5443-9D96-81DCC73DF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主，我欲服事祢，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我欲報揚祢奇妙大權能，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歸榮光祢聖名。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767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02248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主，我欲謳咾祢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797929"/>
            <a:ext cx="147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2922613-1087-B348-A269-14E612712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544" y="1203598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主，我欲服事祢，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盡心盡意，</a:t>
            </a:r>
            <a:endParaRPr lang="en-US" altLang="zh-TW" sz="40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對祢欲尋著人生的喜樂，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998054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247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2025-10-04T10:05:23Z</dcterms:modified>
</cp:coreProperties>
</file>