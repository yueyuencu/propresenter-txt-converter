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2" r:id="rId2"/>
    <p:sldId id="5273" r:id="rId3"/>
    <p:sldId id="5274" r:id="rId4"/>
    <p:sldId id="5275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72" y="-6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23/8/5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天父疼咱世間眾人，賞賜獨生聖子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拯救贖回顯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明疼痛，天父實在是疼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父上帝真正是疼，連我也得祂疼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赦我一切污穢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罪過，天父上帝是疼。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960294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雖然我有罪過極重，悖逆天父聖名，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做主對敵是我此人，猶久祂也是疼。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天父上帝真正是疼，連我也得祂疼；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赦我一切污穢罪過，天父上帝是疼。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787459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聖子耶穌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釘十架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，替咱受苦慘死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是為著咱贖咱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罪債，祂疼親像按呢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天父上帝真正是疼，連我也得祂疼；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赦我一切污穢罪過，天父上帝是疼。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662363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45638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天父疼痛即深即大，眾人應該識祂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著緊緊來大家近倚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，得救著趁此時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父上帝真正是疼，連我也得祂疼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赦我一切污穢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罪過，天父上帝是疼。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114422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162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4688</cp:revision>
  <dcterms:created xsi:type="dcterms:W3CDTF">2009-02-27T08:32:01Z</dcterms:created>
  <dcterms:modified xsi:type="dcterms:W3CDTF">2023-08-05T08:06:50Z</dcterms:modified>
</cp:coreProperties>
</file>