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288" y="-6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恁以色列族著照誠實講，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若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是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上帝伸手照顧阮，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若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是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上帝本身保護阮，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當對敵起來包圍攻擊阮，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發大受氣，阮就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互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吞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去。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06913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彼時有艱難臨到阮身軀，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若大水兇狂淹阮到欲死；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感謝主上帝拯救阮脫離，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對敵欲吞阮若兇惡野獸，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感謝上帝伸出權能的手。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32083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阮親像鳥隻，對敵設羅網，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阮曾受掠去，四面無向望，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羅網今破裂，靈魂得解放；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救贖主上帝，創造大主宰，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阮靠祂名永遠免受陷害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880960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105</Words>
  <Application>Microsoft Macintosh PowerPoint</Application>
  <PresentationFormat>如螢幕大小 (4:3)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2015-11-14T14:51:54Z</dcterms:modified>
</cp:coreProperties>
</file>