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7" r:id="rId2"/>
    <p:sldId id="5278" r:id="rId3"/>
    <p:sldId id="5279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760" y="-6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20/5/16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厝若是主給咱起，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起造是拍損工；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城若是主守齊備，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就人顧城空空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2762476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恁早早起，磨到暗暝，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趁食是無採工；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啲睏的時，主將好物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互祂所疼的人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0937120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子孫多多佇厝整齊，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若準勇士的箭；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囝仔大細是主寶貝，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是咱產業福氣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8275193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83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2020-05-16T15:19:25Z</dcterms:modified>
</cp:coreProperties>
</file>