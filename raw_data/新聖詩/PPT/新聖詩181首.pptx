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6708" r:id="rId2"/>
    <p:sldId id="26709" r:id="rId3"/>
    <p:sldId id="26710" r:id="rId4"/>
    <p:sldId id="26711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19" autoAdjust="0"/>
    <p:restoredTop sz="92214" autoAdjust="0"/>
  </p:normalViewPr>
  <p:slideViewPr>
    <p:cSldViewPr>
      <p:cViewPr>
        <p:scale>
          <a:sx n="150" d="100"/>
          <a:sy n="150" d="100"/>
        </p:scale>
        <p:origin x="568" y="14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2025/3/21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9040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8326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26765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9761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42984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23951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6366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9061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912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45132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22293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17116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62193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08040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57851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97497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195736" y="339502"/>
            <a:ext cx="46805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195736" y="339501"/>
            <a:ext cx="46805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同心謳咾天父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547664" y="1341390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7690FE40-C1E3-7C4F-B983-63F51CBF7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1391"/>
            <a:ext cx="9174088" cy="367863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同心謳咾天父，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自然永活上帝，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疼痛、憐憫無窮無盡，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照顧天頂地下。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181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720691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195736" y="339502"/>
            <a:ext cx="46805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195736" y="339501"/>
            <a:ext cx="46805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同心謳咾天父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547664" y="1341390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7690FE40-C1E3-7C4F-B983-63F51CBF7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1391"/>
            <a:ext cx="9174088" cy="367863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謳咾耶穌尊名，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上帝獨生的子，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功勞極大，贖人罪過，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替咱放拺生命。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181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782148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195736" y="339502"/>
            <a:ext cx="46805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195736" y="339501"/>
            <a:ext cx="46805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同心謳咾天父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547664" y="1341390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7690FE40-C1E3-7C4F-B983-63F51CBF7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1391"/>
            <a:ext cx="9174088" cy="367863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謳咾上帝聖神，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權能感化萬民，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對天降臨𫢶人的心，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互咱改舊換新。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181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456883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195736" y="339502"/>
            <a:ext cx="4680520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195736" y="339501"/>
            <a:ext cx="46805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同心謳咾天父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547664" y="1341390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7690FE40-C1E3-7C4F-B983-63F51CBF7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1391"/>
            <a:ext cx="9174088" cy="367863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謳咾三位一體，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父、子、聖神上帝，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至尊、至大，萬有主宰，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謳咾到萬萬世。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181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885308569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20648</TotalTime>
  <Words>160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4705</cp:revision>
  <dcterms:created xsi:type="dcterms:W3CDTF">2009-02-27T08:32:01Z</dcterms:created>
  <dcterms:modified xsi:type="dcterms:W3CDTF">2025-03-21T14:22:58Z</dcterms:modified>
</cp:coreProperties>
</file>