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5290" r:id="rId2"/>
    <p:sldId id="5291" r:id="rId3"/>
    <p:sldId id="5292" r:id="rId4"/>
    <p:sldId id="5293" r:id="rId5"/>
    <p:sldId id="5294" r:id="rId6"/>
    <p:sldId id="5295" r:id="rId7"/>
    <p:sldId id="5296" r:id="rId8"/>
    <p:sldId id="5297" r:id="rId9"/>
    <p:sldId id="5298" r:id="rId10"/>
    <p:sldId id="5299" r:id="rId11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328" y="-13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interSettings" Target="printerSettings/printerSettings1.bin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21/12/11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9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10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21/12/11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21/12/11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21/12/11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21/12/11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21/12/11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21/12/11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21/12/11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21/12/11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21/12/11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21/12/11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21/12/11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21/12/11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602" y="1203598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施恩上帝，榮光上帝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賜能力互眾子類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完成歷代聖會事工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若苺展開花蕊媠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83518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875679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419622"/>
            <a:ext cx="9114119" cy="288032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賜阮智慧，賜阮勇氣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面對挑戰趁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此時</a:t>
            </a: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38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面對挑戰趁</a:t>
            </a: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此時。 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83518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86000" y="2110085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402158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602" y="1203598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看四面惡勢力包圍，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攻擊基督，反真道！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驚惶、綑縛，今得解放，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信心堅定常謳咾。 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83518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5886783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419622"/>
            <a:ext cx="9114119" cy="288032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賜阮智慧，賜阮勇氣，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人生逐日得扶持，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人生逐日得扶持。 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83518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86000" y="2110085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916992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602" y="1203598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求祢改造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好鬪品性</a:t>
            </a: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驕傲倔強，變謙卑；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放縱、自私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，呣知</a:t>
            </a: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見誚，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物質豐富，靈空虛。 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83518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4189804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419622"/>
            <a:ext cx="9114119" cy="288032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賜阮智慧，賜阮勇氣，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天國目標無偏離，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天國目標無偏離。 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83518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86000" y="2110085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050740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602" y="1203598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導阮行向崇高目標，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謹慎言行，勤做工；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穿主基督仁慈盔甲，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互受掠的得解放。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83518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4-1.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0761521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602" y="1203598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賜阮智慧，賜阮勇氣，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無互祢及人失望，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無互祢及人失望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83518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4-2.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483951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602" y="1203598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救阮脫離軟弱意志，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痛悔罪惡，恨不義；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用祢救贖極大恩賜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做阮榮光到一世</a:t>
            </a: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38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83518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9853877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602" y="1203598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賜阮智慧，賜阮勇氣，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永遠敬拜服事祢，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永遠敬拜服事祢。阿們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83518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4753920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20638</TotalTime>
  <Words>325</Words>
  <Application>Microsoft Macintosh PowerPoint</Application>
  <PresentationFormat>如螢幕大小 (16:9)</PresentationFormat>
  <Paragraphs>65</Paragraphs>
  <Slides>10</Slides>
  <Notes>10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1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4700</cp:revision>
  <dcterms:created xsi:type="dcterms:W3CDTF">2009-02-27T08:32:01Z</dcterms:created>
  <dcterms:modified xsi:type="dcterms:W3CDTF">2021-12-11T13:55:32Z</dcterms:modified>
</cp:coreProperties>
</file>