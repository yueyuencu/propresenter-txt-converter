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417" r:id="rId2"/>
    <p:sldId id="25418" r:id="rId3"/>
    <p:sldId id="25419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9CFD202-B98D-5845-ACC2-8ECD498FBAB6}">
          <p14:sldIdLst>
            <p14:sldId id="25417"/>
            <p14:sldId id="25418"/>
            <p14:sldId id="254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54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2024/7/5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15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898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542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9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27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65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9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60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08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0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2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26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197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57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咱著信靠上帝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咱著信靠上帝，盡職向前無退，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深信向望靠主來行，一切工作會成；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驚惶咱著除去，向望莫得餒志，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上帝知咱一切苦難，憐憫體貼幫助。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618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/3)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0246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咱著信靠上帝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經過人生風波，救主為咱開路，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吞愞聽候救主安排，到尾平安自在；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願主掌權治理，趁祂命令指示，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就知救主奇妙聖手、智慧權能拯救。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618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90588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咱著信靠上帝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今阮無論死活，傳報真理無息，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宣揚救主疼痛名字，直到臨終彼時；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主祢知阮軟弱，鑒察念頭私慾，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求祢助阮軟弱腳手，逐時扶持保守。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618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0801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05886112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20654</TotalTime>
  <Words>185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4705</cp:revision>
  <dcterms:created xsi:type="dcterms:W3CDTF">2009-02-27T08:32:01Z</dcterms:created>
  <dcterms:modified xsi:type="dcterms:W3CDTF">2024-07-05T14:43:40Z</dcterms:modified>
</cp:coreProperties>
</file>