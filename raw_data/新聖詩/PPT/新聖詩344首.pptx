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5276" r:id="rId2"/>
    <p:sldId id="5277" r:id="rId3"/>
    <p:sldId id="5278" r:id="rId4"/>
    <p:sldId id="5279" r:id="rId5"/>
  </p:sldIdLst>
  <p:sldSz cx="9144000" cy="6858000" type="screen4x3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800" autoAdjust="0"/>
    <p:restoredTop sz="92266" autoAdjust="0"/>
  </p:normalViewPr>
  <p:slideViewPr>
    <p:cSldViewPr>
      <p:cViewPr>
        <p:scale>
          <a:sx n="60" d="100"/>
          <a:sy n="60" d="100"/>
        </p:scale>
        <p:origin x="-1976" y="-35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printerSettings" Target="printerSettings/printerSettings1.bin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 smtClean="0"/>
              <a:t>按一下以編輯母片文字樣式</a:t>
            </a:r>
          </a:p>
          <a:p>
            <a:pPr lvl="1"/>
            <a:r>
              <a:rPr lang="zh-TW" altLang="en-US" noProof="0" smtClean="0"/>
              <a:t>第二層</a:t>
            </a:r>
          </a:p>
          <a:p>
            <a:pPr lvl="2"/>
            <a:r>
              <a:rPr lang="zh-TW" altLang="en-US" noProof="0" smtClean="0"/>
              <a:t>第三層</a:t>
            </a:r>
          </a:p>
          <a:p>
            <a:pPr lvl="3"/>
            <a:r>
              <a:rPr lang="zh-TW" altLang="en-US" noProof="0" smtClean="0"/>
              <a:t>第四層</a:t>
            </a:r>
          </a:p>
          <a:p>
            <a:pPr lvl="4"/>
            <a:r>
              <a:rPr lang="zh-TW" altLang="en-US" noProof="0" smtClean="0"/>
              <a:t>第五層</a:t>
            </a:r>
            <a:endParaRPr lang="zh-TW" altLang="en-US" noProof="0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1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2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3</a:t>
            </a:fld>
            <a:endParaRPr lang="zh-TW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 smtClean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CA8482F0-FFB9-4C2D-B0E0-44107A6421FF}" type="slidenum">
              <a:rPr lang="zh-TW" altLang="en-US" smtClean="0"/>
              <a:pPr>
                <a:defRPr/>
              </a:pPr>
              <a:t>4</a:t>
            </a:fld>
            <a:endParaRPr lang="zh-TW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 smtClean="0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l="-7000" r="-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smtClean="0"/>
              <a:t>按一下以編輯母片文字樣式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2014/9/20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1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救主耶穌，願祢來聽，我懇求的聲；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祢大施恩，靠祢尊名，深信的確成。</a:t>
            </a:r>
            <a:r>
              <a:rPr lang="en-US" altLang="zh-TW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 </a:t>
            </a:r>
            <a:endParaRPr lang="zh-TW" altLang="en-US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r>
              <a:rPr lang="en-US" altLang="zh-TW" b="1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b="1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救主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！救主！願祢聽我求，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我有欠缺，祢大富有，懇求祢賞賜。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344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1/4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479</a:t>
            </a:r>
            <a:endParaRPr lang="zh-TW" altLang="en-US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140481635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2</a:t>
            </a:r>
            <a:r>
              <a:rPr lang="en-US" altLang="zh-TW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我佇救主面前反悔，吐氣我污穢；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給我洗清，除去我罪，主祢的確會。</a:t>
            </a:r>
          </a:p>
          <a:p>
            <a:r>
              <a:rPr lang="en-US" altLang="zh-TW" b="1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b="1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救主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！救主！願祢聽我求，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我有欠缺，祢大富有，懇求祢賞賜。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344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2/4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479</a:t>
            </a:r>
            <a:endParaRPr lang="zh-TW" altLang="en-US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425019999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3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救主耶穌祢大功勞，我好膽倚靠；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我是卑微常常失錯，祢准我祈禱。</a:t>
            </a:r>
          </a:p>
          <a:p>
            <a:r>
              <a:rPr lang="en-US" altLang="zh-TW" b="1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b="1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救主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！救主！願祢聽我求，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 我有欠缺，祢大富有，懇求祢賞賜。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344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479</a:t>
            </a:r>
            <a:endParaRPr lang="zh-TW" altLang="en-US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899725267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標題 5"/>
          <p:cNvSpPr>
            <a:spLocks noGrp="1"/>
          </p:cNvSpPr>
          <p:nvPr>
            <p:ph type="ctrTitle"/>
          </p:nvPr>
        </p:nvSpPr>
        <p:spPr>
          <a:xfrm>
            <a:off x="857250" y="714375"/>
            <a:ext cx="7772400" cy="1214438"/>
          </a:xfrm>
        </p:spPr>
        <p:txBody>
          <a:bodyPr/>
          <a:lstStyle/>
          <a:p>
            <a:endParaRPr lang="zh-TW" altLang="en-US" sz="4800" b="1" u="sng" smtClean="0"/>
          </a:p>
        </p:txBody>
      </p:sp>
      <p:sp>
        <p:nvSpPr>
          <p:cNvPr id="2051" name="副標題 6"/>
          <p:cNvSpPr>
            <a:spLocks noGrp="1"/>
          </p:cNvSpPr>
          <p:nvPr>
            <p:ph type="subTitle" idx="1"/>
          </p:nvPr>
        </p:nvSpPr>
        <p:spPr>
          <a:xfrm>
            <a:off x="0" y="2852936"/>
            <a:ext cx="9114119" cy="3672408"/>
          </a:xfrm>
        </p:spPr>
        <p:txBody>
          <a:bodyPr/>
          <a:lstStyle/>
          <a:p>
            <a:r>
              <a:rPr lang="en-US" altLang="zh-TW" dirty="0" smtClean="0">
                <a:solidFill>
                  <a:srgbClr val="000000"/>
                </a:solidFill>
                <a:latin typeface="華康中圓體"/>
                <a:ea typeface="華康中圓體"/>
              </a:rPr>
              <a:t>4</a:t>
            </a:r>
            <a:r>
              <a:rPr lang="en-US" altLang="zh-TW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.</a:t>
            </a:r>
            <a:r>
              <a:rPr lang="zh-TW" altLang="en-US" dirty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我心欣慕活命正路，只有主耶穌；  </a:t>
            </a:r>
          </a:p>
          <a:p>
            <a:r>
              <a:rPr lang="zh-TW" altLang="en-US" dirty="0">
                <a:latin typeface="華康中特圓體" pitchFamily="49" charset="-120"/>
                <a:ea typeface="華康中圓體"/>
              </a:rPr>
              <a:t>  </a:t>
            </a:r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祢欲替我擔當艱苦，天下無別路。</a:t>
            </a:r>
          </a:p>
          <a:p>
            <a:r>
              <a:rPr lang="en-US" altLang="zh-TW" b="1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【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複歌</a:t>
            </a:r>
            <a:r>
              <a:rPr lang="en-US" altLang="zh-TW" b="1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】</a:t>
            </a:r>
            <a:r>
              <a:rPr lang="zh-TW" altLang="en-US" dirty="0" smtClean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救主</a:t>
            </a:r>
            <a:r>
              <a:rPr lang="zh-TW" altLang="en-US" dirty="0">
                <a:solidFill>
                  <a:schemeClr val="tx1"/>
                </a:solidFill>
                <a:latin typeface="華康中特圓體" pitchFamily="49" charset="-120"/>
                <a:ea typeface="華康中圓體"/>
              </a:rPr>
              <a:t>！救主！願祢聽我求，</a:t>
            </a:r>
          </a:p>
          <a:p>
            <a:r>
              <a:rPr lang="zh-TW" altLang="en-US" dirty="0">
                <a:solidFill>
                  <a:srgbClr val="2A0BE5"/>
                </a:solidFill>
                <a:latin typeface="華康中特圓體" pitchFamily="49" charset="-120"/>
                <a:ea typeface="華康中圓體"/>
              </a:rPr>
              <a:t>我有欠缺，祢大富有，懇求祢賞賜。阿們。</a:t>
            </a:r>
            <a:endParaRPr lang="en-US" altLang="zh-TW" dirty="0">
              <a:solidFill>
                <a:srgbClr val="2A0BE5"/>
              </a:solidFill>
              <a:latin typeface="華康中特圓體" pitchFamily="49" charset="-120"/>
              <a:ea typeface="華康中圓體"/>
            </a:endParaRPr>
          </a:p>
          <a:p>
            <a:pPr algn="r"/>
            <a:r>
              <a:rPr lang="zh-TW" altLang="en-US" u="sng" dirty="0" smtClean="0">
                <a:solidFill>
                  <a:srgbClr val="000000"/>
                </a:solidFill>
                <a:latin typeface="華康中特圓體" pitchFamily="49" charset="-120"/>
                <a:ea typeface="華康中圓體"/>
              </a:rPr>
              <a:t>新聖詩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344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首（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4/4</a:t>
            </a:r>
            <a:r>
              <a:rPr lang="zh-TW" altLang="en-US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）舊</a:t>
            </a:r>
            <a:r>
              <a:rPr lang="en-US" altLang="zh-TW" u="sng" dirty="0" smtClean="0">
                <a:solidFill>
                  <a:srgbClr val="000000"/>
                </a:solidFill>
                <a:latin typeface="華康中圓體"/>
                <a:ea typeface="華康中圓體"/>
              </a:rPr>
              <a:t>479</a:t>
            </a:r>
            <a:endParaRPr lang="zh-TW" altLang="en-US" u="sng" dirty="0">
              <a:solidFill>
                <a:schemeClr val="tx1"/>
              </a:solidFill>
              <a:latin typeface="華康中特圓體" pitchFamily="49" charset="-120"/>
              <a:ea typeface="華康中圓體"/>
            </a:endParaRPr>
          </a:p>
        </p:txBody>
      </p:sp>
    </p:spTree>
    <p:extLst>
      <p:ext uri="{BB962C8B-B14F-4D97-AF65-F5344CB8AC3E}">
        <p14:creationId xmlns:p14="http://schemas.microsoft.com/office/powerpoint/2010/main" val="56418906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20628</TotalTime>
  <Words>211</Words>
  <Application>Microsoft Macintosh PowerPoint</Application>
  <PresentationFormat>如螢幕大小 (4:3)</PresentationFormat>
  <Paragraphs>24</Paragraphs>
  <Slides>4</Slides>
  <Notes>4</Notes>
  <HiddenSlides>0</HiddenSlides>
  <MMClips>0</MMClips>
  <ScaleCrop>false</ScaleCrop>
  <HeadingPairs>
    <vt:vector size="4" baseType="variant"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5" baseType="lpstr">
      <vt:lpstr>Office 佈景主題</vt:lpstr>
      <vt:lpstr>PowerPoint 簡報</vt:lpstr>
      <vt:lpstr>PowerPoint 簡報</vt:lpstr>
      <vt:lpstr>PowerPoint 簡報</vt:lpstr>
      <vt:lpstr>PowerPoint 簡報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ＭＡＣ</cp:lastModifiedBy>
  <cp:revision>4692</cp:revision>
  <dcterms:created xsi:type="dcterms:W3CDTF">2009-02-27T08:32:01Z</dcterms:created>
  <dcterms:modified xsi:type="dcterms:W3CDTF">2014-09-20T08:22:40Z</dcterms:modified>
</cp:coreProperties>
</file>