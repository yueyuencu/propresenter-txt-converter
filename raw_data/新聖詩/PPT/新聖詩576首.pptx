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795" r:id="rId2"/>
    <p:sldId id="25796" r:id="rId3"/>
    <p:sldId id="25797" r:id="rId4"/>
    <p:sldId id="25798" r:id="rId5"/>
    <p:sldId id="25799" r:id="rId6"/>
    <p:sldId id="25800" r:id="rId7"/>
    <p:sldId id="25801" r:id="rId8"/>
    <p:sldId id="25802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64" autoAdjust="0"/>
    <p:restoredTop sz="92351" autoAdjust="0"/>
  </p:normalViewPr>
  <p:slideViewPr>
    <p:cSldViewPr>
      <p:cViewPr varScale="1">
        <p:scale>
          <a:sx n="151" d="100"/>
          <a:sy n="151" d="100"/>
        </p:scale>
        <p:origin x="57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2024/8/17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5450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9506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9657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7748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9005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4278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29541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6615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5199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39228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56950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5114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66686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5258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61776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8197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45600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4182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2024/8/17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73927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2024/8/17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4254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475961"/>
            <a:ext cx="590465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8"/>
            <a:ext cx="5832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你若甘願互上帝引導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69497"/>
            <a:ext cx="1183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1-1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56E758AC-3A08-274C-A9F2-83CD936A5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376" y="1369497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你若甘願互上帝引導，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佇逐方面攏仰望祂；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無論啥事主氣力極大，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困苦的日給你扶持；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0032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475961"/>
            <a:ext cx="590465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8"/>
            <a:ext cx="5832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你若甘願互上帝引導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69497"/>
            <a:ext cx="1183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1-2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20A95299-991A-CF4F-AF6E-B774994CD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851670"/>
            <a:ext cx="9114119" cy="237626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見若靠主不變疼痛，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徛石磐頂攏</a:t>
            </a:r>
            <a:r>
              <a:rPr lang="zh-TW" altLang="zh-TW" sz="4000" b="1" kern="100" dirty="0">
                <a:solidFill>
                  <a:srgbClr val="2A0BE5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搖動。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57147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475961"/>
            <a:ext cx="590465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8"/>
            <a:ext cx="5832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你若甘願互上帝引導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69497"/>
            <a:ext cx="1183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2-1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DC9CEA57-D197-9745-BDD8-561081FF5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69497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常常吐氣閣啼哭無停，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憂悶掛慮有啥利益？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逐時經過烏暗的苦境，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家己哀傷有啥效力？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18029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475961"/>
            <a:ext cx="590465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8"/>
            <a:ext cx="5832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你若甘願互上帝引導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69497"/>
            <a:ext cx="1183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2-2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F75940E3-D808-554A-9E4C-D9768E58A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851670"/>
            <a:ext cx="9114119" cy="237626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祂擔當你試煉、艱難，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互你贏過十架苦痛。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25101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475961"/>
            <a:ext cx="590465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8"/>
            <a:ext cx="5832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你若甘願互上帝引導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69497"/>
            <a:ext cx="1183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3-1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979E803-02B4-C54D-898F-67970861E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369497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只著靜靜寬心聽候祂，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用盡心情來囥向望；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承受天父善良的旨意，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攏是對祂智慧疼痛；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6816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475961"/>
            <a:ext cx="590465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8"/>
            <a:ext cx="5832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你若甘願互上帝引導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69497"/>
            <a:ext cx="1183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3-2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1526D318-9CBC-7340-8D57-8F73D77AB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51670"/>
            <a:ext cx="9114119" cy="237626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主揀召咱來屬佇祂，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知咱欠缺，莫得僥疑。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82050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475961"/>
            <a:ext cx="590465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8"/>
            <a:ext cx="5832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你若甘願互上帝引導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69497"/>
            <a:ext cx="1183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4-1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ECF860EC-322D-5947-B868-C87221AF6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13" y="1369497"/>
            <a:ext cx="9114119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吟詩祈禱遵守主教示，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忠誠盡你家己本份；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著信靠祂雖然</a:t>
            </a:r>
            <a:r>
              <a:rPr lang="zh-TW" altLang="zh-TW" sz="4000" b="1" kern="100" dirty="0">
                <a:solidFill>
                  <a:schemeClr val="tx1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堪得，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猶久會得真實憑準；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14990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475961"/>
            <a:ext cx="590465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8"/>
            <a:ext cx="5832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你若甘願互上帝引導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69497"/>
            <a:ext cx="1183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4-2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13DCDD04-7D80-3942-8EFE-D11BA0317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851670"/>
            <a:ext cx="9114119" cy="237626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見若實心靠主的人，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祂無棄拺，保</a:t>
            </a:r>
            <a:r>
              <a:rPr lang="zh-TW" altLang="zh-TW" sz="4000" b="1" kern="100" dirty="0">
                <a:solidFill>
                  <a:srgbClr val="2A0BE5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穩當。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58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936155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20681</TotalTime>
  <Words>341</Words>
  <Application>Microsoft Macintosh PowerPoint</Application>
  <PresentationFormat>如螢幕大小 (16:9)</PresentationFormat>
  <Paragraphs>56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全宋體-2</vt:lpstr>
      <vt:lpstr>微軟正黑體</vt:lpstr>
      <vt:lpstr>新細明體</vt:lpstr>
      <vt:lpstr>新細明體-ExtB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4721</cp:revision>
  <dcterms:created xsi:type="dcterms:W3CDTF">2009-02-27T08:32:01Z</dcterms:created>
  <dcterms:modified xsi:type="dcterms:W3CDTF">2024-08-17T01:04:25Z</dcterms:modified>
</cp:coreProperties>
</file>