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12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14/12/27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76872"/>
            <a:ext cx="9114119" cy="4248472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大家大歡喜，謳咾來吟詩，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郇城的眾女子，主的眾子兒；</a:t>
            </a:r>
          </a:p>
          <a:p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天頂至大人君，和平我的主，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此時坐佇座位，降臨極威儀；</a:t>
            </a:r>
          </a:p>
          <a:p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大家大歡喜，謳咾來吟詩，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郇城的眾女子，主的眾子兒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049148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76872"/>
            <a:ext cx="9114119" cy="4248472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天父的子兒大大有福氣，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和散那，和散那！大闢的後裔！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咱主早所立誓天裡的祖家，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此時已經應驗，榮顯到萬世；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天父的子兒，大大有福氣，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和散那，和散那！大闢的後裔！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551240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76872"/>
            <a:ext cx="9114119" cy="4248472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大家來迎接，謳咾主上帝， 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和散那，和散那！大闢的後裔！ 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頂面寶座威嚴，榮光歸天父，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地面和平、恩典久長到萬世；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大家來迎接，謳咾主上帝，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和散那，和散那！大闢的後裔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844913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162</Words>
  <Application>Microsoft Macintosh PowerPoint</Application>
  <PresentationFormat>如螢幕大小 (4:3)</PresentationFormat>
  <Paragraphs>24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2014-12-27T08:32:30Z</dcterms:modified>
</cp:coreProperties>
</file>