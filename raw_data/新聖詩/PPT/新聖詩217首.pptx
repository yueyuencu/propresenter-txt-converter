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6" r:id="rId2"/>
    <p:sldId id="5277" r:id="rId3"/>
    <p:sldId id="5278" r:id="rId4"/>
    <p:sldId id="5279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912" y="-9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16/11/20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16/11/20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16/11/20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16/11/20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16/11/20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16/11/20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16/11/20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16/11/20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16/11/20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16/11/20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16/11/20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16/11/20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16/11/20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1.</a:t>
            </a:r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上帝真正是我上帝，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趁早我欲尋祂；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思想數</a:t>
            </a:r>
            <a:r>
              <a:rPr lang="zh-TW" altLang="en-US" dirty="0" smtClean="0">
                <a:solidFill>
                  <a:srgbClr val="000000"/>
                </a:solidFill>
                <a:latin typeface="華康中圓體"/>
                <a:ea typeface="華康中圓體"/>
              </a:rPr>
              <a:t>念</a:t>
            </a:r>
            <a:r>
              <a:rPr lang="en-US" altLang="zh-TW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en-US" dirty="0" smtClean="0">
                <a:solidFill>
                  <a:srgbClr val="000000"/>
                </a:solidFill>
                <a:latin typeface="華康中圓體"/>
                <a:ea typeface="華康中圓體"/>
              </a:rPr>
              <a:t>會</a:t>
            </a:r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得過，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一</a:t>
            </a:r>
            <a:r>
              <a:rPr lang="zh-TW" altLang="en-US" dirty="0" smtClean="0">
                <a:solidFill>
                  <a:srgbClr val="0000CC"/>
                </a:solidFill>
                <a:latin typeface="華康中圓體"/>
                <a:ea typeface="華康中圓體"/>
              </a:rPr>
              <a:t>目</a:t>
            </a:r>
            <a:r>
              <a:rPr lang="zh-CN" altLang="zh-TW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</a:t>
            </a:r>
            <a:r>
              <a:rPr lang="zh-TW" altLang="en-US" dirty="0" smtClean="0">
                <a:solidFill>
                  <a:srgbClr val="0000CC"/>
                </a:solidFill>
                <a:latin typeface="華康中圓體"/>
                <a:ea typeface="華康中圓體"/>
              </a:rPr>
              <a:t>久</a:t>
            </a:r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無離。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98777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我心向望上帝的恩，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親像亢旱艱難；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愛得滿天忽然起雲，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遂落大雨沃田。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639114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上帝降恩互我夠額，   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我嘴應該謳咾；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  骨髓油膩雖然好食， 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  </a:t>
            </a:r>
            <a:r>
              <a:rPr lang="en-US" altLang="zh-TW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</a:t>
            </a:r>
            <a:r>
              <a:rPr lang="zh-TW" altLang="en-US" dirty="0" smtClean="0">
                <a:solidFill>
                  <a:srgbClr val="0000CC"/>
                </a:solidFill>
                <a:latin typeface="華康中圓體"/>
                <a:ea typeface="華康中圓體"/>
              </a:rPr>
              <a:t>值</a:t>
            </a:r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祂恩的好。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8585956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4.</a:t>
            </a:r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暝間倒床眠夢記念，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上帝疼痛、慈悲；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  上帝翼下我</a:t>
            </a:r>
            <a:r>
              <a:rPr lang="zh-TW" altLang="en-US" dirty="0" smtClean="0">
                <a:solidFill>
                  <a:srgbClr val="000000"/>
                </a:solidFill>
                <a:latin typeface="華康中圓體"/>
                <a:ea typeface="華康中圓體"/>
              </a:rPr>
              <a:t>穩當</a:t>
            </a:r>
            <a:r>
              <a:rPr lang="en-US" altLang="zh-TW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</a:t>
            </a:r>
            <a:r>
              <a:rPr lang="zh-TW" altLang="en-US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，</a:t>
            </a:r>
            <a:endParaRPr lang="zh-TW" altLang="en-US" dirty="0">
              <a:solidFill>
                <a:srgbClr val="000000"/>
              </a:solidFill>
              <a:latin typeface="華康中圓體"/>
              <a:ea typeface="華康中圓體"/>
            </a:endParaRPr>
          </a:p>
          <a:p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 </a:t>
            </a:r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 安穩自在歡喜。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2361962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20632</TotalTime>
  <Words>109</Words>
  <Application>Microsoft Macintosh PowerPoint</Application>
  <PresentationFormat>如螢幕大小 (4:3)</PresentationFormat>
  <Paragraphs>24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4695</cp:revision>
  <dcterms:created xsi:type="dcterms:W3CDTF">2009-02-27T08:32:01Z</dcterms:created>
  <dcterms:modified xsi:type="dcterms:W3CDTF">2016-11-19T16:15:42Z</dcterms:modified>
</cp:coreProperties>
</file>