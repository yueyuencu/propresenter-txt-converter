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87" r:id="rId2"/>
    <p:sldId id="5288" r:id="rId3"/>
    <p:sldId id="5289" r:id="rId4"/>
    <p:sldId id="5290" r:id="rId5"/>
    <p:sldId id="5291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600" y="-134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21/8/28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21/8/28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21/8/28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21/8/28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21/8/28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21/8/28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21/8/28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21/8/28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21/8/28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21/8/28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21/8/28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21/8/28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21/8/28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若鹿啲直直走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嘴焦愛飲溪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水</a:t>
            </a: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；</a:t>
            </a:r>
            <a:endParaRPr lang="en-US" altLang="zh-TW" sz="4400" b="1" dirty="0" smtClean="0">
              <a:solidFill>
                <a:srgbClr val="0000CC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我心欣慕</a:t>
            </a: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愛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到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上帝所住彼位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。 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10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1.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4554793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我的心神嘴焦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欣慕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真活上帝；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愛</a:t>
            </a:r>
            <a:r>
              <a:rPr lang="en-US" altLang="zh-TW" sz="4400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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祂</a:t>
            </a: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面前徛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啥時會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到彼地？ 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10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zh-TW" altLang="ja-JP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zh-TW" sz="4400" b="1" dirty="0" smtClean="0"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5029209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對敵沓沓啲問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你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的上帝叨位？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我心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艱苦</a:t>
            </a:r>
            <a:r>
              <a:rPr lang="en-US" altLang="zh-TW" sz="4400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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算，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因為及主離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開。 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10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3.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425087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啥事失志不安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？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心神著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望主名；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祂面向我愛助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我欲謳咾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感謝。 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10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4.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614202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佇日時主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上帝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欲用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仁慈助我；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暝時互我唱歌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謳咾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感謝無息。 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10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5.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2508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20633</TotalTime>
  <Words>151</Words>
  <Application>Microsoft Macintosh PowerPoint</Application>
  <PresentationFormat>如螢幕大小 (16:9)</PresentationFormat>
  <Paragraphs>35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4707</cp:revision>
  <dcterms:created xsi:type="dcterms:W3CDTF">2009-02-27T08:32:01Z</dcterms:created>
  <dcterms:modified xsi:type="dcterms:W3CDTF">2021-08-28T07:57:04Z</dcterms:modified>
</cp:coreProperties>
</file>