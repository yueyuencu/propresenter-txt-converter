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6338" r:id="rId2"/>
    <p:sldId id="26339" r:id="rId3"/>
    <p:sldId id="26340" r:id="rId4"/>
    <p:sldId id="26341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2026/3/28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6645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5579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17462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4332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2026/3/28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65889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2026/3/28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49502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2026/3/28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588543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2026/3/28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40413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2026/3/28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64781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2026/3/28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4448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2026/3/28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4873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2026/3/28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31861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2026/3/28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075691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2026/3/28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00086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2026/3/28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59043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2026/3/28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09614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339502"/>
            <a:ext cx="547260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326548"/>
            <a:ext cx="54726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客西馬尼花園內面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95536" y="871905"/>
            <a:ext cx="1152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9CC3DD39-A291-044E-B565-72B8C49D3A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68661"/>
            <a:ext cx="9144000" cy="352839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客西馬尼花園內面，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更深夜靜烏暗淒凊，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滿心痛苦我主人君，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孤單祈禱通暝無睏。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87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242</a:t>
            </a:r>
            <a:r>
              <a:rPr lang="zh-CN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273952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339502"/>
            <a:ext cx="547260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326548"/>
            <a:ext cx="54726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客西馬尼花園內面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95536" y="871905"/>
            <a:ext cx="1152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9CC3DD39-A291-044E-B565-72B8C49D3A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68661"/>
            <a:ext cx="9144000" cy="352839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我主心肝到欲爆裂，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受苦為欲拯救人類，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救主學生失落儆醒，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一味愛睏𣍐會同情。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87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242</a:t>
            </a:r>
            <a:r>
              <a:rPr lang="zh-CN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631208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339502"/>
            <a:ext cx="547260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326548"/>
            <a:ext cx="54726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客西馬尼花園內面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95536" y="871905"/>
            <a:ext cx="1152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9CC3DD39-A291-044E-B565-72B8C49D3A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68661"/>
            <a:ext cx="9144000" cy="352839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為著世間眾人罪惡，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祈禱慘慼我主基督，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欲飲苦杯攏無推辭，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只有順服天父旨意。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87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242</a:t>
            </a:r>
            <a:r>
              <a:rPr lang="zh-CN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807227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339502"/>
            <a:ext cx="547260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326548"/>
            <a:ext cx="54726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客西馬尼花園內面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95536" y="871905"/>
            <a:ext cx="1152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9CC3DD39-A291-044E-B565-72B8C49D3A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68661"/>
            <a:ext cx="9144000" cy="352839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千千萬萬天軍天使，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奉差降落仕候服事，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跟隨身邊壯膽扶持，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贖罪完全救主勝利。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87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242</a:t>
            </a:r>
            <a:r>
              <a:rPr lang="zh-CN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78789616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20646</TotalTime>
  <Words>179</Words>
  <Application>Microsoft Macintosh PowerPoint</Application>
  <PresentationFormat>如螢幕大小 (16:9)</PresentationFormat>
  <Paragraphs>32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4698</cp:revision>
  <dcterms:created xsi:type="dcterms:W3CDTF">2009-02-27T08:32:01Z</dcterms:created>
  <dcterms:modified xsi:type="dcterms:W3CDTF">2026-03-28T12:35:02Z</dcterms:modified>
</cp:coreProperties>
</file>