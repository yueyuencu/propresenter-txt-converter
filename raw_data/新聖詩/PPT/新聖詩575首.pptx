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829" r:id="rId2"/>
    <p:sldId id="27830" r:id="rId3"/>
    <p:sldId id="27831" r:id="rId4"/>
    <p:sldId id="27832" r:id="rId5"/>
    <p:sldId id="27833" r:id="rId6"/>
    <p:sldId id="27834" r:id="rId7"/>
    <p:sldId id="27835" r:id="rId8"/>
    <p:sldId id="27836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96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423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87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9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149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735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302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935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45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984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88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217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950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3181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92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389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209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4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95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6520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副標題 6">
            <a:extLst>
              <a:ext uri="{FF2B5EF4-FFF2-40B4-BE49-F238E27FC236}">
                <a16:creationId xmlns:a16="http://schemas.microsoft.com/office/drawing/2014/main" id="{68336E89-4112-B04C-BDB9-C806415C7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導我向前日日進步，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世間無論危險艱苦，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救主耶穌時刻保護。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798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4CC02FE-34B5-5347-9C0D-2AAD4275D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我的救主基督耶穌，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全能聖手時刻保護，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我欲盡心隨祢腳步，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祢大施恩親手保護。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BDDE1C-4959-3047-AF09-F71C6B0383A9}"/>
              </a:ext>
            </a:extLst>
          </p:cNvPr>
          <p:cNvSpPr txBox="1"/>
          <p:nvPr/>
        </p:nvSpPr>
        <p:spPr>
          <a:xfrm>
            <a:off x="179512" y="1203598"/>
            <a:ext cx="241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0578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6FD5D31-76B0-7E44-AC4C-0CD562725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無論抵著煩惱艱苦，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抑是行佇平坦路途，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無論海面抑是山頂，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逐時逐位主永保護。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448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4CC02FE-34B5-5347-9C0D-2AAD4275D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我的救主基督耶穌，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全能聖手時刻保護，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我欲盡心隨祢腳步，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祢大施恩親手保護。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BDDE1C-4959-3047-AF09-F71C6B0383A9}"/>
              </a:ext>
            </a:extLst>
          </p:cNvPr>
          <p:cNvSpPr txBox="1"/>
          <p:nvPr/>
        </p:nvSpPr>
        <p:spPr>
          <a:xfrm>
            <a:off x="179512" y="1203598"/>
            <a:ext cx="241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3370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副標題 6">
            <a:extLst>
              <a:ext uri="{FF2B5EF4-FFF2-40B4-BE49-F238E27FC236}">
                <a16:creationId xmlns:a16="http://schemas.microsoft.com/office/drawing/2014/main" id="{B6166E7A-93FB-9D44-993B-5FBEE2867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我今伸手擒主耶穌，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我行天路，主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招呼，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世間禍福攏無定著，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主伸聖手牽我保護。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441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4CC02FE-34B5-5347-9C0D-2AAD4275D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我的救主基督耶穌，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全能聖手時刻保護，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我欲盡心隨祢腳步，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祢大施恩親手保護。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BDDE1C-4959-3047-AF09-F71C6B0383A9}"/>
              </a:ext>
            </a:extLst>
          </p:cNvPr>
          <p:cNvSpPr txBox="1"/>
          <p:nvPr/>
        </p:nvSpPr>
        <p:spPr>
          <a:xfrm>
            <a:off x="179512" y="1203598"/>
            <a:ext cx="241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9830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B748394D-5848-E443-831B-22261010A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今求救主常常照顧，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賞賜聖神扶持幫助，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到尾卡贏死失權勢，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盡一世人得主保護。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5506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467544" y="627534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4CC02FE-34B5-5347-9C0D-2AAD4275D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我的救主基督耶穌，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全能聖手時刻保護，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我欲盡心隨祢腳步，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祢大施恩親手保護。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BDDE1C-4959-3047-AF09-F71C6B0383A9}"/>
              </a:ext>
            </a:extLst>
          </p:cNvPr>
          <p:cNvSpPr txBox="1"/>
          <p:nvPr/>
        </p:nvSpPr>
        <p:spPr>
          <a:xfrm>
            <a:off x="179512" y="1203598"/>
            <a:ext cx="241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237372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20658</TotalTime>
  <Words>382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2025-12-27T02:16:24Z</dcterms:modified>
</cp:coreProperties>
</file>