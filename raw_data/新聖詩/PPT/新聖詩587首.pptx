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7561" r:id="rId2"/>
    <p:sldId id="27562" r:id="rId3"/>
    <p:sldId id="27563" r:id="rId4"/>
    <p:sldId id="27564" r:id="rId5"/>
    <p:sldId id="27565" r:id="rId6"/>
    <p:sldId id="27566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2025/10/4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8686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2065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8879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8193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8194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0355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8587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33529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73049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10191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92348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04415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50598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1902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27881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58980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74496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4978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02248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我呣知明日會怎樣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251520" y="797929"/>
            <a:ext cx="1473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D99A56DC-8500-B249-B3A9-D3582A6A1D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4457"/>
            <a:ext cx="9114119" cy="3384376"/>
          </a:xfrm>
        </p:spPr>
        <p:txBody>
          <a:bodyPr/>
          <a:lstStyle/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</a:t>
            </a:r>
            <a:r>
              <a:rPr lang="zh-TW" altLang="en-US" sz="37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呣</a:t>
            </a: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知明日會怎樣，主導路我免擔憂，</a:t>
            </a: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我無求逐日好日光，有時陣烏暗</a:t>
            </a: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𬿪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當；</a:t>
            </a:r>
          </a:p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對將來我充滿向望，主保守的確穩當，</a:t>
            </a: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我逐日及主同腳步，祂知我頭前路途。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502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02248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我呣知明日會怎樣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251520" y="797929"/>
            <a:ext cx="1473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03178627-2680-2641-AB61-FA6A3DA70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7" y="1382704"/>
            <a:ext cx="9114119" cy="3384376"/>
          </a:xfrm>
        </p:spPr>
        <p:txBody>
          <a:bodyPr/>
          <a:lstStyle/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多多事明日會臨到，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多多事</a:t>
            </a: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𬿪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得明瞭，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我深知主掌管明日，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祂牽我一路行透。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F7EF915-3987-6443-8602-150583628B6E}"/>
              </a:ext>
            </a:extLst>
          </p:cNvPr>
          <p:cNvSpPr txBox="1"/>
          <p:nvPr/>
        </p:nvSpPr>
        <p:spPr>
          <a:xfrm>
            <a:off x="107504" y="1367895"/>
            <a:ext cx="2232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47134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02248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我呣知明日會怎樣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251520" y="797929"/>
            <a:ext cx="1473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099C44C-38EB-2D4F-B159-6F088F9A25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82704"/>
            <a:ext cx="9114119" cy="3384376"/>
          </a:xfrm>
        </p:spPr>
        <p:txBody>
          <a:bodyPr/>
          <a:lstStyle/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每一步愈行愈光明，親像</a:t>
            </a:r>
            <a:r>
              <a:rPr lang="zh-TW" altLang="en-US" sz="37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𬦰</a:t>
            </a: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黃金樓梯，</a:t>
            </a: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我重擔愈背就愈輕，若雲彩燦爛光輝；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彼所在主榮光普照，無目屎永無試煉，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佇美麗彩虹的盡頭，眾山嶺及天相連。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91826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02248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我呣知明日會怎樣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251520" y="797929"/>
            <a:ext cx="1473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03178627-2680-2641-AB61-FA6A3DA70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7" y="1382704"/>
            <a:ext cx="9114119" cy="3384376"/>
          </a:xfrm>
        </p:spPr>
        <p:txBody>
          <a:bodyPr/>
          <a:lstStyle/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多多事明日會臨到，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多多事</a:t>
            </a: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𬿪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得明瞭，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我深知主掌管明日，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祂牽我一路行透。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F7EF915-3987-6443-8602-150583628B6E}"/>
              </a:ext>
            </a:extLst>
          </p:cNvPr>
          <p:cNvSpPr txBox="1"/>
          <p:nvPr/>
        </p:nvSpPr>
        <p:spPr>
          <a:xfrm>
            <a:off x="107504" y="1367895"/>
            <a:ext cx="2232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01411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02248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我呣知明日會怎樣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251520" y="797929"/>
            <a:ext cx="1473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21C75E6B-9C3E-B446-9F22-AE036349D0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1" y="1382704"/>
            <a:ext cx="9114119" cy="3384376"/>
          </a:xfrm>
        </p:spPr>
        <p:txBody>
          <a:bodyPr/>
          <a:lstStyle/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</a:t>
            </a:r>
            <a:r>
              <a:rPr lang="zh-TW" altLang="en-US" sz="37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呣</a:t>
            </a: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知將來的日子，是枵餓抑是傷悲，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既然主有養飼鳥隻，祂也會互我夠額；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佇頭前雖然有水火，有試煉也有苦杯，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今有主引導我路站，祂寶血給我遮蓋。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965872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02248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我呣知明日會怎樣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251520" y="797929"/>
            <a:ext cx="1473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03178627-2680-2641-AB61-FA6A3DA70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7" y="1382704"/>
            <a:ext cx="9114119" cy="3384376"/>
          </a:xfrm>
        </p:spPr>
        <p:txBody>
          <a:bodyPr/>
          <a:lstStyle/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多多事明日會臨到，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多多事</a:t>
            </a: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𬿪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得明瞭，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我深知主掌管明日，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祂牽我一路行透。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F7EF915-3987-6443-8602-150583628B6E}"/>
              </a:ext>
            </a:extLst>
          </p:cNvPr>
          <p:cNvSpPr txBox="1"/>
          <p:nvPr/>
        </p:nvSpPr>
        <p:spPr>
          <a:xfrm>
            <a:off x="107504" y="1367895"/>
            <a:ext cx="2232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50818767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20652</TotalTime>
  <Words>369</Words>
  <Application>Microsoft Macintosh PowerPoint</Application>
  <PresentationFormat>如螢幕大小 (16:9)</PresentationFormat>
  <Paragraphs>51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4708</cp:revision>
  <dcterms:created xsi:type="dcterms:W3CDTF">2009-02-27T08:32:01Z</dcterms:created>
  <dcterms:modified xsi:type="dcterms:W3CDTF">2025-10-04T01:14:48Z</dcterms:modified>
</cp:coreProperties>
</file>