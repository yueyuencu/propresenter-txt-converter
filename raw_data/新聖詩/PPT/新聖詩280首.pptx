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2" r:id="rId2"/>
    <p:sldId id="5273" r:id="rId3"/>
    <p:sldId id="5274" r:id="rId4"/>
    <p:sldId id="5275" r:id="rId5"/>
    <p:sldId id="5276" r:id="rId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800" y="-5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17/7/16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17/7/16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17/7/16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17/7/16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17/7/16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17/7/16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17/7/16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17/7/16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17/7/16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17/7/16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17/7/16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17/7/16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17/7/16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上帝律法第四誡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教人專心守禮拜；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士農工商此日停，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天父大福降落來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928958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救主用死贖罪過，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七日頭日祂復活；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咱著數念祂功勞，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謳咾感謝無時息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6002416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救主助咱心會清，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敬畏上帝愈虔誠；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無想世間眾事務，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注神致意向天庭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0227193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懇求聖神今降臨，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助咱禮拜會專心；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溫柔謙遜受教示，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道理愈久識愈深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6852882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聖神助咱心向上，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誠心祈禱若芳香；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吟詩謳咾同出聲，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至高上帝歡喜聽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2757515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20634</TotalTime>
  <Words>142</Words>
  <Application>Microsoft Macintosh PowerPoint</Application>
  <PresentationFormat>如螢幕大小 (4:3)</PresentationFormat>
  <Paragraphs>30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4695</cp:revision>
  <dcterms:created xsi:type="dcterms:W3CDTF">2009-02-27T08:32:01Z</dcterms:created>
  <dcterms:modified xsi:type="dcterms:W3CDTF">2017-07-16T14:00:14Z</dcterms:modified>
</cp:coreProperties>
</file>