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293" r:id="rId2"/>
    <p:sldId id="5294" r:id="rId3"/>
    <p:sldId id="5295" r:id="rId4"/>
    <p:sldId id="5296" r:id="rId5"/>
    <p:sldId id="5297" r:id="rId6"/>
    <p:sldId id="5298" r:id="rId7"/>
    <p:sldId id="5299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10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我今勸恁著獻家己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來做聖潔活祭，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這是上帝心所歡喜，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神靈服事無假。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78411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莫得及此世間像款，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變化換新心志；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明白上帝善良純全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通歡喜的旨意。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531505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忖</a:t>
            </a:r>
            <a:r>
              <a:rPr lang="zh-TW" altLang="en-US" sz="43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𢜬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家己</a:t>
            </a:r>
            <a:r>
              <a:rPr lang="zh-TW" altLang="zh-TW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</a:t>
            </a:r>
            <a:r>
              <a:rPr lang="zh-TW" altLang="en-US" sz="43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𨃟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過，</a:t>
            </a:r>
            <a:endParaRPr lang="zh-TW" altLang="en-US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照你信心份量；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咱佇基督成做一體，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逐體攏有功用。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677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所得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恩賜各無相同，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辦事忠實認真；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先知、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教師</a:t>
            </a:r>
            <a:r>
              <a:rPr lang="zh-TW" altLang="en-US" sz="43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教示人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幫助著用實心。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90110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歡喜憐憫，疼著無假，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怨恨歹，親近好；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敬疼兄姊宛然一家，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熱心常常祈禱。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4367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供給聖徒，疼出外人，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著祝福，莫咒詛；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同樂同憂，款待相仝，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心志莫得好高。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89031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恁著專心圖謀好事，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盡力相和、忍耐；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因為伸冤在佇上主，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著用好卡贏歹。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85760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232</Words>
  <Application>Microsoft Macintosh PowerPoint</Application>
  <PresentationFormat>如螢幕大小 (16:9)</PresentationFormat>
  <Paragraphs>49</Paragraphs>
  <Slides>7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2022-10-22T11:43:31Z</dcterms:modified>
</cp:coreProperties>
</file>