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4913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757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5669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3074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64979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7471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924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77125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347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35803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4270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22371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31414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2024/3/15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3101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3873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388" y="1277581"/>
            <a:ext cx="9145844" cy="3939901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主，求祢鑒納阮虔誠奉獻，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阮滿心感謝祢極大恩典，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今求祢賜福祢所疼子兒，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享受祢慈愛永遠無離。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1282846"/>
            <a:ext cx="1080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66722" y="370279"/>
            <a:ext cx="640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主，求祢鑒納阮虔誠奉獻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9891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20619</TotalTime>
  <Words>56</Words>
  <Application>Microsoft Macintosh PowerPoint</Application>
  <PresentationFormat>如螢幕大小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4684</cp:revision>
  <dcterms:created xsi:type="dcterms:W3CDTF">2009-02-27T08:32:01Z</dcterms:created>
  <dcterms:modified xsi:type="dcterms:W3CDTF">2024-03-15T14:32:02Z</dcterms:modified>
</cp:coreProperties>
</file>