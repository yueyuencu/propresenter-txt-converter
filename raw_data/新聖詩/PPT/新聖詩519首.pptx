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7331" r:id="rId2"/>
    <p:sldId id="27332" r:id="rId3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9" autoAdjust="0"/>
    <p:restoredTop sz="92287" autoAdjust="0"/>
  </p:normalViewPr>
  <p:slideViewPr>
    <p:cSldViewPr>
      <p:cViewPr varScale="1">
        <p:scale>
          <a:sx n="149" d="100"/>
          <a:sy n="149" d="100"/>
        </p:scale>
        <p:origin x="184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2025/7/26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46067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1608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833943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825595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78551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89980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14272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17058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6108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65015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5477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01738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743507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0757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115616" y="339502"/>
            <a:ext cx="640871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79512" y="988172"/>
            <a:ext cx="1210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115616" y="344456"/>
            <a:ext cx="64087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為此塊土地阮誠心祈禱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F33B75A2-6886-C448-A95D-AD37D27D21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31236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為此塊土地阮誠心祈禱，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願主的真理若光全地遍照；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為此個城市阮謙卑懇求，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願主賜活命互阮骨肉得救。</a:t>
            </a:r>
          </a:p>
          <a:p>
            <a:pPr algn="r"/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19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788433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115616" y="339502"/>
            <a:ext cx="640871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115616" y="344456"/>
            <a:ext cx="64087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為此塊土地阮誠心祈禱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1355C63E-01B4-7E42-AAD5-88940B5FF0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31236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願全能天父上帝，祢聖國降臨，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願喪鄉及悲傷攏離開阮心中；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願全能天父上帝，祢旨意得成，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願向望及喜樂永遠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阮心中。</a:t>
            </a:r>
          </a:p>
          <a:p>
            <a:pPr algn="r"/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19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7091602-75B7-D648-A0EF-F61ABC8A8AEE}"/>
              </a:ext>
            </a:extLst>
          </p:cNvPr>
          <p:cNvSpPr txBox="1"/>
          <p:nvPr/>
        </p:nvSpPr>
        <p:spPr>
          <a:xfrm>
            <a:off x="179512" y="988172"/>
            <a:ext cx="1210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894057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20638</TotalTime>
  <Words>106</Words>
  <Application>Microsoft Macintosh PowerPoint</Application>
  <PresentationFormat>如螢幕大小 (16:9)</PresentationFormat>
  <Paragraphs>16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4698</cp:revision>
  <dcterms:created xsi:type="dcterms:W3CDTF">2009-02-27T08:32:01Z</dcterms:created>
  <dcterms:modified xsi:type="dcterms:W3CDTF">2025-07-26T01:44:26Z</dcterms:modified>
</cp:coreProperties>
</file>