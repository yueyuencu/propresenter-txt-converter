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288" r:id="rId2"/>
    <p:sldId id="5289" r:id="rId3"/>
    <p:sldId id="5290" r:id="rId4"/>
    <p:sldId id="5291" r:id="rId5"/>
    <p:sldId id="5292" r:id="rId6"/>
    <p:sldId id="5293" r:id="rId7"/>
    <p:sldId id="5294" r:id="rId8"/>
    <p:sldId id="5295" r:id="rId9"/>
    <p:sldId id="5296" r:id="rId10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24" y="-13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21/8/14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耶穌的手扶持我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安穩佇祂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胸前；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仁愛若蔭影遮我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互我靈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魂安寧。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397716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溫柔疼痛的聲音  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會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解我心憂悶；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對榮光天堂降臨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常常安慰施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恩。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31066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耶穌的手扶持我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安穩佇祂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胸前；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仁愛若蔭影遮我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互我靈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魂安寧。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1-3.</a:t>
            </a:r>
          </a:p>
          <a:p>
            <a:r>
              <a:rPr kumimoji="1" lang="en-US" altLang="zh-TW" sz="3000" b="1" dirty="0" smtClean="0">
                <a:latin typeface="微軟正黑體"/>
                <a:ea typeface="微軟正黑體"/>
                <a:cs typeface="微軟正黑體"/>
              </a:rPr>
              <a:t>【</a:t>
            </a:r>
            <a:r>
              <a:rPr kumimoji="1" lang="zh-TW" altLang="en-US" sz="3000" b="1" dirty="0" smtClean="0">
                <a:latin typeface="微軟正黑體"/>
                <a:ea typeface="微軟正黑體"/>
                <a:cs typeface="微軟正黑體"/>
              </a:rPr>
              <a:t>複歌</a:t>
            </a:r>
            <a:r>
              <a:rPr kumimoji="1" lang="en-US" altLang="zh-TW" sz="3000" dirty="0" smtClean="0">
                <a:latin typeface="微軟正黑體"/>
                <a:ea typeface="微軟正黑體"/>
                <a:cs typeface="微軟正黑體"/>
              </a:rPr>
              <a:t>】</a:t>
            </a:r>
            <a:endParaRPr kumimoji="1" lang="zh-TW" altLang="en-US" sz="3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166193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耶穌的手扶持我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穩當攏無煩惱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世間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迷惑</a:t>
            </a:r>
            <a:r>
              <a:rPr lang="en-US" altLang="zh-TW" sz="42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纏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絆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罪</a:t>
            </a:r>
            <a:r>
              <a:rPr lang="en-US" altLang="zh-TW" sz="44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害我跋倒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961849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憂悶</a:t>
            </a:r>
            <a:r>
              <a:rPr lang="en-US" altLang="zh-TW" sz="44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做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我塞礙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僥疑驚惶攏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息；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或是試煉流目屎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攏</a:t>
            </a:r>
            <a:r>
              <a:rPr lang="en-US" altLang="zh-TW" sz="44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互我搖泏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17123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耶穌的手扶持我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安穩佇祂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胸前；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仁愛若蔭影遮我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互我靈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魂安寧。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2-3.</a:t>
            </a:r>
          </a:p>
          <a:p>
            <a:r>
              <a:rPr kumimoji="1" lang="en-US" altLang="zh-TW" sz="3000" b="1" dirty="0" smtClean="0">
                <a:latin typeface="微軟正黑體"/>
                <a:ea typeface="微軟正黑體"/>
                <a:cs typeface="微軟正黑體"/>
              </a:rPr>
              <a:t>【</a:t>
            </a:r>
            <a:r>
              <a:rPr kumimoji="1" lang="zh-TW" altLang="en-US" sz="3000" b="1" dirty="0" smtClean="0">
                <a:latin typeface="微軟正黑體"/>
                <a:ea typeface="微軟正黑體"/>
                <a:cs typeface="微軟正黑體"/>
              </a:rPr>
              <a:t>複歌</a:t>
            </a:r>
            <a:r>
              <a:rPr kumimoji="1" lang="en-US" altLang="zh-TW" sz="3000" dirty="0" smtClean="0">
                <a:latin typeface="微軟正黑體"/>
                <a:ea typeface="微軟正黑體"/>
                <a:cs typeface="微軟正黑體"/>
              </a:rPr>
              <a:t>】</a:t>
            </a:r>
            <a:endParaRPr kumimoji="1" lang="zh-TW" altLang="en-US" sz="3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06610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主是我心所歡喜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祂死贖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我罪過；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常常堅固信靠祂， 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親像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萬世石磐。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28740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我著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吞</a:t>
            </a:r>
            <a:r>
              <a:rPr lang="zh-TW" altLang="zh-TW" sz="42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</a:t>
            </a:r>
            <a:r>
              <a:rPr lang="en-US" altLang="zh-TW" sz="42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世間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 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聽候烏暗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過去；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天光就歡喜無限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得主接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納上天。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08317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耶穌的手扶持我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安穩佇祂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胸前；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仁愛若蔭影遮我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互我靈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魂安寧。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3-3.</a:t>
            </a:r>
          </a:p>
          <a:p>
            <a:r>
              <a:rPr kumimoji="1" lang="en-US" altLang="zh-TW" sz="3000" b="1" dirty="0" smtClean="0">
                <a:latin typeface="微軟正黑體"/>
                <a:ea typeface="微軟正黑體"/>
                <a:cs typeface="微軟正黑體"/>
              </a:rPr>
              <a:t>【</a:t>
            </a:r>
            <a:r>
              <a:rPr kumimoji="1" lang="zh-TW" altLang="en-US" sz="3000" b="1" dirty="0" smtClean="0">
                <a:latin typeface="微軟正黑體"/>
                <a:ea typeface="微軟正黑體"/>
                <a:cs typeface="微軟正黑體"/>
              </a:rPr>
              <a:t>複歌</a:t>
            </a:r>
            <a:r>
              <a:rPr kumimoji="1" lang="en-US" altLang="zh-TW" sz="3000" dirty="0" smtClean="0">
                <a:latin typeface="微軟正黑體"/>
                <a:ea typeface="微軟正黑體"/>
                <a:cs typeface="微軟正黑體"/>
              </a:rPr>
              <a:t>】</a:t>
            </a:r>
            <a:endParaRPr kumimoji="1" lang="zh-TW" altLang="en-US" sz="30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44736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290</Words>
  <Application>Microsoft Macintosh PowerPoint</Application>
  <PresentationFormat>如螢幕大小 (16:9)</PresentationFormat>
  <Paragraphs>66</Paragraphs>
  <Slides>9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4701</cp:revision>
  <dcterms:created xsi:type="dcterms:W3CDTF">2009-02-27T08:32:01Z</dcterms:created>
  <dcterms:modified xsi:type="dcterms:W3CDTF">2021-08-14T08:10:41Z</dcterms:modified>
</cp:coreProperties>
</file>