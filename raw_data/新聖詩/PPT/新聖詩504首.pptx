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4" r:id="rId2"/>
    <p:sldId id="5285" r:id="rId3"/>
    <p:sldId id="5286" r:id="rId4"/>
    <p:sldId id="5287" r:id="rId5"/>
    <p:sldId id="5288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76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心內散赤有大福氣，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有份天國尊貴；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憂傷的人有大福氣，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上帝給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安慰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618395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溫柔的人有大福氣，</a:t>
            </a:r>
          </a:p>
          <a:p>
            <a:pPr>
              <a:spcBef>
                <a:spcPts val="1200"/>
              </a:spcBef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欲承受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土地；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枵餓渴慕上帝旨意，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飽足福氣多多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76208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憐憫人福氣滿滿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上帝給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心肝清氣福氣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極大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見上帝的面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25722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促進和平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有大福氣，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這是我主所講，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en-US" altLang="zh-TW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會成做上帝子兒，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及主永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天堂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15094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為主緣故受人詈罵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侮辱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、迫害、誣賴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歡喜快樂忍受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到尾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所得報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賞極大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64736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153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4707</cp:revision>
  <dcterms:created xsi:type="dcterms:W3CDTF">2009-02-27T08:32:01Z</dcterms:created>
  <dcterms:modified xsi:type="dcterms:W3CDTF">2023-03-11T01:55:47Z</dcterms:modified>
</cp:coreProperties>
</file>