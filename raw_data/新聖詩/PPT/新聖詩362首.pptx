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68" r:id="rId2"/>
    <p:sldId id="5272" r:id="rId3"/>
    <p:sldId id="5273" r:id="rId4"/>
    <p:sldId id="5274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008" y="-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20/12/19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我心神著歡喜起來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，離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開悲傷憂鬱地界，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向前進入光明聖殿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，歡喜服事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，誠心敬虔；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因為救主恩典無限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，賜咱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奇妙福音大餐，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主佇天頂掌權治理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，猶久俯落及咱徛起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138525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咱若新娘出來迎接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，恭敬及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親愛主相見，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祂欲施落活命恩愛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，佇咱心外拍門等待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今緊開門請主入來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，及祂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親密恭敬服事，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閣對主講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，我迎接祢，對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今無閣及主相離。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227483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8770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主是日頭照我一生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，大光照我心靈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精英，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  祢是人類最大快樂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活命水源給我賜福；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 跪祢腳下謙卑求恩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，互我堪得及祢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親近，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領受對天福氣米糧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，榮光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名心得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培養。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227483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80303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20888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活命真餅阮今求祢，互阮歡喜遵趁聖旨，</a:t>
            </a:r>
          </a:p>
          <a:p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受祢邀請得祢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招待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，願阮用疼報祢</a:t>
            </a:r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仁愛；</a:t>
            </a:r>
          </a:p>
          <a:p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  對這宴席互阮曉悟</a:t>
            </a:r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，寶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貝仁愛無量無數，</a:t>
            </a:r>
          </a:p>
          <a:p>
            <a:r>
              <a:rPr lang="zh-TW" altLang="en-US" sz="3600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  阮對所受恩典宴席</a:t>
            </a:r>
            <a:r>
              <a:rPr lang="zh-TW" altLang="en-US" sz="3600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，互阮佇天及主永徛。</a:t>
            </a:r>
            <a:endParaRPr lang="en-US" altLang="zh-TW" sz="3600" dirty="0" smtClean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en-US" sz="3600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阿們</a:t>
            </a:r>
            <a:r>
              <a:rPr lang="zh-TW" altLang="en-US" sz="3600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。 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227483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2286000" y="227483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8381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20623</TotalTime>
  <Words>194</Words>
  <Application>Microsoft Macintosh PowerPoint</Application>
  <PresentationFormat>如螢幕大小 (4:3)</PresentationFormat>
  <Paragraphs>25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4691</cp:revision>
  <dcterms:created xsi:type="dcterms:W3CDTF">2009-02-27T08:32:01Z</dcterms:created>
  <dcterms:modified xsi:type="dcterms:W3CDTF">2020-12-19T15:10:16Z</dcterms:modified>
</cp:coreProperties>
</file>