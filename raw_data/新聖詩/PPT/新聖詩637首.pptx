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08" y="-11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81642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上帝眾子兒報主互人知，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祂奇妙的名傳到通世界；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救主完全得勝，祂名著稱讚，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祂聖國是榮光，管理通世間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3528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062567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主高高統治，全能來救世，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猶久祂是近，祂及咱佇啲；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眾信徒同聚集稱讚祂得勝，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耶穌完成救贖，作王坐天頂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3528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374614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131590"/>
            <a:ext cx="9114119" cy="381642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拯救歸上帝，祂坐佇寶座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咱攏著出聲謳咾聖羊羔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眾天使攏報揚、稱讚主耶穌，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大家攏仆落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，敬拜閣稱呼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3528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391834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今咱來敬拜，祂堪受尊榮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及天使天軍謳咾祂權柄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一切榮光、智慧、氣力及稱讚、 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感謝攏歸上主，祂疼永無限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3528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4.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827491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149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4703</cp:revision>
  <dcterms:created xsi:type="dcterms:W3CDTF">2009-02-27T08:32:01Z</dcterms:created>
  <dcterms:modified xsi:type="dcterms:W3CDTF">2022-11-29T11:23:43Z</dcterms:modified>
</cp:coreProperties>
</file>