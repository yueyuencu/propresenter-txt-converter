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50B38-C05F-4637-A1CB-74DCF0D2E476}" type="datetimeFigureOut">
              <a:rPr lang="zh-TW" altLang="en-US" smtClean="0"/>
              <a:t>13/12/14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0E5BB-8C4A-41F4-903D-98B601FE541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1714488"/>
            <a:ext cx="8229600" cy="1143000"/>
          </a:xfrm>
        </p:spPr>
        <p:txBody>
          <a:bodyPr/>
          <a:lstStyle/>
          <a:p>
            <a:endParaRPr lang="zh-TW" altLang="en-US" u="sng" dirty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071810"/>
            <a:ext cx="9144000" cy="305435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dirty="0" smtClean="0">
                <a:latin typeface="華康中特圓體" pitchFamily="49" charset="-120"/>
                <a:ea typeface="華康中特圓體"/>
              </a:rPr>
              <a:t>1.</a:t>
            </a:r>
            <a:r>
              <a:rPr lang="en-US" altLang="zh-TW" dirty="0" smtClean="0">
                <a:ea typeface="華康中特圓體"/>
              </a:rPr>
              <a:t> </a:t>
            </a:r>
            <a:r>
              <a:rPr lang="zh-TW" altLang="zh-TW" dirty="0" smtClean="0">
                <a:ea typeface="華康中特圓體"/>
              </a:rPr>
              <a:t>見若有人互罪苦楚，</a:t>
            </a:r>
            <a:r>
              <a:rPr lang="zh-TW" altLang="zh-TW" dirty="0">
                <a:ea typeface="華康中特圓體"/>
              </a:rPr>
              <a:t>著尋救主耶穌</a:t>
            </a:r>
            <a:r>
              <a:rPr lang="zh-TW" altLang="zh-TW" dirty="0" smtClean="0">
                <a:ea typeface="華康中特圓體"/>
              </a:rPr>
              <a:t>；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主極慈悲閣有權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能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靠祂心肝會清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b="1" dirty="0">
                <a:ea typeface="華康中特圓體"/>
              </a:rPr>
              <a:t>【</a:t>
            </a:r>
            <a:r>
              <a:rPr lang="zh-TW" altLang="zh-TW" dirty="0">
                <a:ea typeface="華康中特圓體"/>
              </a:rPr>
              <a:t>複歌</a:t>
            </a:r>
            <a:r>
              <a:rPr lang="zh-TW" altLang="zh-TW" b="1" dirty="0">
                <a:ea typeface="華康中特圓體"/>
              </a:rPr>
              <a:t>】</a:t>
            </a:r>
            <a:r>
              <a:rPr lang="zh-TW" altLang="zh-TW" dirty="0">
                <a:ea typeface="華康中特圓體"/>
              </a:rPr>
              <a:t>不過信祂，不過靠祂</a:t>
            </a:r>
            <a:r>
              <a:rPr lang="zh-TW" altLang="zh-TW" dirty="0" smtClean="0">
                <a:ea typeface="華康中特圓體"/>
              </a:rPr>
              <a:t>，</a:t>
            </a:r>
            <a:r>
              <a:rPr lang="zh-TW" altLang="zh-TW" dirty="0">
                <a:ea typeface="華康中特圓體"/>
              </a:rPr>
              <a:t>此時信靠祂；</a:t>
            </a: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祂會救你，祂欲救你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此時拯救你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586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1/3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13523691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2.</a:t>
            </a:r>
            <a:r>
              <a:rPr lang="zh-TW" altLang="zh-TW" dirty="0">
                <a:ea typeface="華康中特圓體"/>
              </a:rPr>
              <a:t>救主耶穌無惜家</a:t>
            </a:r>
            <a:r>
              <a:rPr lang="zh-TW" altLang="zh-TW" dirty="0" smtClean="0">
                <a:ea typeface="華康中特圓體"/>
              </a:rPr>
              <a:t>己</a:t>
            </a: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，</a:t>
            </a:r>
            <a:r>
              <a:rPr lang="zh-TW" altLang="zh-TW" dirty="0">
                <a:ea typeface="華康中特圓體"/>
              </a:rPr>
              <a:t>甘願替人受死</a:t>
            </a:r>
            <a:r>
              <a:rPr lang="zh-TW" altLang="zh-TW" dirty="0" smtClean="0">
                <a:ea typeface="華康中特圓體"/>
              </a:rPr>
              <a:t>；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祂流寶血會洗白白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互心清氣若雪。 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b="1" dirty="0">
                <a:ea typeface="華康中特圓體"/>
              </a:rPr>
              <a:t>【</a:t>
            </a:r>
            <a:r>
              <a:rPr lang="zh-TW" altLang="zh-TW" dirty="0">
                <a:ea typeface="華康中特圓體"/>
              </a:rPr>
              <a:t>複歌</a:t>
            </a:r>
            <a:r>
              <a:rPr lang="zh-TW" altLang="zh-TW" b="1" dirty="0">
                <a:ea typeface="華康中特圓體"/>
              </a:rPr>
              <a:t>】</a:t>
            </a:r>
            <a:r>
              <a:rPr lang="zh-TW" altLang="zh-TW" dirty="0">
                <a:ea typeface="華康中特圓體"/>
              </a:rPr>
              <a:t>不過信祂，不過靠祂，此時信靠祂；</a:t>
            </a: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祂會救你，祂欲救你，此時拯救你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586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2/3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38475118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TW" altLang="zh-TW" dirty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dirty="0" smtClean="0">
                <a:latin typeface="華康中特圓體" pitchFamily="49" charset="-120"/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耶穌就是真理、</a:t>
            </a:r>
            <a:r>
              <a:rPr lang="zh-TW" altLang="zh-TW" dirty="0" smtClean="0">
                <a:ea typeface="華康中特圓體"/>
              </a:rPr>
              <a:t>活路</a:t>
            </a:r>
            <a:r>
              <a:rPr lang="zh-TW" altLang="en-US" dirty="0" smtClean="0">
                <a:latin typeface="華康中特圓體" pitchFamily="49" charset="-120"/>
                <a:ea typeface="華康中特圓體"/>
              </a:rPr>
              <a:t>，</a:t>
            </a:r>
            <a:r>
              <a:rPr lang="zh-TW" altLang="zh-TW" dirty="0">
                <a:ea typeface="華康中特圓體"/>
              </a:rPr>
              <a:t>行這會得保護； </a:t>
            </a:r>
            <a:r>
              <a:rPr lang="zh-TW" altLang="zh-TW" dirty="0" smtClean="0">
                <a:ea typeface="華康中特圓體"/>
              </a:rPr>
              <a:t> </a:t>
            </a:r>
            <a:endParaRPr lang="zh-TW" altLang="en-US" dirty="0" smtClean="0"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大家緊緊來信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基督，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就會享受大福。 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 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ctr">
              <a:buNone/>
            </a:pPr>
            <a:r>
              <a:rPr lang="zh-TW" altLang="zh-TW" b="1" dirty="0">
                <a:ea typeface="華康中特圓體"/>
              </a:rPr>
              <a:t>【</a:t>
            </a:r>
            <a:r>
              <a:rPr lang="zh-TW" altLang="zh-TW" dirty="0">
                <a:ea typeface="華康中特圓體"/>
              </a:rPr>
              <a:t>複歌</a:t>
            </a:r>
            <a:r>
              <a:rPr lang="zh-TW" altLang="zh-TW" b="1" dirty="0">
                <a:ea typeface="華康中特圓體"/>
              </a:rPr>
              <a:t>】</a:t>
            </a:r>
            <a:r>
              <a:rPr lang="zh-TW" altLang="zh-TW" dirty="0">
                <a:ea typeface="華康中特圓體"/>
              </a:rPr>
              <a:t>不過信祂，不過靠祂，此時信靠祂；</a:t>
            </a: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祂會救你，祂欲救你，此時拯救你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586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首（</a:t>
            </a:r>
            <a:r>
              <a:rPr lang="zh-TW" altLang="zh-TW" u="sng" dirty="0">
                <a:latin typeface="華康中特圓體" pitchFamily="49" charset="-120"/>
                <a:ea typeface="華康中特圓體"/>
              </a:rPr>
              <a:t>3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/3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20183478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119</Words>
  <Application>Microsoft Macintosh PowerPoint</Application>
  <PresentationFormat>如螢幕大小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9</cp:revision>
  <dcterms:created xsi:type="dcterms:W3CDTF">2013-08-03T14:32:44Z</dcterms:created>
  <dcterms:modified xsi:type="dcterms:W3CDTF">2013-12-13T23:25:36Z</dcterms:modified>
</cp:coreProperties>
</file>