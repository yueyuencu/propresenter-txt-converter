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78" r:id="rId2"/>
    <p:sldId id="5279" r:id="rId3"/>
    <p:sldId id="5280" r:id="rId4"/>
    <p:sldId id="5281" r:id="rId5"/>
    <p:sldId id="5282" r:id="rId6"/>
    <p:sldId id="5283" r:id="rId7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76" y="-4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19/10/5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672408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萬軍的主，至聖的厝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是祢徛起所在； 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主我上帝祢所肯住，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彼位我大意愛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284581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我心戀慕，愛得有路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通到上帝的厝； 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心神、肉體求叫上帝，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永永活活的主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4547605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佇主壇邊雀鳥徛起，  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燕仔做巢好勢；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安穩自在佇祢厝內，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 我王，我主上帝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8654635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近倚佇祢，佇遐徛起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彼人真正有福； 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有主通靠時常謳咾， 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暝日享受快樂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5368907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5.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一日見祢，聖殿徛起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卡贏千日的久；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我願顧門佇主殿堂，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無</a:t>
            </a:r>
            <a:r>
              <a:rPr lang="en-US" altLang="zh-TW" sz="36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歹人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的厝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413062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564904"/>
            <a:ext cx="9114119" cy="3672408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6.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上主至大若日一般，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若準籐牌保護； 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　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  恩典榮光祢賜齊全，</a:t>
            </a: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  導人行祢正路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897839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168</Words>
  <Application>Microsoft Macintosh PowerPoint</Application>
  <PresentationFormat>如螢幕大小 (4:3)</PresentationFormat>
  <Paragraphs>36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2019-10-05T12:54:27Z</dcterms:modified>
</cp:coreProperties>
</file>