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6907" r:id="rId2"/>
    <p:sldId id="26908" r:id="rId3"/>
    <p:sldId id="26909" r:id="rId4"/>
    <p:sldId id="26910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2025/4/4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7890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84028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817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6670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28361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10930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4548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20919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11295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7632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49870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16630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21589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18594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54098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80238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39502"/>
            <a:ext cx="597666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331640" y="329593"/>
            <a:ext cx="59766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上帝為咱，疼痛不變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187624" y="1275606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B6FD4F95-0E23-0944-9BC4-55CBF5269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55068"/>
            <a:ext cx="9114119" cy="3888432"/>
          </a:xfrm>
        </p:spPr>
        <p:txBody>
          <a:bodyPr/>
          <a:lstStyle/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上帝為咱，疼痛不變，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啥人會對敵咱？</a:t>
            </a:r>
          </a:p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無惜聖子為咱來獻，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萬物白白互咱。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）舊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119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404224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39502"/>
            <a:ext cx="597666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331640" y="329593"/>
            <a:ext cx="59766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上帝為咱，疼痛不變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187624" y="1275606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06D333FF-40EC-B946-9936-3501885532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55068"/>
            <a:ext cx="9114119" cy="3888432"/>
          </a:xfrm>
        </p:spPr>
        <p:txBody>
          <a:bodyPr/>
          <a:lstStyle/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啥人欲告上帝選民？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上帝稱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做義；</a:t>
            </a:r>
          </a:p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啥人會定</a:t>
            </a:r>
            <a:r>
              <a:rPr lang="zh-TW" altLang="en-US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做罪人？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主替𪜶死閣起。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）舊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119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959955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39502"/>
            <a:ext cx="597666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331640" y="329593"/>
            <a:ext cx="59766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上帝為咱，疼痛不變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187624" y="1275606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E8CEF196-9214-D442-83BB-4A2AEFE2D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55068"/>
            <a:ext cx="9114119" cy="3888432"/>
          </a:xfrm>
        </p:spPr>
        <p:txBody>
          <a:bodyPr/>
          <a:lstStyle/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祂坐大旁，替咱祈禱，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雖有患難憂悶，</a:t>
            </a:r>
          </a:p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窘逐、枵餓、危險、利刀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對疼得勝有賰。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）舊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119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81477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331640" y="339502"/>
            <a:ext cx="597666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331640" y="329593"/>
            <a:ext cx="59766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上帝為咱，疼痛不變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187624" y="1275606"/>
            <a:ext cx="936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EB690DB8-1517-4548-9203-51A16DA516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55068"/>
            <a:ext cx="9114119" cy="3888432"/>
          </a:xfrm>
        </p:spPr>
        <p:txBody>
          <a:bodyPr/>
          <a:lstStyle/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無論掌權、死失、活命、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權能、現今、將來，</a:t>
            </a:r>
          </a:p>
          <a:p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攏</a:t>
            </a:r>
            <a:r>
              <a:rPr lang="zh-TW" altLang="en-US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𣍐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隔斷上帝的疼，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就是佇主仁愛。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）舊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119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960290858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20650</TotalTime>
  <Words>188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4713</cp:revision>
  <dcterms:created xsi:type="dcterms:W3CDTF">2009-02-27T08:32:01Z</dcterms:created>
  <dcterms:modified xsi:type="dcterms:W3CDTF">2025-04-04T14:21:30Z</dcterms:modified>
</cp:coreProperties>
</file>