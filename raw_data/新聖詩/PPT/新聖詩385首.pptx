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261" r:id="rId2"/>
    <p:sldId id="25262" r:id="rId3"/>
    <p:sldId id="25263" r:id="rId4"/>
    <p:sldId id="25264" r:id="rId5"/>
    <p:sldId id="25265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6" autoAdjust="0"/>
    <p:restoredTop sz="92261" autoAdjust="0"/>
  </p:normalViewPr>
  <p:slideViewPr>
    <p:cSldViewPr>
      <p:cViewPr varScale="1">
        <p:scale>
          <a:sx n="120" d="100"/>
          <a:sy n="120" d="100"/>
        </p:scale>
        <p:origin x="125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71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682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800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409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4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800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1026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0254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1196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2439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2991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5112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800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8433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199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473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7619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1203598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人生風波擾動無停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人生風波擾動無停，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耶穌召咱著進前，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日日發出仁愛呼聲，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「信徒，隨我，免驚惶。」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310b</a:t>
            </a:r>
          </a:p>
        </p:txBody>
      </p:sp>
    </p:spTree>
    <p:extLst>
      <p:ext uri="{BB962C8B-B14F-4D97-AF65-F5344CB8AC3E}">
        <p14:creationId xmlns:p14="http://schemas.microsoft.com/office/powerpoint/2010/main" val="307342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1203598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人生風波擾動無停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加利利海主曾出聲，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叫安得烈隨祂行，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家庭親戚以及工程，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攏放拺，為主拋命。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310b</a:t>
            </a:r>
          </a:p>
        </p:txBody>
      </p:sp>
    </p:spTree>
    <p:extLst>
      <p:ext uri="{BB962C8B-B14F-4D97-AF65-F5344CB8AC3E}">
        <p14:creationId xmlns:p14="http://schemas.microsoft.com/office/powerpoint/2010/main" val="408914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1203598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人生風波擾動無停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耶穌叫咱放拺世間，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榮華富貴是空空，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除去一切偶像、虛華，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「眾信徒，著愈疼我。」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310b</a:t>
            </a:r>
          </a:p>
        </p:txBody>
      </p:sp>
    </p:spTree>
    <p:extLst>
      <p:ext uri="{BB962C8B-B14F-4D97-AF65-F5344CB8AC3E}">
        <p14:creationId xmlns:p14="http://schemas.microsoft.com/office/powerpoint/2010/main" val="370374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1203598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人生風波擾動無停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無論憂悶抑是歡喜，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著磨抑是閒的時，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境遇好歹，主猶叫講，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「著疼我贏過攏總。」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310b</a:t>
            </a:r>
          </a:p>
        </p:txBody>
      </p:sp>
    </p:spTree>
    <p:extLst>
      <p:ext uri="{BB962C8B-B14F-4D97-AF65-F5344CB8AC3E}">
        <p14:creationId xmlns:p14="http://schemas.microsoft.com/office/powerpoint/2010/main" val="94981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1203598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人生風波擾動無停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耶穌叫咱，咱當來聽，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得祂憐憫，隨祂行。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獻咱心身，順趁聖旨，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服事、疼祂到一世。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310b</a:t>
            </a:r>
          </a:p>
        </p:txBody>
      </p:sp>
    </p:spTree>
    <p:extLst>
      <p:ext uri="{BB962C8B-B14F-4D97-AF65-F5344CB8AC3E}">
        <p14:creationId xmlns:p14="http://schemas.microsoft.com/office/powerpoint/2010/main" val="427692965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20647</TotalTime>
  <Words>236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4708</cp:revision>
  <dcterms:created xsi:type="dcterms:W3CDTF">2009-02-27T08:32:01Z</dcterms:created>
  <dcterms:modified xsi:type="dcterms:W3CDTF">2024-05-17T15:51:58Z</dcterms:modified>
</cp:coreProperties>
</file>