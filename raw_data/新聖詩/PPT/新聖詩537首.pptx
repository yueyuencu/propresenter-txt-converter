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18" r:id="rId2"/>
    <p:sldId id="25719" r:id="rId3"/>
    <p:sldId id="25720" r:id="rId4"/>
    <p:sldId id="2572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37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5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90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891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48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20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357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313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903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61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485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889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424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790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09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7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0458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6763"/>
            <a:ext cx="9180512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迷路的人著行倒轉，朝見咱的天父，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天國故鄉滿滿榮光，啥人會到彼地？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真實反悔謙卑認罪，此號的人攏會，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恩典慈悲遍滿全地，福氣久長無廢。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823170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8883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6763"/>
            <a:ext cx="9180512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迷路的人著行倒轉，親近天父面前，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上帝子兒徛起四方，逐日吟詩無停；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世間眾人著緊反悔，子兒名份得成，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四海同信成做一家，大家同入天庭。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823170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06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6763"/>
            <a:ext cx="9180512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迷路的人著行倒轉，仆拜救主腳前，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慈悲聖手佇咱左右，照顧暝日無停；  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雖然經過烏暗深坑，猶久前途光明， 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目睭無流悲傷目屎，境遇和順安寧。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823170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124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6763"/>
            <a:ext cx="9180512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迷路的人著行倒轉，近倚十字架邊，  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主流寶血替咱受死，咱著</a:t>
            </a:r>
            <a:r>
              <a:rPr lang="zh-TW" altLang="zh-TW" sz="3600" b="1" kern="100" dirty="0">
                <a:solidFill>
                  <a:srgbClr val="0000CC"/>
                </a:solidFill>
                <a:latin typeface="Calibri" panose="020F0502020204030204" pitchFamily="34" charset="0"/>
                <a:cs typeface="新細明體" panose="02020500000000000000" pitchFamily="18" charset="-120"/>
              </a:rPr>
              <a:t>攑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目看祂； 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活命源頭福音真聲，攏是對遮發起，</a:t>
            </a:r>
            <a:endParaRPr lang="en-US" altLang="zh-TW" sz="36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救主出聲叫咱近前，今著來就近祂。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迷路的人著行倒轉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823170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7280605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272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2024-08-09T15:35:40Z</dcterms:modified>
</cp:coreProperties>
</file>