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303" r:id="rId2"/>
    <p:sldId id="5304" r:id="rId3"/>
    <p:sldId id="5305" r:id="rId4"/>
    <p:sldId id="5306" r:id="rId5"/>
    <p:sldId id="5307" r:id="rId6"/>
    <p:sldId id="5308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472" y="-6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23/3/2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23/3/2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23/3/2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23/3/2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23/3/2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23/3/2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23/3/2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23/3/2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23/3/2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23/3/2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23/3/2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23/3/2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23/3/2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聰明的人帶學識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好額通帶錢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財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有人會帶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才能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有人用力服事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</a:p>
          <a:p>
            <a:pPr algn="r">
              <a:spcBef>
                <a:spcPts val="6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413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311610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咱也愛帶咱寶貝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來獻互咱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君王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今咱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無銀，無學識，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咱著怎樣敬奉？</a:t>
            </a:r>
          </a:p>
          <a:p>
            <a:pPr algn="r">
              <a:spcBef>
                <a:spcPts val="6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413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858462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囝仔大細著疼祂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感恩、歡喜；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逐日通隨祂、學祂，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逐項趁祂教示；</a:t>
            </a:r>
          </a:p>
          <a:p>
            <a:pPr algn="r">
              <a:spcBef>
                <a:spcPts val="6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413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  <a:p>
            <a:pPr algn="r">
              <a:spcBef>
                <a:spcPts val="600"/>
              </a:spcBef>
            </a:pP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6022360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諸個通做咱寶貝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來獻互咱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君王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此款禮物通帶來，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細子也通敬奉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6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413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  <a:p>
            <a:pPr algn="r">
              <a:spcBef>
                <a:spcPts val="600"/>
              </a:spcBef>
            </a:pP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342796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通用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生活的所做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逐項互祂歡喜，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無論家內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、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學校裡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交陪、</a:t>
            </a:r>
            <a:r>
              <a:rPr lang="en-US" altLang="zh-TW" sz="4000" b="1" dirty="0" err="1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t</a:t>
            </a:r>
            <a:r>
              <a:rPr lang="en-US" altLang="zh-TW" sz="4000" b="1" dirty="0" err="1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hit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迌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的時；</a:t>
            </a:r>
          </a:p>
          <a:p>
            <a:pPr algn="r">
              <a:spcBef>
                <a:spcPts val="6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413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  <a:p>
            <a:pPr algn="r">
              <a:spcBef>
                <a:spcPts val="600"/>
              </a:spcBef>
            </a:pP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96921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諸個禮物真寶貝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通獻互咱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君王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贏過錢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銀無數萬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囝仔用這敬奉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6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413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  <a:p>
            <a:pPr algn="r">
              <a:spcBef>
                <a:spcPts val="600"/>
              </a:spcBef>
            </a:pP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53519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20654</TotalTime>
  <Words>174</Words>
  <Application>Microsoft Macintosh PowerPoint</Application>
  <PresentationFormat>如螢幕大小 (16:9)</PresentationFormat>
  <Paragraphs>42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4712</cp:revision>
  <dcterms:created xsi:type="dcterms:W3CDTF">2009-02-27T08:32:01Z</dcterms:created>
  <dcterms:modified xsi:type="dcterms:W3CDTF">2023-03-02T12:53:45Z</dcterms:modified>
</cp:coreProperties>
</file>