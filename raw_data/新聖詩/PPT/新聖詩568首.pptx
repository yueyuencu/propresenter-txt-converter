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50B38-C05F-4637-A1CB-74DCF0D2E476}" type="datetimeFigureOut">
              <a:rPr lang="zh-TW" altLang="en-US" smtClean="0"/>
              <a:t>2013/8/3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1714488"/>
            <a:ext cx="8229600" cy="1143000"/>
          </a:xfrm>
        </p:spPr>
        <p:txBody>
          <a:bodyPr/>
          <a:lstStyle/>
          <a:p>
            <a:endParaRPr lang="zh-TW" altLang="en-US" u="sng" dirty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071810"/>
            <a:ext cx="9144000" cy="3054353"/>
          </a:xfrm>
        </p:spPr>
        <p:txBody>
          <a:bodyPr/>
          <a:lstStyle/>
          <a:p>
            <a:pPr algn="ctr">
              <a:buNone/>
            </a:pPr>
            <a:r>
              <a:rPr lang="en-US" dirty="0" smtClean="0">
                <a:latin typeface="華康中特圓體" pitchFamily="49" charset="-120"/>
                <a:ea typeface="華康中特圓體" pitchFamily="49" charset="-120"/>
              </a:rPr>
              <a:t>1</a:t>
            </a:r>
            <a:r>
              <a:rPr lang="en-US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我有保護者佇身邊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，雖然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看</a:t>
            </a:r>
            <a:r>
              <a:rPr lang="zh-TW" altLang="en-US" b="1" dirty="0" smtClean="0"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見，永無離；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用疼拯救人來贖回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，全能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的天父主上帝。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祂肯，我就得大恩惠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，恩典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欲降落若露水；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拯救的城牆啲包圍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，保守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主所疼眾子類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568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1/2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143248"/>
            <a:ext cx="9144000" cy="2982915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2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上主歡喜聽我祈禱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，做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我大牧者及保護；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一切倚靠主來排比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，暝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日將萬事交託祢。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主做我日頭及籐牌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，暝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時就無暗、無掛礙；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光陰真快過若射箭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，只有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催迫我愈近祢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568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2/2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如螢幕大小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投影片 1</vt:lpstr>
      <vt:lpstr>投影片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2013-08-03T14:32:44Z</dcterms:created>
  <dcterms:modified xsi:type="dcterms:W3CDTF">2013-08-03T14:33:04Z</dcterms:modified>
</cp:coreProperties>
</file>