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7"/>
  </p:notesMasterIdLst>
  <p:sldIdLst>
    <p:sldId id="25125" r:id="rId2"/>
    <p:sldId id="25126" r:id="rId3"/>
    <p:sldId id="25127" r:id="rId4"/>
    <p:sldId id="25128" r:id="rId5"/>
    <p:sldId id="25129" r:id="rId6"/>
  </p:sldIdLst>
  <p:sldSz cx="12192000" cy="6858000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56" autoAdjust="0"/>
    <p:restoredTop sz="92277" autoAdjust="0"/>
  </p:normalViewPr>
  <p:slideViewPr>
    <p:cSldViewPr>
      <p:cViewPr varScale="1">
        <p:scale>
          <a:sx n="120" d="100"/>
          <a:sy n="120" d="100"/>
        </p:scale>
        <p:origin x="776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2024/4/25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7746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84002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06407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93911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7118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2024/4/25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241737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2024/4/25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201119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4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84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8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55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2024/4/25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43128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2024/4/25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068032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70" indent="0">
              <a:buNone/>
              <a:defRPr sz="2667" b="1"/>
            </a:lvl2pPr>
            <a:lvl3pPr marL="1219140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8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70" indent="0">
              <a:buNone/>
              <a:defRPr sz="2667" b="1"/>
            </a:lvl2pPr>
            <a:lvl3pPr marL="1219140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8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2024/4/25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97293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2024/4/25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88637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2024/4/25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344456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40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8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2024/4/25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5109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70" indent="0">
              <a:buNone/>
              <a:defRPr sz="3733"/>
            </a:lvl2pPr>
            <a:lvl3pPr marL="1219140" indent="0">
              <a:buNone/>
              <a:defRPr sz="3200"/>
            </a:lvl3pPr>
            <a:lvl4pPr marL="1828709" indent="0">
              <a:buNone/>
              <a:defRPr sz="2667"/>
            </a:lvl4pPr>
            <a:lvl5pPr marL="2438278" indent="0">
              <a:buNone/>
              <a:defRPr sz="2667"/>
            </a:lvl5pPr>
            <a:lvl6pPr marL="3047848" indent="0">
              <a:buNone/>
              <a:defRPr sz="2667"/>
            </a:lvl6pPr>
            <a:lvl7pPr marL="3657418" indent="0">
              <a:buNone/>
              <a:defRPr sz="2667"/>
            </a:lvl7pPr>
            <a:lvl8pPr marL="4266987" indent="0">
              <a:buNone/>
              <a:defRPr sz="2667"/>
            </a:lvl8pPr>
            <a:lvl9pPr marL="4876557" indent="0">
              <a:buNone/>
              <a:defRPr sz="2667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40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8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2024/4/25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40462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2024/4/25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122570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2024/4/25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95949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609600" y="274639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2024/4/25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10381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60957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121914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828709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2438278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457178" indent="-457178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50" indent="-380981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25" indent="-30478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493" indent="-30478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062" indent="-30478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151450" y="414693"/>
            <a:ext cx="9217023" cy="102592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40">
              <a:defRPr/>
            </a:pPr>
            <a:endParaRPr lang="zh-TW" altLang="en-US" sz="2400" dirty="0">
              <a:solidFill>
                <a:prstClr val="white"/>
              </a:solidFill>
              <a:latin typeface="Calibri"/>
              <a:ea typeface="新細明體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459" y="1604797"/>
            <a:ext cx="12194459" cy="4896544"/>
          </a:xfrm>
        </p:spPr>
        <p:txBody>
          <a:bodyPr/>
          <a:lstStyle/>
          <a:p>
            <a:pPr>
              <a:spcBef>
                <a:spcPts val="1600"/>
              </a:spcBef>
            </a:pPr>
            <a:r>
              <a:rPr lang="zh-TW" altLang="en-US" sz="5333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我心近倚施恩寶座，</a:t>
            </a:r>
            <a:endParaRPr lang="en-US" altLang="zh-TW" sz="5333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600"/>
              </a:spcBef>
            </a:pPr>
            <a:r>
              <a:rPr lang="zh-TW" altLang="en-US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主欲聽我祈禱；</a:t>
            </a:r>
            <a:endParaRPr lang="en-US" altLang="zh-TW" sz="5333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600"/>
              </a:spcBef>
            </a:pPr>
            <a:r>
              <a:rPr lang="zh-TW" altLang="en-US" sz="5333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謙卑仆拜佇祢腳前，</a:t>
            </a:r>
            <a:endParaRPr lang="en-US" altLang="zh-TW" sz="5333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600"/>
              </a:spcBef>
            </a:pPr>
            <a:r>
              <a:rPr lang="zh-TW" altLang="en-US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心神穩得安寧。</a:t>
            </a:r>
            <a:endParaRPr lang="en-US" altLang="zh-TW" sz="5333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600"/>
              </a:spcBef>
            </a:pPr>
            <a:r>
              <a:rPr lang="zh-TW" altLang="en-US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新聖詩1</a:t>
            </a:r>
            <a:r>
              <a:rPr lang="en-US" altLang="zh-TW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44</a:t>
            </a:r>
            <a:r>
              <a:rPr lang="zh-TW" altLang="en-US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(1/5)</a:t>
            </a:r>
            <a:r>
              <a:rPr lang="zh-CN" altLang="en-US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CN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260</a:t>
            </a:r>
            <a:endParaRPr lang="en-US" altLang="zh-TW" sz="4000" b="1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151450" y="430048"/>
            <a:ext cx="92170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40"/>
            <a:r>
              <a:rPr lang="zh-TW" altLang="en-US" sz="5867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我心近倚施恩寶座</a:t>
            </a:r>
            <a:endParaRPr lang="zh-TW" altLang="en-US" sz="5867" b="1" dirty="0">
              <a:solidFill>
                <a:prstClr val="black"/>
              </a:solidFill>
              <a:ea typeface="全宋體-2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F2CA78F-FF34-9246-894C-928A274C69A1}"/>
              </a:ext>
            </a:extLst>
          </p:cNvPr>
          <p:cNvSpPr txBox="1"/>
          <p:nvPr/>
        </p:nvSpPr>
        <p:spPr>
          <a:xfrm>
            <a:off x="1120902" y="1455969"/>
            <a:ext cx="1821744" cy="99520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1219140">
              <a:defRPr/>
            </a:pPr>
            <a:r>
              <a:rPr lang="en-US" altLang="zh-TW" sz="5867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267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lang="zh-TW" altLang="en-US" sz="4267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497096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151450" y="414693"/>
            <a:ext cx="9217023" cy="102592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40">
              <a:defRPr/>
            </a:pPr>
            <a:endParaRPr lang="zh-TW" altLang="en-US" sz="2400" dirty="0">
              <a:solidFill>
                <a:prstClr val="white"/>
              </a:solidFill>
              <a:latin typeface="Calibri"/>
              <a:ea typeface="新細明體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459" y="1604797"/>
            <a:ext cx="12194459" cy="4896544"/>
          </a:xfrm>
        </p:spPr>
        <p:txBody>
          <a:bodyPr/>
          <a:lstStyle/>
          <a:p>
            <a:pPr>
              <a:spcBef>
                <a:spcPts val="1600"/>
              </a:spcBef>
            </a:pPr>
            <a:r>
              <a:rPr lang="zh-TW" altLang="en-US" sz="5333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倚靠救主祢所應允，</a:t>
            </a:r>
            <a:endParaRPr lang="en-US" altLang="zh-TW" sz="5333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600"/>
              </a:spcBef>
            </a:pPr>
            <a:r>
              <a:rPr lang="zh-TW" altLang="en-US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我就好膽親近；</a:t>
            </a:r>
            <a:endParaRPr lang="en-US" altLang="zh-TW" sz="5333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600"/>
              </a:spcBef>
            </a:pPr>
            <a:r>
              <a:rPr lang="zh-TW" altLang="en-US" sz="5333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主叫勞苦的人就祢，</a:t>
            </a:r>
            <a:endParaRPr lang="en-US" altLang="zh-TW" sz="5333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600"/>
              </a:spcBef>
            </a:pPr>
            <a:r>
              <a:rPr lang="zh-TW" altLang="en-US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我就進前無疑。</a:t>
            </a:r>
            <a:endParaRPr lang="en-US" altLang="zh-TW" sz="5333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600"/>
              </a:spcBef>
            </a:pPr>
            <a:r>
              <a:rPr lang="zh-TW" altLang="en-US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新聖詩1</a:t>
            </a:r>
            <a:r>
              <a:rPr lang="en-US" altLang="zh-TW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44</a:t>
            </a:r>
            <a:r>
              <a:rPr lang="zh-TW" altLang="en-US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(2/5)</a:t>
            </a:r>
            <a:r>
              <a:rPr lang="zh-CN" altLang="en-US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CN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260</a:t>
            </a:r>
            <a:endParaRPr lang="en-US" altLang="zh-TW" sz="4000" b="1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151450" y="430048"/>
            <a:ext cx="92170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40"/>
            <a:r>
              <a:rPr lang="zh-TW" altLang="en-US" sz="5867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我心近倚施恩寶座</a:t>
            </a:r>
            <a:endParaRPr lang="zh-TW" altLang="en-US" sz="5867" b="1" dirty="0">
              <a:solidFill>
                <a:prstClr val="black"/>
              </a:solidFill>
              <a:ea typeface="全宋體-2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F2CA78F-FF34-9246-894C-928A274C69A1}"/>
              </a:ext>
            </a:extLst>
          </p:cNvPr>
          <p:cNvSpPr txBox="1"/>
          <p:nvPr/>
        </p:nvSpPr>
        <p:spPr>
          <a:xfrm>
            <a:off x="1120902" y="1455969"/>
            <a:ext cx="1821744" cy="99520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1219140">
              <a:defRPr/>
            </a:pPr>
            <a:r>
              <a:rPr lang="en-US" altLang="zh-TW" sz="5867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267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2.</a:t>
            </a:r>
            <a:endParaRPr lang="zh-TW" altLang="en-US" sz="4267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768485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151450" y="414693"/>
            <a:ext cx="9217023" cy="102592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40">
              <a:defRPr/>
            </a:pPr>
            <a:endParaRPr lang="zh-TW" altLang="en-US" sz="2400" dirty="0">
              <a:solidFill>
                <a:prstClr val="white"/>
              </a:solidFill>
              <a:latin typeface="Calibri"/>
              <a:ea typeface="新細明體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459" y="1604797"/>
            <a:ext cx="12194459" cy="4896544"/>
          </a:xfrm>
        </p:spPr>
        <p:txBody>
          <a:bodyPr/>
          <a:lstStyle/>
          <a:p>
            <a:pPr>
              <a:spcBef>
                <a:spcPts val="1600"/>
              </a:spcBef>
            </a:pPr>
            <a:r>
              <a:rPr lang="zh-TW" altLang="en-US" sz="5333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罪惡的擔佇肩頭頂，</a:t>
            </a:r>
            <a:endParaRPr lang="en-US" altLang="zh-TW" sz="5333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600"/>
              </a:spcBef>
            </a:pPr>
            <a:r>
              <a:rPr lang="zh-TW" altLang="en-US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撒但壓迫無停；</a:t>
            </a:r>
            <a:endParaRPr lang="en-US" altLang="zh-TW" sz="5333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600"/>
              </a:spcBef>
            </a:pPr>
            <a:r>
              <a:rPr lang="zh-TW" altLang="en-US" sz="5333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外面交戰心內驚惶，</a:t>
            </a:r>
            <a:endParaRPr lang="en-US" altLang="zh-TW" sz="5333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600"/>
              </a:spcBef>
            </a:pPr>
            <a:r>
              <a:rPr lang="zh-TW" altLang="en-US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靠主就得安定。</a:t>
            </a:r>
            <a:endParaRPr lang="en-US" altLang="zh-TW" sz="5333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600"/>
              </a:spcBef>
            </a:pPr>
            <a:r>
              <a:rPr lang="zh-TW" altLang="en-US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新聖詩1</a:t>
            </a:r>
            <a:r>
              <a:rPr lang="en-US" altLang="zh-TW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44</a:t>
            </a:r>
            <a:r>
              <a:rPr lang="zh-TW" altLang="en-US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(3/5)</a:t>
            </a:r>
            <a:r>
              <a:rPr lang="zh-CN" altLang="en-US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CN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260</a:t>
            </a:r>
            <a:endParaRPr lang="en-US" altLang="zh-TW" sz="4000" b="1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151450" y="430048"/>
            <a:ext cx="92170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40"/>
            <a:r>
              <a:rPr lang="zh-TW" altLang="en-US" sz="5867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我心近倚施恩寶座</a:t>
            </a:r>
            <a:endParaRPr lang="zh-TW" altLang="en-US" sz="5867" b="1" dirty="0">
              <a:solidFill>
                <a:prstClr val="black"/>
              </a:solidFill>
              <a:ea typeface="全宋體-2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F2CA78F-FF34-9246-894C-928A274C69A1}"/>
              </a:ext>
            </a:extLst>
          </p:cNvPr>
          <p:cNvSpPr txBox="1"/>
          <p:nvPr/>
        </p:nvSpPr>
        <p:spPr>
          <a:xfrm>
            <a:off x="1120902" y="1455969"/>
            <a:ext cx="1821744" cy="99520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1219140">
              <a:defRPr/>
            </a:pPr>
            <a:r>
              <a:rPr lang="en-US" altLang="zh-TW" sz="5867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267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lang="zh-TW" altLang="en-US" sz="4267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832566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151450" y="414693"/>
            <a:ext cx="9217023" cy="102592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40">
              <a:defRPr/>
            </a:pPr>
            <a:endParaRPr lang="zh-TW" altLang="en-US" sz="2400" dirty="0">
              <a:solidFill>
                <a:prstClr val="white"/>
              </a:solidFill>
              <a:latin typeface="Calibri"/>
              <a:ea typeface="新細明體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459" y="1604797"/>
            <a:ext cx="12194459" cy="4896544"/>
          </a:xfrm>
        </p:spPr>
        <p:txBody>
          <a:bodyPr/>
          <a:lstStyle/>
          <a:p>
            <a:pPr>
              <a:spcBef>
                <a:spcPts val="1600"/>
              </a:spcBef>
            </a:pPr>
            <a:r>
              <a:rPr lang="zh-TW" altLang="en-US" sz="5333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求主做我籐牌保護，</a:t>
            </a:r>
            <a:endParaRPr lang="en-US" altLang="zh-TW" sz="5333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600"/>
              </a:spcBef>
            </a:pPr>
            <a:r>
              <a:rPr lang="zh-TW" altLang="en-US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佇我身邊照顧；</a:t>
            </a:r>
            <a:endParaRPr lang="en-US" altLang="zh-TW" sz="5333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600"/>
              </a:spcBef>
            </a:pPr>
            <a:r>
              <a:rPr lang="zh-TW" altLang="en-US" sz="5333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互我通對告我的講，</a:t>
            </a:r>
            <a:endParaRPr lang="en-US" altLang="zh-TW" sz="5333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600"/>
              </a:spcBef>
            </a:pPr>
            <a:r>
              <a:rPr lang="zh-TW" altLang="en-US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「主死，我得釋放。」</a:t>
            </a:r>
            <a:endParaRPr lang="en-US" altLang="zh-TW" sz="5333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600"/>
              </a:spcBef>
            </a:pPr>
            <a:r>
              <a:rPr lang="zh-TW" altLang="en-US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新聖詩1</a:t>
            </a:r>
            <a:r>
              <a:rPr lang="en-US" altLang="zh-TW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44</a:t>
            </a:r>
            <a:r>
              <a:rPr lang="zh-TW" altLang="en-US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(4/5)</a:t>
            </a:r>
            <a:r>
              <a:rPr lang="zh-CN" altLang="en-US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CN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260</a:t>
            </a:r>
            <a:endParaRPr lang="en-US" altLang="zh-TW" sz="4000" b="1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151450" y="430048"/>
            <a:ext cx="92170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40"/>
            <a:r>
              <a:rPr lang="zh-TW" altLang="en-US" sz="5867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我心近倚施恩寶座</a:t>
            </a:r>
            <a:endParaRPr lang="zh-TW" altLang="en-US" sz="5867" b="1" dirty="0">
              <a:solidFill>
                <a:prstClr val="black"/>
              </a:solidFill>
              <a:ea typeface="全宋體-2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F2CA78F-FF34-9246-894C-928A274C69A1}"/>
              </a:ext>
            </a:extLst>
          </p:cNvPr>
          <p:cNvSpPr txBox="1"/>
          <p:nvPr/>
        </p:nvSpPr>
        <p:spPr>
          <a:xfrm>
            <a:off x="1120902" y="1455969"/>
            <a:ext cx="1821744" cy="99520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1219140">
              <a:defRPr/>
            </a:pPr>
            <a:r>
              <a:rPr lang="en-US" altLang="zh-TW" sz="5867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267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4.</a:t>
            </a:r>
            <a:endParaRPr lang="zh-TW" altLang="en-US" sz="4267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567043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151450" y="414693"/>
            <a:ext cx="9217023" cy="102592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40">
              <a:defRPr/>
            </a:pPr>
            <a:endParaRPr lang="zh-TW" altLang="en-US" sz="2400" dirty="0">
              <a:solidFill>
                <a:prstClr val="white"/>
              </a:solidFill>
              <a:latin typeface="Calibri"/>
              <a:ea typeface="新細明體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459" y="1604797"/>
            <a:ext cx="12194459" cy="4896544"/>
          </a:xfrm>
        </p:spPr>
        <p:txBody>
          <a:bodyPr/>
          <a:lstStyle/>
          <a:p>
            <a:pPr>
              <a:spcBef>
                <a:spcPts val="1600"/>
              </a:spcBef>
            </a:pPr>
            <a:r>
              <a:rPr lang="zh-TW" altLang="en-US" sz="5333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奇妙疼痛流血受死，</a:t>
            </a:r>
            <a:endParaRPr lang="en-US" altLang="zh-TW" sz="5333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600"/>
              </a:spcBef>
            </a:pPr>
            <a:r>
              <a:rPr lang="zh-TW" altLang="en-US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十架見誚無比；</a:t>
            </a:r>
            <a:endParaRPr lang="en-US" altLang="zh-TW" sz="5333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600"/>
              </a:spcBef>
            </a:pPr>
            <a:r>
              <a:rPr lang="zh-TW" altLang="en-US" sz="5333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連我極重罪人求情，</a:t>
            </a:r>
            <a:endParaRPr lang="en-US" altLang="zh-TW" sz="5333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600"/>
              </a:spcBef>
            </a:pPr>
            <a:r>
              <a:rPr lang="zh-TW" altLang="en-US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祢也施恩無停。</a:t>
            </a:r>
            <a:endParaRPr lang="en-US" altLang="zh-TW" sz="5333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600"/>
              </a:spcBef>
            </a:pPr>
            <a:r>
              <a:rPr lang="zh-TW" altLang="en-US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新聖詩1</a:t>
            </a:r>
            <a:r>
              <a:rPr lang="en-US" altLang="zh-TW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44</a:t>
            </a:r>
            <a:r>
              <a:rPr lang="zh-TW" altLang="en-US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(5/5)</a:t>
            </a:r>
            <a:r>
              <a:rPr lang="zh-CN" altLang="en-US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CN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260</a:t>
            </a:r>
            <a:endParaRPr lang="en-US" altLang="zh-TW" sz="4000" b="1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151450" y="430048"/>
            <a:ext cx="92170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40"/>
            <a:r>
              <a:rPr lang="zh-TW" altLang="en-US" sz="5867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我心近倚施恩寶座</a:t>
            </a:r>
            <a:endParaRPr lang="zh-TW" altLang="en-US" sz="5867" b="1" dirty="0">
              <a:solidFill>
                <a:prstClr val="black"/>
              </a:solidFill>
              <a:ea typeface="全宋體-2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F2CA78F-FF34-9246-894C-928A274C69A1}"/>
              </a:ext>
            </a:extLst>
          </p:cNvPr>
          <p:cNvSpPr txBox="1"/>
          <p:nvPr/>
        </p:nvSpPr>
        <p:spPr>
          <a:xfrm>
            <a:off x="1120902" y="1455969"/>
            <a:ext cx="1821744" cy="99520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1219140">
              <a:defRPr/>
            </a:pPr>
            <a:r>
              <a:rPr lang="en-US" altLang="zh-TW" sz="5867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267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5.</a:t>
            </a:r>
            <a:endParaRPr lang="zh-TW" altLang="en-US" sz="4267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47268885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20660</TotalTime>
  <Words>229</Words>
  <Application>Microsoft Macintosh PowerPoint</Application>
  <PresentationFormat>寬螢幕</PresentationFormat>
  <Paragraphs>40</Paragraphs>
  <Slides>5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1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4699</cp:revision>
  <dcterms:created xsi:type="dcterms:W3CDTF">2009-02-27T08:32:01Z</dcterms:created>
  <dcterms:modified xsi:type="dcterms:W3CDTF">2024-04-25T13:38:00Z</dcterms:modified>
</cp:coreProperties>
</file>