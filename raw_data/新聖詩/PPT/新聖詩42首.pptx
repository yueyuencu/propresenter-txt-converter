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1" r:id="rId2"/>
    <p:sldId id="5282" r:id="rId3"/>
    <p:sldId id="5283" r:id="rId4"/>
    <p:sldId id="528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848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請來，耶穌，阮所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救子民得著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自由，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助阮脫離一切壓迫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活命對祢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得保守；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583122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解放受難的同胞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</a:t>
            </a:r>
            <a:r>
              <a:rPr lang="zh-TW" altLang="zh-TW" sz="4000" b="1" kern="100" dirty="0" smtClean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出烏暗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地獄；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祢的疼互阮得確信， 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明白人生目的。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05046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祢做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奴僕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世界得新創造，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互萬國攏得新活命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眾邪惡歸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順真道；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zh-TW" sz="4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739518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求祢開光明的將來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祢聖國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迫近目前；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除去一切人類悲傷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驚惶中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向望得勝。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zh-TW" sz="4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150331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145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2022-09-24T09:28:42Z</dcterms:modified>
</cp:coreProperties>
</file>