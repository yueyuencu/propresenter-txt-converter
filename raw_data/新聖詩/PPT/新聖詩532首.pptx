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879" r:id="rId2"/>
    <p:sldId id="26880" r:id="rId3"/>
    <p:sldId id="26881" r:id="rId4"/>
    <p:sldId id="26882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475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458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26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743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987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11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383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616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17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639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8721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908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888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396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2025/3/29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602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2025/3/29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8199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我認救主無驚見誚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C60A1DC-9F76-0042-B4C9-E58DEDC5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9" y="1275606"/>
            <a:ext cx="9143856" cy="368597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我認救主無驚見誚，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好膽干證道理，好膽干證道理；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報揚耶穌恩典奧妙，歡喜趁祂教示，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歡喜趁祂教示，歡喜趁祂教示。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D6B7EF-DAF6-404C-A9BC-F49E2A619026}"/>
              </a:ext>
            </a:extLst>
          </p:cNvPr>
          <p:cNvSpPr txBox="1"/>
          <p:nvPr/>
        </p:nvSpPr>
        <p:spPr>
          <a:xfrm>
            <a:off x="125963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7749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我認救主無驚見誚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681E7A9-9247-FA4E-8A25-9BDAD4E28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2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耶穌聖名至貴、至寶，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世間無名通比，世間無名通比；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生前靠主免致煩惱，死後永享福氣，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死後永享福氣，死後永享福氣。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D6B7EF-DAF6-404C-A9BC-F49E2A619026}"/>
              </a:ext>
            </a:extLst>
          </p:cNvPr>
          <p:cNvSpPr txBox="1"/>
          <p:nvPr/>
        </p:nvSpPr>
        <p:spPr>
          <a:xfrm>
            <a:off x="125963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2780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我認救主無驚見誚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D6B7EF-DAF6-404C-A9BC-F49E2A619026}"/>
              </a:ext>
            </a:extLst>
          </p:cNvPr>
          <p:cNvSpPr txBox="1"/>
          <p:nvPr/>
        </p:nvSpPr>
        <p:spPr>
          <a:xfrm>
            <a:off x="125963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2831461-DBC4-2B42-B066-827202827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耶穌全能真會庇祐，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我知救主信實，我知救主信實；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身體靈魂交祂的手，保守直到末日，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保守直到末日，保守直到末日。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530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我認救主無驚見誚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D6B7EF-DAF6-404C-A9BC-F49E2A619026}"/>
              </a:ext>
            </a:extLst>
          </p:cNvPr>
          <p:cNvSpPr txBox="1"/>
          <p:nvPr/>
        </p:nvSpPr>
        <p:spPr>
          <a:xfrm>
            <a:off x="125963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BE3F56D-59AC-8845-BF0A-C643F2B3B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審判的日上帝面前，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救主認我的名，救主認我的名；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佇父的厝互我房間，永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天頂聖城，永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324398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241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2025-03-28T23:47:16Z</dcterms:modified>
</cp:coreProperties>
</file>