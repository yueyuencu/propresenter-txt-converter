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-14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65B7B9-4ED6-4937-B0E7-E59D2D0FDBFE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68163-642A-4F65-9FD6-1C3C9CF826E1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B61B6B0-2527-47A1-953A-D9BC06399BBE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7AE12-5513-43A6-932C-7FC8F8FA5A9C}" type="datetimeFigureOut">
              <a:rPr lang="zh-TW" altLang="en-US" smtClean="0"/>
              <a:t>2013/7/20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10668-E97A-4866-B92F-4BC00F0EE57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標題 1"/>
          <p:cNvSpPr>
            <a:spLocks noGrp="1"/>
          </p:cNvSpPr>
          <p:nvPr>
            <p:ph type="title"/>
          </p:nvPr>
        </p:nvSpPr>
        <p:spPr>
          <a:xfrm>
            <a:off x="428625" y="571500"/>
            <a:ext cx="8229600" cy="1143000"/>
          </a:xfrm>
        </p:spPr>
        <p:txBody>
          <a:bodyPr/>
          <a:lstStyle/>
          <a:p>
            <a:endParaRPr lang="zh-TW" altLang="en-US" u="sng" smtClean="0"/>
          </a:p>
        </p:txBody>
      </p:sp>
      <p:sp>
        <p:nvSpPr>
          <p:cNvPr id="49155" name="內容版面配置區 2"/>
          <p:cNvSpPr>
            <a:spLocks noGrp="1"/>
          </p:cNvSpPr>
          <p:nvPr>
            <p:ph idx="1"/>
          </p:nvPr>
        </p:nvSpPr>
        <p:spPr>
          <a:xfrm>
            <a:off x="0" y="2857496"/>
            <a:ext cx="9144000" cy="3714755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zh-TW" altLang="en-US" sz="3000" dirty="0" smtClean="0">
                <a:latin typeface="華康中特圓體" pitchFamily="49" charset="-120"/>
                <a:ea typeface="華康中特圓體" pitchFamily="49" charset="-120"/>
              </a:rPr>
              <a:t>將疼傳出去</a:t>
            </a:r>
            <a:r>
              <a:rPr lang="zh-TW" altLang="en-US" sz="3000" dirty="0" smtClean="0">
                <a:latin typeface="華康中特圓體" pitchFamily="49" charset="-120"/>
                <a:ea typeface="華康中特圓體" pitchFamily="49" charset="-120"/>
              </a:rPr>
              <a:t>，傳</a:t>
            </a:r>
            <a:r>
              <a:rPr lang="zh-TW" altLang="en-US" sz="3000" dirty="0" smtClean="0">
                <a:latin typeface="華康中特圓體" pitchFamily="49" charset="-120"/>
                <a:ea typeface="華康中特圓體" pitchFamily="49" charset="-120"/>
              </a:rPr>
              <a:t>到街頭及鄉里；</a:t>
            </a:r>
          </a:p>
          <a:p>
            <a:pPr algn="ctr">
              <a:buNone/>
            </a:pP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將疼傳出去</a:t>
            </a: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，無論</a:t>
            </a: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透風抑落雨。</a:t>
            </a:r>
          </a:p>
          <a:p>
            <a:pPr algn="ctr">
              <a:buNone/>
            </a:pPr>
            <a:r>
              <a:rPr lang="zh-TW" altLang="en-US" sz="3000" dirty="0" smtClean="0">
                <a:latin typeface="華康中特圓體" pitchFamily="49" charset="-120"/>
                <a:ea typeface="華康中特圓體" pitchFamily="49" charset="-120"/>
              </a:rPr>
              <a:t>將疼傳出去</a:t>
            </a:r>
            <a:r>
              <a:rPr lang="zh-TW" altLang="en-US" sz="3000" dirty="0" smtClean="0">
                <a:latin typeface="華康中特圓體" pitchFamily="49" charset="-120"/>
                <a:ea typeface="華康中特圓體" pitchFamily="49" charset="-120"/>
              </a:rPr>
              <a:t>，傳</a:t>
            </a:r>
            <a:r>
              <a:rPr lang="zh-TW" altLang="en-US" sz="3000" dirty="0" smtClean="0">
                <a:latin typeface="華康中特圓體" pitchFamily="49" charset="-120"/>
                <a:ea typeface="華康中特圓體" pitchFamily="49" charset="-120"/>
              </a:rPr>
              <a:t>到街頭及鄉里；</a:t>
            </a:r>
          </a:p>
          <a:p>
            <a:pPr algn="ctr">
              <a:buNone/>
            </a:pP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將疼傳出去</a:t>
            </a: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，無論</a:t>
            </a: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透風抑落雨。</a:t>
            </a:r>
          </a:p>
          <a:p>
            <a:pPr algn="ctr">
              <a:buNone/>
            </a:pPr>
            <a:r>
              <a:rPr lang="zh-TW" altLang="en-US" sz="3000" dirty="0" smtClean="0">
                <a:latin typeface="華康中特圓體" pitchFamily="49" charset="-120"/>
                <a:ea typeface="華康中特圓體" pitchFamily="49" charset="-120"/>
              </a:rPr>
              <a:t>疼著分享，</a:t>
            </a:r>
            <a:r>
              <a:rPr lang="zh-TW" altLang="en-US" sz="3000" b="1" dirty="0" smtClean="0"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sz="3000" dirty="0" smtClean="0">
                <a:latin typeface="華康中特圓體" pitchFamily="49" charset="-120"/>
                <a:ea typeface="華康中特圓體" pitchFamily="49" charset="-120"/>
              </a:rPr>
              <a:t>通躊躇</a:t>
            </a:r>
            <a:r>
              <a:rPr lang="zh-TW" altLang="en-US" sz="3000" dirty="0" smtClean="0">
                <a:latin typeface="華康中特圓體" pitchFamily="49" charset="-120"/>
                <a:ea typeface="華康中特圓體" pitchFamily="49" charset="-120"/>
              </a:rPr>
              <a:t>，快</a:t>
            </a:r>
            <a:r>
              <a:rPr lang="zh-TW" altLang="en-US" sz="3000" dirty="0" smtClean="0">
                <a:latin typeface="華康中特圓體" pitchFamily="49" charset="-120"/>
                <a:ea typeface="華康中特圓體" pitchFamily="49" charset="-120"/>
              </a:rPr>
              <a:t>快樂樂傳出去，</a:t>
            </a:r>
          </a:p>
          <a:p>
            <a:pPr algn="ctr">
              <a:buNone/>
            </a:pP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疼著分享，</a:t>
            </a:r>
            <a:r>
              <a:rPr lang="zh-TW" altLang="en-US" sz="3000" b="1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通放棄</a:t>
            </a: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，把握</a:t>
            </a: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機會傳出去</a:t>
            </a:r>
            <a:r>
              <a:rPr lang="zh-TW" altLang="en-US" sz="3000" dirty="0" smtClean="0">
                <a:solidFill>
                  <a:srgbClr val="0000CC"/>
                </a:solidFill>
                <a:latin typeface="華康中特圓體" pitchFamily="49" charset="-120"/>
                <a:ea typeface="華康中特圓體" pitchFamily="49" charset="-120"/>
              </a:rPr>
              <a:t>。</a:t>
            </a:r>
            <a:endParaRPr lang="en-US" altLang="zh-TW" sz="3000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  <a:p>
            <a:pPr algn="r">
              <a:buNone/>
            </a:pPr>
            <a:r>
              <a:rPr lang="zh-TW" altLang="en-US" sz="3000" u="sng" dirty="0" smtClean="0">
                <a:latin typeface="華康中特圓體" pitchFamily="49" charset="-120"/>
                <a:ea typeface="華康中特圓體" pitchFamily="49" charset="-120"/>
              </a:rPr>
              <a:t>新</a:t>
            </a:r>
            <a:r>
              <a:rPr lang="zh-TW" altLang="en-US" sz="3000" u="sng" dirty="0" smtClean="0">
                <a:latin typeface="華康中特圓體" pitchFamily="49" charset="-120"/>
                <a:ea typeface="華康中特圓體" pitchFamily="49" charset="-120"/>
              </a:rPr>
              <a:t>聖詩</a:t>
            </a:r>
            <a:r>
              <a:rPr lang="en-US" altLang="zh-TW" sz="3000" u="sng" dirty="0" smtClean="0">
                <a:latin typeface="華康中特圓體" pitchFamily="49" charset="-120"/>
                <a:ea typeface="華康中特圓體" pitchFamily="49" charset="-120"/>
              </a:rPr>
              <a:t>541</a:t>
            </a:r>
            <a:r>
              <a:rPr lang="zh-TW" altLang="en-US" sz="3000" u="sng" dirty="0" smtClean="0">
                <a:latin typeface="華康中特圓體" pitchFamily="49" charset="-120"/>
                <a:ea typeface="華康中特圓體" pitchFamily="49" charset="-120"/>
              </a:rPr>
              <a:t>首</a:t>
            </a:r>
            <a:r>
              <a:rPr lang="zh-TW" altLang="en-US" sz="3000" u="sng" dirty="0" smtClean="0">
                <a:latin typeface="華康中特圓體" pitchFamily="49" charset="-120"/>
                <a:ea typeface="華康中特圓體" pitchFamily="49" charset="-120"/>
              </a:rPr>
              <a:t>（</a:t>
            </a:r>
            <a:r>
              <a:rPr lang="en-US" altLang="zh-TW" sz="3000" u="sng" dirty="0" smtClean="0">
                <a:latin typeface="華康中特圓體" pitchFamily="49" charset="-120"/>
                <a:ea typeface="華康中特圓體" pitchFamily="49" charset="-120"/>
              </a:rPr>
              <a:t>1/1</a:t>
            </a:r>
            <a:r>
              <a:rPr lang="zh-TW" altLang="en-US" sz="3000" u="sng" dirty="0" smtClean="0">
                <a:latin typeface="華康中特圓體" pitchFamily="49" charset="-120"/>
                <a:ea typeface="華康中特圓體" pitchFamily="49" charset="-120"/>
              </a:rPr>
              <a:t>）</a:t>
            </a:r>
          </a:p>
          <a:p>
            <a:pPr algn="ctr">
              <a:buFont typeface="Arial" charset="0"/>
              <a:buNone/>
            </a:pPr>
            <a:endParaRPr lang="zh-TW" altLang="en-US" dirty="0" smtClean="0">
              <a:solidFill>
                <a:srgbClr val="0000CC"/>
              </a:solidFill>
              <a:latin typeface="華康中特圓體" pitchFamily="49" charset="-120"/>
              <a:ea typeface="華康中特圓體" pitchFamily="49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如螢幕大小 (4:3)</PresentationFormat>
  <Paragraphs>8</Paragraphs>
  <Slides>1</Slides>
  <Notes>1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2" baseType="lpstr">
      <vt:lpstr>Office 佈景主題</vt:lpstr>
      <vt:lpstr>投影片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Windows 使用者</cp:lastModifiedBy>
  <cp:revision>1</cp:revision>
  <dcterms:created xsi:type="dcterms:W3CDTF">2013-07-20T13:54:38Z</dcterms:created>
  <dcterms:modified xsi:type="dcterms:W3CDTF">2013-07-20T13:54:57Z</dcterms:modified>
</cp:coreProperties>
</file>