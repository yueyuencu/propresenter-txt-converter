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042" r:id="rId2"/>
    <p:sldId id="25043" r:id="rId3"/>
    <p:sldId id="25044" r:id="rId4"/>
    <p:sldId id="2504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2026/4/18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33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782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368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854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5904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335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744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6303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2446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981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702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503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341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7047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721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2026/4/18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7719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60677"/>
            <a:ext cx="1060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50524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主基督，祢的擔阮著擔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E774A9CC-3069-1F4B-A10F-937295CD0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7415" y="1275606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主基督，祢的擔阮著擔，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因為祢疼痛，祢疼痛，祢疼痛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作阮動力永𣍐厭，阮欲一生隨祢行；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作阮動力永𣍐厭，阮欲一生隨祢行。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1654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60677"/>
            <a:ext cx="1060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50524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主基督，祢的擔阮著擔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E774A9CC-3069-1F4B-A10F-937295CD0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7415" y="1275606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主基督，阮鄉土祢賞賜，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阮著疼土地，疼土地，疼土地，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和平公義滿四界，照顧土地有代價；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和平公義滿四界，照顧土地有代價。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4685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60677"/>
            <a:ext cx="1060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50524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主基督，祢的擔阮著擔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E774A9CC-3069-1F4B-A10F-937295CD0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7415" y="1275606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主基督，祢疼痛催迫阮，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互阮通作夢，通作夢，通作夢，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夢見撒種𣍐了工，枝葉茂盛𠢕大欉；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夢見撒種𣍐了工，枝葉茂盛𠢕大欉。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2498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60677"/>
            <a:ext cx="1060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50524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主基督，祢的擔阮著擔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E774A9CC-3069-1F4B-A10F-937295CD0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7415" y="1275606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主基督，阮界限祢拍破， 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教阮著相疼，著相疼，著相疼，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族群無閣分內外，相和相疼福滿滿；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族群無閣分內外，相和相疼福滿滿。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5538884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20709</TotalTime>
  <Words>272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2026-04-18T14:18:12Z</dcterms:modified>
</cp:coreProperties>
</file>