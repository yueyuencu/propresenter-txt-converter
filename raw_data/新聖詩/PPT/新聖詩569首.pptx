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5275" r:id="rId2"/>
    <p:sldId id="5276" r:id="rId3"/>
    <p:sldId id="5277" r:id="rId4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992" y="-90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interSettings" Target="printerSettings/printerSettings1.bin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16/10/16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16/10/16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16/10/16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16/10/16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16/10/16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16/10/16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16/10/16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16/10/16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16/10/16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16/10/16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16/10/16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16/10/16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16/10/16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我做耶穌的羊羔，我即歡喜無煩惱；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耶穌疼我，耶穌識我 ，逐項福氣是祂互我，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逐日顧我攏無離，祂也識我的名字。</a:t>
            </a: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69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</a:t>
            </a:r>
            <a:r>
              <a:rPr lang="zh-TW" altLang="en-US" u="sng" dirty="0">
                <a:solidFill>
                  <a:srgbClr val="000000"/>
                </a:solidFill>
                <a:latin typeface="華康中圓體"/>
                <a:ea typeface="華康中圓體"/>
              </a:rPr>
              <a:t>（</a:t>
            </a:r>
            <a:r>
              <a:rPr lang="en-US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362384247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2.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我出、我入得平安，攏無枵餓抑艱難；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導到草埔青翠所在，羊群遐攏無掛礙，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我若嘴焦身軀厭，導到溪邊互我食。</a:t>
            </a: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69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284430880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3.</a:t>
            </a:r>
            <a:r>
              <a:rPr lang="zh-TW" altLang="en-US" dirty="0">
                <a:solidFill>
                  <a:srgbClr val="000000"/>
                </a:solidFill>
                <a:ea typeface="華康中圓體"/>
              </a:rPr>
              <a:t>我著歡喜極自在，永羊廄無受害； </a:t>
            </a:r>
          </a:p>
          <a:p>
            <a:r>
              <a:rPr lang="zh-TW" altLang="en-US" dirty="0">
                <a:solidFill>
                  <a:srgbClr val="0000CC"/>
                </a:solidFill>
                <a:ea typeface="華康中圓體"/>
              </a:rPr>
              <a:t>我互牧者款待真好，溫柔疼痛用手來抱， </a:t>
            </a:r>
          </a:p>
          <a:p>
            <a:r>
              <a:rPr lang="zh-TW" altLang="en-US" dirty="0">
                <a:solidFill>
                  <a:srgbClr val="000000"/>
                </a:solidFill>
                <a:ea typeface="華康中圓體"/>
              </a:rPr>
              <a:t>榮光座位欲互我，此個福氣真正大。</a:t>
            </a: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新聖詩</a:t>
            </a:r>
            <a:r>
              <a:rPr lang="zh-TW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5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69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3/</a:t>
            </a:r>
            <a:r>
              <a:rPr lang="zh-TW" altLang="zh-TW" u="sng" dirty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</a:t>
            </a:r>
            <a:endParaRPr lang="zh-TW" altLang="en-US" u="sng" dirty="0">
              <a:solidFill>
                <a:srgbClr val="000000"/>
              </a:solidFill>
              <a:latin typeface="華康中圓體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613953654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20628</TotalTime>
  <Words>104</Words>
  <Application>Microsoft Macintosh PowerPoint</Application>
  <PresentationFormat>如螢幕大小 (4:3)</PresentationFormat>
  <Paragraphs>15</Paragraphs>
  <Slides>3</Slides>
  <Notes>3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4" baseType="lpstr">
      <vt:lpstr>Office 佈景主題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4693</cp:revision>
  <dcterms:created xsi:type="dcterms:W3CDTF">2009-02-27T08:32:01Z</dcterms:created>
  <dcterms:modified xsi:type="dcterms:W3CDTF">2016-10-16T11:25:44Z</dcterms:modified>
</cp:coreProperties>
</file>