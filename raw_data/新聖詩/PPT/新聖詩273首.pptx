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4834" r:id="rId2"/>
    <p:sldId id="24879" r:id="rId3"/>
    <p:sldId id="24880" r:id="rId4"/>
    <p:sldId id="24881" r:id="rId5"/>
    <p:sldId id="24883" r:id="rId6"/>
    <p:sldId id="24884" r:id="rId7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20" d="100"/>
          <a:sy n="120" d="100"/>
        </p:scale>
        <p:origin x="848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2024/3/9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1157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3914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0502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9331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9268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6648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57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2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2048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16172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36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74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12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749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686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622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560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497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82127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71588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363" indent="0">
              <a:buNone/>
              <a:defRPr sz="2667" b="1"/>
            </a:lvl2pPr>
            <a:lvl3pPr marL="1218748" indent="0">
              <a:buNone/>
              <a:defRPr sz="2400" b="1"/>
            </a:lvl3pPr>
            <a:lvl4pPr marL="1828120" indent="0">
              <a:buNone/>
              <a:defRPr sz="2133" b="1"/>
            </a:lvl4pPr>
            <a:lvl5pPr marL="2437498" indent="0">
              <a:buNone/>
              <a:defRPr sz="2133" b="1"/>
            </a:lvl5pPr>
            <a:lvl6pPr marL="3046860" indent="0">
              <a:buNone/>
              <a:defRPr sz="2133" b="1"/>
            </a:lvl6pPr>
            <a:lvl7pPr marL="3656223" indent="0">
              <a:buNone/>
              <a:defRPr sz="2133" b="1"/>
            </a:lvl7pPr>
            <a:lvl8pPr marL="4265600" indent="0">
              <a:buNone/>
              <a:defRPr sz="2133" b="1"/>
            </a:lvl8pPr>
            <a:lvl9pPr marL="4874971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96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363" indent="0">
              <a:buNone/>
              <a:defRPr sz="2667" b="1"/>
            </a:lvl2pPr>
            <a:lvl3pPr marL="1218748" indent="0">
              <a:buNone/>
              <a:defRPr sz="2400" b="1"/>
            </a:lvl3pPr>
            <a:lvl4pPr marL="1828120" indent="0">
              <a:buNone/>
              <a:defRPr sz="2133" b="1"/>
            </a:lvl4pPr>
            <a:lvl5pPr marL="2437498" indent="0">
              <a:buNone/>
              <a:defRPr sz="2133" b="1"/>
            </a:lvl5pPr>
            <a:lvl6pPr marL="3046860" indent="0">
              <a:buNone/>
              <a:defRPr sz="2133" b="1"/>
            </a:lvl6pPr>
            <a:lvl7pPr marL="3656223" indent="0">
              <a:buNone/>
              <a:defRPr sz="2133" b="1"/>
            </a:lvl7pPr>
            <a:lvl8pPr marL="4265600" indent="0">
              <a:buNone/>
              <a:defRPr sz="2133" b="1"/>
            </a:lvl8pPr>
            <a:lvl9pPr marL="4874971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96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23379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67897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55495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2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8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23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363" indent="0">
              <a:buNone/>
              <a:defRPr sz="1600"/>
            </a:lvl2pPr>
            <a:lvl3pPr marL="1218748" indent="0">
              <a:buNone/>
              <a:defRPr sz="1333"/>
            </a:lvl3pPr>
            <a:lvl4pPr marL="1828120" indent="0">
              <a:buNone/>
              <a:defRPr sz="1200"/>
            </a:lvl4pPr>
            <a:lvl5pPr marL="2437498" indent="0">
              <a:buNone/>
              <a:defRPr sz="1200"/>
            </a:lvl5pPr>
            <a:lvl6pPr marL="3046860" indent="0">
              <a:buNone/>
              <a:defRPr sz="1200"/>
            </a:lvl6pPr>
            <a:lvl7pPr marL="3656223" indent="0">
              <a:buNone/>
              <a:defRPr sz="1200"/>
            </a:lvl7pPr>
            <a:lvl8pPr marL="4265600" indent="0">
              <a:buNone/>
              <a:defRPr sz="1200"/>
            </a:lvl8pPr>
            <a:lvl9pPr marL="4874971" indent="0">
              <a:buNone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54557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363" indent="0">
              <a:buNone/>
              <a:defRPr sz="3733"/>
            </a:lvl2pPr>
            <a:lvl3pPr marL="1218748" indent="0">
              <a:buNone/>
              <a:defRPr sz="3200"/>
            </a:lvl3pPr>
            <a:lvl4pPr marL="1828120" indent="0">
              <a:buNone/>
              <a:defRPr sz="2667"/>
            </a:lvl4pPr>
            <a:lvl5pPr marL="2437498" indent="0">
              <a:buNone/>
              <a:defRPr sz="2667"/>
            </a:lvl5pPr>
            <a:lvl6pPr marL="3046860" indent="0">
              <a:buNone/>
              <a:defRPr sz="2667"/>
            </a:lvl6pPr>
            <a:lvl7pPr marL="3656223" indent="0">
              <a:buNone/>
              <a:defRPr sz="2667"/>
            </a:lvl7pPr>
            <a:lvl8pPr marL="4265600" indent="0">
              <a:buNone/>
              <a:defRPr sz="2667"/>
            </a:lvl8pPr>
            <a:lvl9pPr marL="4874971" indent="0">
              <a:buNone/>
              <a:defRPr sz="2667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65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363" indent="0">
              <a:buNone/>
              <a:defRPr sz="1600"/>
            </a:lvl2pPr>
            <a:lvl3pPr marL="1218748" indent="0">
              <a:buNone/>
              <a:defRPr sz="1333"/>
            </a:lvl3pPr>
            <a:lvl4pPr marL="1828120" indent="0">
              <a:buNone/>
              <a:defRPr sz="1200"/>
            </a:lvl4pPr>
            <a:lvl5pPr marL="2437498" indent="0">
              <a:buNone/>
              <a:defRPr sz="1200"/>
            </a:lvl5pPr>
            <a:lvl6pPr marL="3046860" indent="0">
              <a:buNone/>
              <a:defRPr sz="1200"/>
            </a:lvl6pPr>
            <a:lvl7pPr marL="3656223" indent="0">
              <a:buNone/>
              <a:defRPr sz="1200"/>
            </a:lvl7pPr>
            <a:lvl8pPr marL="4265600" indent="0">
              <a:buNone/>
              <a:defRPr sz="1200"/>
            </a:lvl8pPr>
            <a:lvl9pPr marL="4874971" indent="0">
              <a:buNone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47905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95014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4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4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99334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6"/>
            <a:ext cx="2844800" cy="365125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2024/3/9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6"/>
            <a:ext cx="3860800" cy="365125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6"/>
            <a:ext cx="2844800" cy="365125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3061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8748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023" indent="-457023" algn="l" defTabSz="1218748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238" indent="-380861" algn="l" defTabSz="1218748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429" indent="-304680" algn="l" defTabSz="121874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2800" indent="-304680" algn="l" defTabSz="1218748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178" indent="-304680" algn="l" defTabSz="1218748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1540" indent="-304680" algn="l" defTabSz="1218748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920" indent="-304680" algn="l" defTabSz="1218748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0288" indent="-304680" algn="l" defTabSz="1218748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9660" indent="-304680" algn="l" defTabSz="1218748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874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363" algn="l" defTabSz="121874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748" algn="l" defTabSz="121874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20" algn="l" defTabSz="121874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498" algn="l" defTabSz="121874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860" algn="l" defTabSz="121874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223" algn="l" defTabSz="121874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600" algn="l" defTabSz="121874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971" algn="l" defTabSz="121874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967541" y="452672"/>
            <a:ext cx="7584843" cy="102592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/>
            <a:endParaRPr lang="zh-TW" altLang="en-US" sz="2400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1700808"/>
            <a:ext cx="12194459" cy="4896544"/>
          </a:xfrm>
        </p:spPr>
        <p:txBody>
          <a:bodyPr>
            <a:normAutofit/>
          </a:bodyPr>
          <a:lstStyle/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至尊的主宰，上帝是聖，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咱佇祂面前著恬靜恭敬；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心肝著謙卑承受真理，</a:t>
            </a:r>
            <a:endParaRPr lang="en-US" altLang="zh-TW" sz="5333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稱謝謳咾祂極大的慈悲；</a:t>
            </a:r>
          </a:p>
          <a:p>
            <a:pPr algn="r">
              <a:spcBef>
                <a:spcPts val="1600"/>
              </a:spcBef>
            </a:pPr>
            <a:r>
              <a:rPr lang="ja-JP" altLang="en-US" sz="4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273</a:t>
            </a:r>
            <a:r>
              <a:rPr lang="ja-JP" altLang="en-US" sz="4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1/6</a:t>
            </a:r>
            <a:r>
              <a:rPr lang="ja-JP" altLang="en-US" sz="4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172</a:t>
            </a:r>
            <a:r>
              <a:rPr lang="zh-TW" altLang="en-US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4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0" y="1642180"/>
            <a:ext cx="2256251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40"/>
            <a:r>
              <a:rPr lang="en-US" altLang="zh-TW" sz="58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5333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lang="zh-TW" altLang="en-US" sz="5333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967541" y="452669"/>
            <a:ext cx="758484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40"/>
            <a:r>
              <a:rPr lang="zh-TW" altLang="en-US" sz="55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至尊的主宰，上帝是聖</a:t>
            </a:r>
            <a:endParaRPr lang="zh-TW" altLang="en-US" sz="55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1096970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967541" y="452672"/>
            <a:ext cx="7584843" cy="102592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/>
            <a:endParaRPr lang="zh-TW" altLang="en-US" sz="2400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668101"/>
            <a:ext cx="12194459" cy="3456384"/>
          </a:xfrm>
        </p:spPr>
        <p:txBody>
          <a:bodyPr>
            <a:normAutofit/>
          </a:bodyPr>
          <a:lstStyle/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主上帝全智，祂恩典無限，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主上帝至大，祂賜福互咱。</a:t>
            </a:r>
          </a:p>
          <a:p>
            <a:pPr algn="r">
              <a:spcBef>
                <a:spcPts val="1600"/>
              </a:spcBef>
            </a:pPr>
            <a:r>
              <a:rPr lang="ja-JP" altLang="en-US" sz="4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273</a:t>
            </a:r>
            <a:r>
              <a:rPr lang="ja-JP" altLang="en-US" sz="4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2/6</a:t>
            </a:r>
            <a:r>
              <a:rPr lang="ja-JP" altLang="en-US" sz="4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172</a:t>
            </a:r>
            <a:r>
              <a:rPr lang="zh-TW" altLang="en-US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4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0" y="1642180"/>
            <a:ext cx="2256251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40"/>
            <a:r>
              <a:rPr lang="en-US" altLang="zh-TW" sz="58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5333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lang="zh-TW" altLang="en-US" sz="5333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967541" y="452669"/>
            <a:ext cx="758484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40"/>
            <a:r>
              <a:rPr lang="zh-TW" altLang="en-US" sz="55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至尊的主宰，上帝是聖</a:t>
            </a:r>
            <a:endParaRPr lang="zh-TW" altLang="en-US" sz="55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2597792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967541" y="452672"/>
            <a:ext cx="7584843" cy="102592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/>
            <a:endParaRPr lang="zh-TW" altLang="en-US" sz="2400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1700808"/>
            <a:ext cx="12194459" cy="4896544"/>
          </a:xfrm>
        </p:spPr>
        <p:txBody>
          <a:bodyPr>
            <a:normAutofit/>
          </a:bodyPr>
          <a:lstStyle/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永活的天父，上帝是疼，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祂賞賜聖子替咱獻性命；</a:t>
            </a:r>
            <a:endParaRPr lang="en-US" altLang="zh-TW" sz="5333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救主流寶血洗咱的罪，</a:t>
            </a:r>
            <a:endParaRPr lang="en-US" altLang="zh-TW" sz="5333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傳主的福音</a:t>
            </a:r>
            <a:r>
              <a:rPr lang="en-US" altLang="zh-TW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﹐</a:t>
            </a: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干證咱著做；</a:t>
            </a:r>
          </a:p>
          <a:p>
            <a:pPr algn="r">
              <a:spcBef>
                <a:spcPts val="1600"/>
              </a:spcBef>
            </a:pPr>
            <a:r>
              <a:rPr lang="ja-JP" altLang="en-US" sz="4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273</a:t>
            </a:r>
            <a:r>
              <a:rPr lang="ja-JP" altLang="en-US" sz="4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3/6</a:t>
            </a:r>
            <a:r>
              <a:rPr lang="ja-JP" altLang="en-US" sz="4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172</a:t>
            </a:r>
            <a:r>
              <a:rPr lang="zh-TW" altLang="en-US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4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0" y="1642180"/>
            <a:ext cx="2256251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40"/>
            <a:r>
              <a:rPr lang="en-US" altLang="zh-TW" sz="58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5333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lang="zh-TW" altLang="en-US" sz="5333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967541" y="452669"/>
            <a:ext cx="758484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40"/>
            <a:r>
              <a:rPr lang="zh-TW" altLang="en-US" sz="55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至尊的主宰，上帝是聖</a:t>
            </a:r>
            <a:endParaRPr lang="zh-TW" altLang="en-US" sz="55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1080697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967541" y="452672"/>
            <a:ext cx="7584843" cy="102592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/>
            <a:endParaRPr lang="zh-TW" altLang="en-US" sz="2400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668101"/>
            <a:ext cx="12194459" cy="3456384"/>
          </a:xfrm>
        </p:spPr>
        <p:txBody>
          <a:bodyPr>
            <a:normAutofit/>
          </a:bodyPr>
          <a:lstStyle/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一齊謳咾主，吟哈利路亞，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專心服事主，暝日攏無厭。</a:t>
            </a:r>
          </a:p>
          <a:p>
            <a:pPr algn="r">
              <a:spcBef>
                <a:spcPts val="1600"/>
              </a:spcBef>
            </a:pPr>
            <a:r>
              <a:rPr lang="ja-JP" altLang="en-US" sz="4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273</a:t>
            </a:r>
            <a:r>
              <a:rPr lang="ja-JP" altLang="en-US" sz="4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4/6</a:t>
            </a:r>
            <a:r>
              <a:rPr lang="ja-JP" altLang="en-US" sz="4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172</a:t>
            </a:r>
            <a:r>
              <a:rPr lang="zh-TW" altLang="en-US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4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0" y="1642180"/>
            <a:ext cx="2256251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40"/>
            <a:r>
              <a:rPr lang="en-US" altLang="zh-TW" sz="58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5333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lang="zh-TW" altLang="en-US" sz="5333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967541" y="452669"/>
            <a:ext cx="758484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40"/>
            <a:r>
              <a:rPr lang="zh-TW" altLang="en-US" sz="55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至尊的主宰，上帝是聖</a:t>
            </a:r>
            <a:endParaRPr lang="zh-TW" altLang="en-US" sz="55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2058109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967541" y="452672"/>
            <a:ext cx="7584843" cy="102592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/>
            <a:endParaRPr lang="zh-TW" altLang="en-US" sz="2400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1700808"/>
            <a:ext cx="12194459" cy="4896544"/>
          </a:xfrm>
        </p:spPr>
        <p:txBody>
          <a:bodyPr>
            <a:normAutofit/>
          </a:bodyPr>
          <a:lstStyle/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全能的君王，上帝是義，</a:t>
            </a:r>
            <a:endParaRPr lang="en-US" altLang="zh-TW" sz="5333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咱著順服祂，得活命福氣；</a:t>
            </a:r>
            <a:endParaRPr lang="en-US" altLang="zh-TW" sz="5333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主欲佇末日審判人類，</a:t>
            </a:r>
            <a:endParaRPr lang="en-US" altLang="zh-TW" sz="5333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人著緊反悔通享受恩惠；</a:t>
            </a:r>
          </a:p>
          <a:p>
            <a:pPr algn="r">
              <a:spcBef>
                <a:spcPts val="1600"/>
              </a:spcBef>
            </a:pPr>
            <a:r>
              <a:rPr lang="ja-JP" altLang="en-US" sz="4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273</a:t>
            </a:r>
            <a:r>
              <a:rPr lang="ja-JP" altLang="en-US" sz="4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5/6</a:t>
            </a:r>
            <a:r>
              <a:rPr lang="ja-JP" altLang="en-US" sz="4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172</a:t>
            </a:r>
            <a:r>
              <a:rPr lang="zh-TW" altLang="en-US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4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0" y="1642180"/>
            <a:ext cx="2256251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40"/>
            <a:r>
              <a:rPr lang="en-US" altLang="zh-TW" sz="58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5333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lang="zh-TW" altLang="en-US" sz="5333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967541" y="452669"/>
            <a:ext cx="758484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40"/>
            <a:r>
              <a:rPr lang="zh-TW" altLang="en-US" sz="55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至尊的主宰，上帝是聖</a:t>
            </a:r>
            <a:endParaRPr lang="zh-TW" altLang="en-US" sz="55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23002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967541" y="452672"/>
            <a:ext cx="7584843" cy="102592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/>
            <a:endParaRPr lang="zh-TW" altLang="en-US" sz="2400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668101"/>
            <a:ext cx="12194459" cy="3456384"/>
          </a:xfrm>
        </p:spPr>
        <p:txBody>
          <a:bodyPr>
            <a:normAutofit/>
          </a:bodyPr>
          <a:lstStyle/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信徒入天堂，得榮光歡喜，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成聖親像祂，同謳咾吟詩。</a:t>
            </a:r>
          </a:p>
          <a:p>
            <a:pPr algn="r">
              <a:spcBef>
                <a:spcPts val="1600"/>
              </a:spcBef>
            </a:pPr>
            <a:r>
              <a:rPr lang="ja-JP" altLang="en-US" sz="4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273</a:t>
            </a:r>
            <a:r>
              <a:rPr lang="ja-JP" altLang="en-US" sz="4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6/6</a:t>
            </a:r>
            <a:r>
              <a:rPr lang="ja-JP" altLang="en-US" sz="4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172</a:t>
            </a:r>
            <a:r>
              <a:rPr lang="zh-TW" altLang="en-US" sz="4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4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0" y="1642180"/>
            <a:ext cx="2256251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40"/>
            <a:r>
              <a:rPr lang="en-US" altLang="zh-TW" sz="58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5333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lang="zh-TW" altLang="en-US" sz="5333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967541" y="452669"/>
            <a:ext cx="758484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40"/>
            <a:r>
              <a:rPr lang="zh-TW" altLang="en-US" sz="55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至尊的主宰，上帝是聖</a:t>
            </a:r>
            <a:endParaRPr lang="zh-TW" altLang="en-US" sz="55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66277509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20637</TotalTime>
  <Words>286</Words>
  <Application>Microsoft Macintosh PowerPoint</Application>
  <PresentationFormat>寬螢幕</PresentationFormat>
  <Paragraphs>42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全宋體-2</vt:lpstr>
      <vt:lpstr>微軟正黑體</vt:lpstr>
      <vt:lpstr>新細明體</vt:lpstr>
      <vt:lpstr>Arial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4696</cp:revision>
  <dcterms:created xsi:type="dcterms:W3CDTF">2009-02-27T08:32:01Z</dcterms:created>
  <dcterms:modified xsi:type="dcterms:W3CDTF">2024-03-08T16:09:11Z</dcterms:modified>
</cp:coreProperties>
</file>