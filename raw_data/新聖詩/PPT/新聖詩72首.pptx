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001" r:id="rId2"/>
    <p:sldId id="25007" r:id="rId3"/>
    <p:sldId id="25008" r:id="rId4"/>
    <p:sldId id="25009" r:id="rId5"/>
    <p:sldId id="25010" r:id="rId6"/>
    <p:sldId id="25011" r:id="rId7"/>
    <p:sldId id="25012" r:id="rId8"/>
    <p:sldId id="25013" r:id="rId9"/>
    <p:sldId id="25014" r:id="rId10"/>
    <p:sldId id="25015" r:id="rId11"/>
    <p:sldId id="25016" r:id="rId12"/>
    <p:sldId id="25017" r:id="rId1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673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738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568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981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322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343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401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2927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284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7801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562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270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541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8776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6383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78542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6835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6560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41835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854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410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61161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85530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78822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佇今日世界？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耶穌，阮佇叨位尋祢，</a:t>
            </a:r>
            <a:endParaRPr lang="en-US" altLang="zh-TW" sz="4000" b="1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生活所在？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00980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4703"/>
            <a:ext cx="9144000" cy="295232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看你身邊的眾兄弟，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看你身邊的眾姊妹。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看！聽咧！關心！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9470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459651-3D35-AC45-B1F5-A65B3128D689}"/>
              </a:ext>
            </a:extLst>
          </p:cNvPr>
          <p:cNvSpPr txBox="1"/>
          <p:nvPr/>
        </p:nvSpPr>
        <p:spPr>
          <a:xfrm>
            <a:off x="251520" y="1981862"/>
            <a:ext cx="1907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4349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耶穌，阮佇醫生手中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豈會摸著祢？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佇傳教師所傳道理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豈會聽著祢？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6800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4703"/>
            <a:ext cx="9144000" cy="295232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看你身邊的眾兄弟，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看你身邊的眾姊妹。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看！聽咧！關心！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9470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459651-3D35-AC45-B1F5-A65B3128D689}"/>
              </a:ext>
            </a:extLst>
          </p:cNvPr>
          <p:cNvSpPr txBox="1"/>
          <p:nvPr/>
        </p:nvSpPr>
        <p:spPr>
          <a:xfrm>
            <a:off x="251520" y="1981862"/>
            <a:ext cx="1907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5033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耶穌，阮佇領袖心中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豈會認識祢？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耶穌，阮佇計畫藍圖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豈會尋著祢？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88993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4703"/>
            <a:ext cx="9144000" cy="295232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看你身邊的眾兄弟，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看你身邊的眾姊妹。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看！聽咧！關心！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9470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459651-3D35-AC45-B1F5-A65B3128D689}"/>
              </a:ext>
            </a:extLst>
          </p:cNvPr>
          <p:cNvSpPr txBox="1"/>
          <p:nvPr/>
        </p:nvSpPr>
        <p:spPr>
          <a:xfrm>
            <a:off x="251520" y="1981862"/>
            <a:ext cx="1907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9936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耶穌，阮佇藝術心靈 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豈會摸著祢？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耶穌，阮佇建築工程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豈會看著祢？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95810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4703"/>
            <a:ext cx="9144000" cy="295232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看你身邊的眾兄弟，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看你身邊的眾姊妹。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看！聽咧！關心！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9470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459651-3D35-AC45-B1F5-A65B3128D689}"/>
              </a:ext>
            </a:extLst>
          </p:cNvPr>
          <p:cNvSpPr txBox="1"/>
          <p:nvPr/>
        </p:nvSpPr>
        <p:spPr>
          <a:xfrm>
            <a:off x="251520" y="1981862"/>
            <a:ext cx="1907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88741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耶穌，阮佇枵餓人群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豈會看著祢？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耶穌，阮佇監囚面貌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豈會看著祢？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8156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4703"/>
            <a:ext cx="9144000" cy="295232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看你身邊的眾兄弟，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看你身邊的眾姊妹。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看！聽咧！關心！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9470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459651-3D35-AC45-B1F5-A65B3128D689}"/>
              </a:ext>
            </a:extLst>
          </p:cNvPr>
          <p:cNvSpPr txBox="1"/>
          <p:nvPr/>
        </p:nvSpPr>
        <p:spPr>
          <a:xfrm>
            <a:off x="251520" y="1981862"/>
            <a:ext cx="1907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90985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耶穌，阮佇細子面貌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豈會看著祢？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耶穌，阮佇一切受造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豈會看著祢？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42410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4703"/>
            <a:ext cx="9144000" cy="295232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看你身邊的眾兄弟，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看你身邊的眾姊妹。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看！聽咧！關心！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12/12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9470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耶穌，阮佇叨位尋祢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459651-3D35-AC45-B1F5-A65B3128D689}"/>
              </a:ext>
            </a:extLst>
          </p:cNvPr>
          <p:cNvSpPr txBox="1"/>
          <p:nvPr/>
        </p:nvSpPr>
        <p:spPr>
          <a:xfrm>
            <a:off x="251520" y="1981862"/>
            <a:ext cx="1907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5691229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20655</TotalTime>
  <Words>540</Words>
  <Application>Microsoft Macintosh PowerPoint</Application>
  <PresentationFormat>如螢幕大小 (16:9)</PresentationFormat>
  <Paragraphs>96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4707</cp:revision>
  <dcterms:created xsi:type="dcterms:W3CDTF">2009-02-27T08:32:01Z</dcterms:created>
  <dcterms:modified xsi:type="dcterms:W3CDTF">2024-11-09T02:08:47Z</dcterms:modified>
</cp:coreProperties>
</file>