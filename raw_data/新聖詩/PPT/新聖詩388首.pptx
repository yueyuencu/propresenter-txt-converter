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66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7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555526"/>
            <a:ext cx="9114119" cy="458797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榮光歸聖父上帝，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榮光聖子、聖神、三位一體，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早佇啲，現在佇啲</a:t>
            </a:r>
            <a:r>
              <a:rPr lang="zh-TW" altLang="en-US" sz="40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將來也永遠佇啲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無窮無盡。阿們，阿們！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ja-JP" altLang="en-US" sz="3000" u="sng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499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80578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20616</TotalTime>
  <Words>40</Words>
  <Application>Microsoft Macintosh PowerPoint</Application>
  <PresentationFormat>如螢幕大小 (16:9)</PresentationFormat>
  <Paragraphs>8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4685</cp:revision>
  <dcterms:created xsi:type="dcterms:W3CDTF">2009-02-27T08:32:01Z</dcterms:created>
  <dcterms:modified xsi:type="dcterms:W3CDTF">2021-11-12T08:30:12Z</dcterms:modified>
</cp:coreProperties>
</file>