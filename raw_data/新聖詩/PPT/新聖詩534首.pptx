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4830" r:id="rId2"/>
    <p:sldId id="25001" r:id="rId3"/>
    <p:sldId id="25002" r:id="rId4"/>
    <p:sldId id="25003" r:id="rId5"/>
    <p:sldId id="25004" r:id="rId6"/>
    <p:sldId id="25005" r:id="rId7"/>
    <p:sldId id="25006" r:id="rId8"/>
    <p:sldId id="25007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2024/3/21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7394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3445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9093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8926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6290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76837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14072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5358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92461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33940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68445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4422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4579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5593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08285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79065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57711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26225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38749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51555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有一項事實在好聽，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我心歡喜來報；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人人若信就攏免驚，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真正是通謳咾。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151651"/>
            <a:ext cx="18722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有一項事實在好聽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8371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是舊，猶久永新，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是舊，猶久永新，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我知，我知是真，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是舊，猶久永新。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151651"/>
            <a:ext cx="18722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有一項事實在好聽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F04483A-8502-F34A-9D1F-2360FC2D2748}"/>
              </a:ext>
            </a:extLst>
          </p:cNvPr>
          <p:cNvSpPr txBox="1"/>
          <p:nvPr/>
        </p:nvSpPr>
        <p:spPr>
          <a:xfrm>
            <a:off x="372330" y="1851670"/>
            <a:ext cx="1800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784"/>
            <a:r>
              <a:rPr lang="en-US" altLang="zh-TW" sz="225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CN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CN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40168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上帝的子耶穌基督，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歡喜替我來死，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互我會通入祂聖國，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永遠及祂徛起。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151651"/>
            <a:ext cx="18722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有一項事實在好聽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5256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是舊，猶久永新，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是舊，猶久永新，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我知，我知是真，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是舊，猶久永新。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151651"/>
            <a:ext cx="18722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有一項事實在好聽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F04483A-8502-F34A-9D1F-2360FC2D2748}"/>
              </a:ext>
            </a:extLst>
          </p:cNvPr>
          <p:cNvSpPr txBox="1"/>
          <p:nvPr/>
        </p:nvSpPr>
        <p:spPr>
          <a:xfrm>
            <a:off x="372330" y="1851670"/>
            <a:ext cx="1800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784"/>
            <a:r>
              <a:rPr lang="en-US" altLang="zh-TW" sz="225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CN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CN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18181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耶穌替我擔當災難，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來死佇十字架，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互我時常歡喜平安，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用血贖我罪債。 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151651"/>
            <a:ext cx="18722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有一項事實在好聽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2061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是舊，猶久永新，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是舊，猶久永新，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我知，我知是真，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是舊，猶久永新。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151651"/>
            <a:ext cx="18722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有一項事實在好聽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F04483A-8502-F34A-9D1F-2360FC2D2748}"/>
              </a:ext>
            </a:extLst>
          </p:cNvPr>
          <p:cNvSpPr txBox="1"/>
          <p:nvPr/>
        </p:nvSpPr>
        <p:spPr>
          <a:xfrm>
            <a:off x="372330" y="1851670"/>
            <a:ext cx="1800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784"/>
            <a:r>
              <a:rPr lang="en-US" altLang="zh-TW" sz="225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CN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CN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470988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耶穌仁愛無窮無盡，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實在𣍐當測𢜬；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求主耶穌感化我心，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互我歡喜順服。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151651"/>
            <a:ext cx="18722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有一項事實在好聽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3974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是舊，猶久永新，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是舊，猶久永新，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我知，我知是真，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是舊，猶久永新。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151651"/>
            <a:ext cx="18722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有一項事實在好聽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F04483A-8502-F34A-9D1F-2360FC2D2748}"/>
              </a:ext>
            </a:extLst>
          </p:cNvPr>
          <p:cNvSpPr txBox="1"/>
          <p:nvPr/>
        </p:nvSpPr>
        <p:spPr>
          <a:xfrm>
            <a:off x="372330" y="1851670"/>
            <a:ext cx="1800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784"/>
            <a:r>
              <a:rPr lang="en-US" altLang="zh-TW" sz="225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CN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CN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00395041"/>
      </p:ext>
    </p:extLst>
  </p:cSld>
  <p:clrMapOvr>
    <a:masterClrMapping/>
  </p:clrMapOvr>
</p:sld>
</file>

<file path=ppt/theme/theme1.xml><?xml version="1.0" encoding="utf-8"?>
<a:theme xmlns:a="http://schemas.openxmlformats.org/drawingml/2006/main" name="5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20657</TotalTime>
  <Words>397</Words>
  <Application>Microsoft Macintosh PowerPoint</Application>
  <PresentationFormat>如螢幕大小 (16:9)</PresentationFormat>
  <Paragraphs>68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全宋體-2</vt:lpstr>
      <vt:lpstr>微軟正黑體</vt:lpstr>
      <vt:lpstr>新細明體</vt:lpstr>
      <vt:lpstr>Arial</vt:lpstr>
      <vt:lpstr>Arial</vt:lpstr>
      <vt:lpstr>Calibri</vt:lpstr>
      <vt:lpstr>5_Office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4708</cp:revision>
  <dcterms:created xsi:type="dcterms:W3CDTF">2009-02-27T08:32:01Z</dcterms:created>
  <dcterms:modified xsi:type="dcterms:W3CDTF">2024-03-21T13:18:13Z</dcterms:modified>
</cp:coreProperties>
</file>