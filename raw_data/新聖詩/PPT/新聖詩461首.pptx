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279" r:id="rId2"/>
    <p:sldId id="5280" r:id="rId3"/>
    <p:sldId id="5281" r:id="rId4"/>
    <p:sldId id="5282" r:id="rId5"/>
    <p:sldId id="5283" r:id="rId6"/>
    <p:sldId id="5284" r:id="rId7"/>
    <p:sldId id="5285" r:id="rId8"/>
    <p:sldId id="5286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744" y="-11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22/11/9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22/11/9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22/11/9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22/11/9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22/11/9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22/11/9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22/11/9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843558"/>
            <a:ext cx="9114119" cy="4083918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願主保護咱後會有期，</a:t>
            </a: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用慈悲引導扶持你；</a:t>
            </a: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無論所去逐站導你，</a:t>
            </a: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願主保護咱後會有期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446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957426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閣相會！閣相會！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主引導通閣相見，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閣相會！閣相會！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願主保護咱後會有期</a:t>
            </a: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2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04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767736" y="267494"/>
            <a:ext cx="23762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099640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843558"/>
            <a:ext cx="9114119" cy="4083918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願主保護咱後會有期，</a:t>
            </a: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雖世上危險啲圍你；</a:t>
            </a: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權能聖手逐時牽你，</a:t>
            </a: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願主保護咱後會有期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446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131099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閣相會！閣相會！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主引導通閣相見，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閣相會！閣相會！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願主保護咱後會有期</a:t>
            </a: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2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04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767736" y="267494"/>
            <a:ext cx="23762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977665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843558"/>
            <a:ext cx="9114119" cy="4083918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願主保護咱後會有期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雖死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河，風湧欲淹你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活聖主的確扶你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願主保護咱後會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有期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446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150769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閣相會！閣相會！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主引導通閣相見，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閣相會！閣相會！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願主保護咱後會有期</a:t>
            </a: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2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04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767736" y="267494"/>
            <a:ext cx="23762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631872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843558"/>
            <a:ext cx="9114119" cy="4083918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願主保護咱後會有期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仁愛引導、庇祐你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無論所做施恩互你，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願主保護咱後會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有期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446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000" b="1" dirty="0" smtClean="0"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103547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059582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閣相會！閣相會！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主引導通閣相見，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閣相會！閣相會！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願主保護咱後會有期</a:t>
            </a:r>
            <a:r>
              <a:rPr lang="zh-TW" altLang="en-US" sz="42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2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04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767736" y="267494"/>
            <a:ext cx="23762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8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8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822782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20641</TotalTime>
  <Words>252</Words>
  <Application>Microsoft Macintosh PowerPoint</Application>
  <PresentationFormat>如螢幕大小 (16:9)</PresentationFormat>
  <Paragraphs>60</Paragraphs>
  <Slides>8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4707</cp:revision>
  <dcterms:created xsi:type="dcterms:W3CDTF">2009-02-27T08:32:01Z</dcterms:created>
  <dcterms:modified xsi:type="dcterms:W3CDTF">2022-11-09T15:11:32Z</dcterms:modified>
</cp:coreProperties>
</file>