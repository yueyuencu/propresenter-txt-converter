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4872" r:id="rId2"/>
    <p:sldId id="24873" r:id="rId3"/>
    <p:sldId id="24874" r:id="rId4"/>
    <p:sldId id="24875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2026/2/28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1341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6561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84178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864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2026/2/28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72004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2026/2/28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64385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2026/2/28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08189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2026/2/28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13432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2026/2/28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4083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2026/2/28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08676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2026/2/28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60945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2026/2/28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07728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2026/2/28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54708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2026/2/28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90864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2026/2/28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03892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2026/2/28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90320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35646"/>
            <a:ext cx="9145844" cy="324036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教會若一塊圓桌，一塊完滿圓桌。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無分前後，無大細，無分高低抑角落；</a:t>
            </a: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逐人合一來聚集，用疼契合相和。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360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教會若一塊圓桌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3C4803E-284F-BC44-A5B6-ADF1D6DDF14A}"/>
              </a:ext>
            </a:extLst>
          </p:cNvPr>
          <p:cNvSpPr txBox="1"/>
          <p:nvPr/>
        </p:nvSpPr>
        <p:spPr>
          <a:xfrm>
            <a:off x="539552" y="843558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628644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35646"/>
            <a:ext cx="9145844" cy="3240360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教會若一塊圓桌，排佇開放的厝；</a:t>
            </a:r>
          </a:p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免照禮節分坐位，</a:t>
            </a:r>
            <a:endParaRPr lang="en-US" altLang="zh-TW" sz="41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「𪜶」及「咱」平等享受，</a:t>
            </a:r>
          </a:p>
          <a:p>
            <a:pPr>
              <a:spcBef>
                <a:spcPts val="1200"/>
              </a:spcBef>
            </a:pPr>
            <a:r>
              <a:rPr lang="zh-TW" altLang="en-US" sz="41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同坐桌分享飲食；象徵一信一主。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360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539552" y="843558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教會若一塊圓桌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18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35646"/>
            <a:ext cx="9145844" cy="324036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教會若一塊圓桌，排設宴席慶賀：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無閣有人受排斥，攏受邀請得醫好；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主基督給人服務，謙卑縖腰跪落。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360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539552" y="843558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教會若一塊圓桌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95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475656" y="339502"/>
            <a:ext cx="568863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051" name="副標題 6">
            <a:extLst>
              <a:ext uri="{FF2B5EF4-FFF2-40B4-BE49-F238E27FC236}">
                <a16:creationId xmlns:a16="http://schemas.microsoft.com/office/drawing/2014/main" id="{FCD69662-AF7B-6C28-30C3-E699C6C20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35646"/>
            <a:ext cx="9145844" cy="324036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教會若一塊圓桌，人人攏作貴賓，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逐人攏是主創造，彼此結連來相親；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主期待世界子民，緊來赴宴團圓。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360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539552" y="843558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475656" y="339502"/>
            <a:ext cx="56886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教會若一塊圓桌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125917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20635</TotalTime>
  <Words>205</Words>
  <Application>Microsoft Macintosh PowerPoint</Application>
  <PresentationFormat>如螢幕大小 (16:9)</PresentationFormat>
  <Paragraphs>29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4699</cp:revision>
  <dcterms:created xsi:type="dcterms:W3CDTF">2009-02-27T08:32:01Z</dcterms:created>
  <dcterms:modified xsi:type="dcterms:W3CDTF">2026-02-28T06:23:09Z</dcterms:modified>
</cp:coreProperties>
</file>