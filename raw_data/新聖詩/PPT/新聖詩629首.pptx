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5" r:id="rId2"/>
    <p:sldId id="5276" r:id="rId3"/>
    <p:sldId id="5277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304" y="-4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15/3/29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15/3/29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15/3/29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15/3/29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15/3/29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15/3/29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15/3/29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15/3/29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492896"/>
            <a:ext cx="9114119" cy="388843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佇天堂極榮光贏日晝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，若深信就會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看到真明；</a:t>
            </a:r>
          </a:p>
          <a:p>
            <a:pPr>
              <a:lnSpc>
                <a:spcPct val="110000"/>
              </a:lnSpc>
            </a:pP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咱的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父</a:t>
            </a:r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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佇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遐啲聽候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，有備辦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極平安的房間。</a:t>
            </a:r>
          </a:p>
          <a:p>
            <a:pPr>
              <a:lnSpc>
                <a:spcPct val="130000"/>
              </a:lnSpc>
            </a:pPr>
            <a:r>
              <a:rPr lang="zh-TW" altLang="zh-TW" b="1" dirty="0">
                <a:solidFill>
                  <a:srgbClr val="000000"/>
                </a:solidFill>
                <a:ea typeface="華康中圓體"/>
              </a:rPr>
              <a:t>【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複歌</a:t>
            </a:r>
            <a:r>
              <a:rPr lang="zh-TW" altLang="zh-TW" b="1" dirty="0">
                <a:solidFill>
                  <a:srgbClr val="000000"/>
                </a:solidFill>
                <a:ea typeface="華康中圓體"/>
              </a:rPr>
              <a:t>】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佇後日有安樂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，會相見佇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榮光的天國，</a:t>
            </a:r>
          </a:p>
          <a:p>
            <a:pPr>
              <a:lnSpc>
                <a:spcPct val="110000"/>
              </a:lnSpc>
            </a:pP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佇後日有安樂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，會相見佇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榮光的天國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>
              <a:lnSpc>
                <a:spcPct val="110000"/>
              </a:lnSpc>
            </a:pP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4061370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492896"/>
            <a:ext cx="9114119" cy="388843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TW" altLang="zh-TW" sz="3100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100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sz="3100" dirty="0">
                <a:solidFill>
                  <a:srgbClr val="000000"/>
                </a:solidFill>
                <a:ea typeface="華康中圓體"/>
              </a:rPr>
              <a:t>到彼位，咱大家欲謳咾</a:t>
            </a:r>
            <a:r>
              <a:rPr lang="zh-TW" altLang="zh-TW" sz="3100" dirty="0" smtClean="0">
                <a:solidFill>
                  <a:srgbClr val="000000"/>
                </a:solidFill>
                <a:ea typeface="華康中圓體"/>
              </a:rPr>
              <a:t>，來感謝咱</a:t>
            </a:r>
            <a:r>
              <a:rPr lang="zh-TW" altLang="zh-TW" sz="3100" dirty="0">
                <a:solidFill>
                  <a:srgbClr val="000000"/>
                </a:solidFill>
                <a:ea typeface="華康中圓體"/>
              </a:rPr>
              <a:t>的主大仁愛；</a:t>
            </a:r>
          </a:p>
          <a:p>
            <a:pPr>
              <a:lnSpc>
                <a:spcPct val="110000"/>
              </a:lnSpc>
            </a:pPr>
            <a:r>
              <a:rPr lang="zh-TW" altLang="zh-TW" sz="3100" dirty="0">
                <a:solidFill>
                  <a:srgbClr val="0000CC"/>
                </a:solidFill>
                <a:ea typeface="華康中圓體"/>
              </a:rPr>
              <a:t>無艱苦、無驚惶、無煩惱</a:t>
            </a:r>
            <a:r>
              <a:rPr lang="zh-TW" altLang="zh-TW" sz="3100" dirty="0" smtClean="0">
                <a:solidFill>
                  <a:srgbClr val="0000CC"/>
                </a:solidFill>
                <a:ea typeface="華康中圓體"/>
              </a:rPr>
              <a:t>，永遠徛極安樂</a:t>
            </a:r>
            <a:r>
              <a:rPr lang="zh-TW" altLang="zh-TW" sz="3100" dirty="0">
                <a:solidFill>
                  <a:srgbClr val="0000CC"/>
                </a:solidFill>
                <a:ea typeface="華康中圓體"/>
              </a:rPr>
              <a:t>的所在。</a:t>
            </a:r>
            <a:r>
              <a:rPr lang="zh-TW" altLang="zh-TW" sz="3100" dirty="0">
                <a:solidFill>
                  <a:srgbClr val="000000"/>
                </a:solidFill>
                <a:ea typeface="華康中圓體"/>
              </a:rPr>
              <a:t> </a:t>
            </a:r>
            <a:endParaRPr lang="en-US" altLang="zh-TW" sz="3100" dirty="0" smtClean="0">
              <a:solidFill>
                <a:srgbClr val="000000"/>
              </a:solidFill>
              <a:ea typeface="華康中圓體"/>
            </a:endParaRPr>
          </a:p>
          <a:p>
            <a:pPr>
              <a:lnSpc>
                <a:spcPct val="130000"/>
              </a:lnSpc>
            </a:pPr>
            <a:r>
              <a:rPr lang="zh-TW" altLang="zh-TW" sz="3100" b="1" dirty="0" smtClean="0">
                <a:solidFill>
                  <a:srgbClr val="000000"/>
                </a:solidFill>
                <a:ea typeface="華康中圓體"/>
              </a:rPr>
              <a:t>【</a:t>
            </a:r>
            <a:r>
              <a:rPr lang="zh-TW" altLang="zh-TW" sz="3100" dirty="0">
                <a:solidFill>
                  <a:srgbClr val="000000"/>
                </a:solidFill>
                <a:ea typeface="華康中圓體"/>
              </a:rPr>
              <a:t>複歌</a:t>
            </a:r>
            <a:r>
              <a:rPr lang="zh-TW" altLang="zh-TW" sz="3100" b="1" dirty="0">
                <a:solidFill>
                  <a:srgbClr val="000000"/>
                </a:solidFill>
                <a:ea typeface="華康中圓體"/>
              </a:rPr>
              <a:t>】</a:t>
            </a:r>
            <a:r>
              <a:rPr lang="zh-TW" altLang="zh-TW" sz="3100" dirty="0">
                <a:solidFill>
                  <a:srgbClr val="000000"/>
                </a:solidFill>
                <a:ea typeface="華康中圓體"/>
              </a:rPr>
              <a:t>佇後日有安樂</a:t>
            </a:r>
            <a:r>
              <a:rPr lang="zh-TW" altLang="zh-TW" sz="3100" dirty="0" smtClean="0">
                <a:solidFill>
                  <a:srgbClr val="000000"/>
                </a:solidFill>
                <a:ea typeface="華康中圓體"/>
              </a:rPr>
              <a:t>，會相見佇</a:t>
            </a:r>
            <a:r>
              <a:rPr lang="zh-TW" altLang="zh-TW" sz="3100" dirty="0">
                <a:solidFill>
                  <a:srgbClr val="000000"/>
                </a:solidFill>
                <a:ea typeface="華康中圓體"/>
              </a:rPr>
              <a:t>榮光的天國，</a:t>
            </a:r>
          </a:p>
          <a:p>
            <a:pPr>
              <a:lnSpc>
                <a:spcPct val="110000"/>
              </a:lnSpc>
            </a:pPr>
            <a:r>
              <a:rPr lang="zh-TW" altLang="zh-TW" sz="3100" dirty="0">
                <a:solidFill>
                  <a:srgbClr val="0000CC"/>
                </a:solidFill>
                <a:ea typeface="華康中圓體"/>
              </a:rPr>
              <a:t>佇後日有安樂</a:t>
            </a:r>
            <a:r>
              <a:rPr lang="zh-TW" altLang="zh-TW" sz="3100" dirty="0" smtClean="0">
                <a:solidFill>
                  <a:srgbClr val="0000CC"/>
                </a:solidFill>
                <a:ea typeface="華康中圓體"/>
              </a:rPr>
              <a:t>，會相見佇</a:t>
            </a:r>
            <a:r>
              <a:rPr lang="zh-TW" altLang="zh-TW" sz="3100" dirty="0">
                <a:solidFill>
                  <a:srgbClr val="0000CC"/>
                </a:solidFill>
                <a:ea typeface="華康中圓體"/>
              </a:rPr>
              <a:t>榮光的天國</a:t>
            </a:r>
            <a:r>
              <a:rPr lang="zh-TW" altLang="zh-TW" sz="3100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sz="3100" dirty="0" smtClean="0">
              <a:solidFill>
                <a:srgbClr val="0000CC"/>
              </a:solidFill>
              <a:ea typeface="華康中圓體"/>
            </a:endParaRPr>
          </a:p>
          <a:p>
            <a:pPr algn="r">
              <a:lnSpc>
                <a:spcPct val="110000"/>
              </a:lnSpc>
            </a:pPr>
            <a:r>
              <a:rPr lang="zh-TW" altLang="en-US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29</a:t>
            </a:r>
            <a:r>
              <a:rPr lang="zh-TW" altLang="en-US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sz="3100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sz="3100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sz="3100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51</a:t>
            </a:r>
            <a:endParaRPr lang="zh-TW" altLang="en-US" sz="3100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947989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492896"/>
            <a:ext cx="9114119" cy="388843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大施恩佇世間的天父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，咱著用專一心來謳咾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；  </a:t>
            </a:r>
          </a:p>
          <a:p>
            <a:pPr>
              <a:lnSpc>
                <a:spcPct val="110000"/>
              </a:lnSpc>
            </a:pP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  祂有差獨生子來救世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 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倚靠祂作神人大中保。 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>
              <a:lnSpc>
                <a:spcPct val="130000"/>
              </a:lnSpc>
            </a:pPr>
            <a:r>
              <a:rPr lang="zh-TW" altLang="zh-TW" b="1" dirty="0" smtClean="0">
                <a:solidFill>
                  <a:srgbClr val="000000"/>
                </a:solidFill>
                <a:ea typeface="華康中圓體"/>
              </a:rPr>
              <a:t>【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複歌</a:t>
            </a:r>
            <a:r>
              <a:rPr lang="zh-TW" altLang="zh-TW" b="1" dirty="0">
                <a:solidFill>
                  <a:srgbClr val="000000"/>
                </a:solidFill>
                <a:ea typeface="華康中圓體"/>
              </a:rPr>
              <a:t>】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佇後日有安樂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，會相見佇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榮光的天國，</a:t>
            </a:r>
          </a:p>
          <a:p>
            <a:pPr>
              <a:lnSpc>
                <a:spcPct val="110000"/>
              </a:lnSpc>
            </a:pP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佇後日有安樂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，會相見佇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榮光的天國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>
              <a:lnSpc>
                <a:spcPct val="110000"/>
              </a:lnSpc>
            </a:pP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51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3965895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20631</TotalTime>
  <Words>144</Words>
  <Application>Microsoft Macintosh PowerPoint</Application>
  <PresentationFormat>如螢幕大小 (4:3)</PresentationFormat>
  <Paragraphs>18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4693</cp:revision>
  <dcterms:created xsi:type="dcterms:W3CDTF">2009-02-27T08:32:01Z</dcterms:created>
  <dcterms:modified xsi:type="dcterms:W3CDTF">2015-03-28T16:35:06Z</dcterms:modified>
</cp:coreProperties>
</file>