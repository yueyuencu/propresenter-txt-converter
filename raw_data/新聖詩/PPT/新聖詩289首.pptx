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72" r:id="rId2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960" y="-7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16/11/11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榮光，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榮光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歸佇至高上帝。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榮光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，榮光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哈利路亞，哈利路亞。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269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28</Words>
  <Application>Microsoft Macintosh PowerPoint</Application>
  <PresentationFormat>如螢幕大小 (4:3)</PresentationFormat>
  <Paragraphs>6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4691</cp:revision>
  <dcterms:created xsi:type="dcterms:W3CDTF">2009-02-27T08:32:01Z</dcterms:created>
  <dcterms:modified xsi:type="dcterms:W3CDTF">2016-11-11T15:11:43Z</dcterms:modified>
</cp:coreProperties>
</file>