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3" r:id="rId2"/>
    <p:sldId id="5284" r:id="rId3"/>
    <p:sldId id="5285" r:id="rId4"/>
    <p:sldId id="5286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0088" y="987574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我的目睭欲攑高來向山，欣慕我主；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我的幫助是對叨落互我？叨落賞賜？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我一切幫助對主上帝來，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祂是創造天地的大主宰。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19548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25263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0088" y="987574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我主無欲互你的腳搖泏，賜你平安；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主保守你無盹眠啲觀看，照顧幫助；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主在早保守看顧以色列，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祂無盹眠，顧你無睏常醒。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19548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860344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0088" y="987574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主保守你直到永遠久長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，攏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無變換；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祂佇正旁啲做你的蔭影，保護引導；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佇光明日時，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太陽</a:t>
            </a:r>
            <a:r>
              <a:rPr lang="zh-TW" altLang="zh-TW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傷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安靜暝時，月光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害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19548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679969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0088" y="987574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主保守你免受一切災害，賜你活命；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主保守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你性命無礙，心神安定；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主欲保守你出入得平安，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主賜福你對此時到永遠。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19548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1830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171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2022-06-04T12:33:08Z</dcterms:modified>
</cp:coreProperties>
</file>