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8" r:id="rId2"/>
    <p:sldId id="5279" r:id="rId3"/>
    <p:sldId id="5280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792" y="-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19/3/16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50014" y="2492896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主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，祢的身軀替我受拍破，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流出祢寶血顯出祢疼我；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今我欲坐桌恭敬感謝祢，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用按呢數念，用按呢數念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</a:t>
            </a:r>
            <a:endParaRPr lang="en-US" altLang="zh-TW" sz="3600" dirty="0" smtClean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用按呢來數念祢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366</a:t>
            </a:r>
            <a:r>
              <a:rPr lang="zh-TW" altLang="en-US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1/3</a:t>
            </a:r>
            <a:r>
              <a:rPr lang="zh-TW" altLang="en-US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505161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492896"/>
            <a:ext cx="9114119" cy="4104456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世間的</a:t>
            </a:r>
            <a:r>
              <a:rPr lang="zh-TW" altLang="en-US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榮華 快樂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無久長，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只有主十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架 永遠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有榮光；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今我欲獻身求祢常指示，</a:t>
            </a:r>
            <a:r>
              <a:rPr lang="en-US" altLang="zh-TW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</a:t>
            </a:r>
            <a:endParaRPr lang="zh-TW" altLang="en-US" sz="3600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通永遠服事，通永遠服事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</a:t>
            </a:r>
            <a:endParaRPr lang="en-US" altLang="zh-TW" sz="3600" dirty="0" smtClean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通永遠來服事祢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366</a:t>
            </a:r>
            <a:r>
              <a:rPr lang="zh-TW" altLang="en-US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2/3</a:t>
            </a:r>
            <a:r>
              <a:rPr lang="zh-TW" altLang="en-US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549853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92896"/>
            <a:ext cx="9114119" cy="4104456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我今真迫切欣慕就近祢，</a:t>
            </a:r>
          </a:p>
          <a:p>
            <a:r>
              <a:rPr lang="en-US" altLang="zh-TW" sz="3600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常謳咾吟詩暝日攏歡喜；</a:t>
            </a:r>
          </a:p>
          <a:p>
            <a:r>
              <a:rPr lang="zh-TW" altLang="en-US" sz="3600" dirty="0">
                <a:latin typeface="華康中特圓體" pitchFamily="49" charset="-120"/>
                <a:ea typeface="華康中圓體"/>
              </a:rPr>
              <a:t> 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求主祢助我會忠心不移，</a:t>
            </a:r>
          </a:p>
          <a:p>
            <a:r>
              <a:rPr lang="zh-TW" altLang="en-US" sz="3600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直到祢閣來，直到祢閣來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</a:t>
            </a:r>
            <a:endParaRPr lang="en-US" altLang="zh-TW" sz="3600" dirty="0" smtClean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直到祢閣來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的時。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366</a:t>
            </a:r>
            <a:r>
              <a:rPr lang="zh-TW" altLang="en-US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3/3</a:t>
            </a:r>
            <a:r>
              <a:rPr lang="zh-TW" altLang="en-US" sz="3600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52420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99</Words>
  <Application>Microsoft Macintosh PowerPoint</Application>
  <PresentationFormat>如螢幕大小 (4:3)</PresentationFormat>
  <Paragraphs>21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2019-03-16T13:46:13Z</dcterms:modified>
</cp:coreProperties>
</file>