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041" r:id="rId2"/>
    <p:sldId id="25042" r:id="rId3"/>
    <p:sldId id="25043" r:id="rId4"/>
    <p:sldId id="25044" r:id="rId5"/>
    <p:sldId id="25045" r:id="rId6"/>
    <p:sldId id="2504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420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578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268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302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543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49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50603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14175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84499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03615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2280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2107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03521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7770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6405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11866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486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3992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3204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1203469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320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74697F-DE72-CD43-A750-172888463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469"/>
            <a:ext cx="9114119" cy="369253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主上帝正手佇咱中間寫字，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寫出仁愛權能的話；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咱衝突及失敗，咱勝利及目屎，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佇主上帝正手攏有記載。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827349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3204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320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BA98DE5-96B5-5040-8E85-9EE3D40D0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2577" y="1203598"/>
            <a:ext cx="9114119" cy="376454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主上帝正手佇咱中間指出，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指出咱應該行的路；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雖烏暗霧罩倚，真容易行歪斜，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佇主上帝正手咱受引導。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539552" y="1203469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180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3204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320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539552" y="1203469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A5EAC42-01DA-5B45-BFBF-45644609F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0345" y="1203469"/>
            <a:ext cx="9114119" cy="369253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主上帝正手佇咱中間攻擊，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攻擊嫉妒、貪戀、怨恨；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咱自私及自利，咱驕傲及不義，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佇主上帝正手攏受攻擊。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2249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3204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320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539552" y="1203469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D10AF14-E8A1-0847-BA09-C4A5C1290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469"/>
            <a:ext cx="9114119" cy="376454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主上帝正手佇咱中間扶持，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扶持著觸跋倒的人；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祂認得咱的名，對見誚中得赦，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佇主上帝正手咱受扶持。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78835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3204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320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539552" y="1203469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C440BCCE-4A2F-D74F-BAFB-5355F8B52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469"/>
            <a:ext cx="9114119" cy="376454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主上帝正手佇咱中間醫治，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醫治破碎肉體、心靈；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祂安慰真奇妙，祂疼痛算</a:t>
            </a:r>
            <a:r>
              <a:rPr lang="zh-TW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了，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佇主上帝正手咱受醫治。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6371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3204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320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539552" y="1203469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CC81715-D451-4D47-AF7A-4BD2FE21C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469"/>
            <a:ext cx="9114119" cy="376454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主上帝正手佇咱中間栽種，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栽種自由、向望、仁愛；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願世界眾子民，同徛起得相親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佇主上帝正手成做一體。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3378843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306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2025-01-25T11:01:42Z</dcterms:modified>
</cp:coreProperties>
</file>