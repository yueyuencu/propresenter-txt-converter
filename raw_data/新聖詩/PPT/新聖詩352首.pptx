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D39AB-37EA-403B-B88F-4A7600B26205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A87EC-247D-48BC-9B9B-BB47E65A0A8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E9CF21-4934-46BC-932D-A060E84B4E2A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22CC3-82DA-4D65-8D95-61D78A0482C8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379263-632C-4D06-9498-1491D4EEA1FB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379263-632C-4D06-9498-1491D4EEA1FB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379263-632C-4D06-9498-1491D4EEA1FB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E6F0F-1C31-4529-9054-6C014E5FE7BD}" type="datetimeFigureOut">
              <a:rPr lang="zh-TW" altLang="en-US" smtClean="0"/>
              <a:t>2013/3/30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F9838-18B0-45F2-A391-7FADCCA67B4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5"/>
          <p:cNvSpPr>
            <a:spLocks noGrp="1"/>
          </p:cNvSpPr>
          <p:nvPr>
            <p:ph type="ctrTitle"/>
          </p:nvPr>
        </p:nvSpPr>
        <p:spPr>
          <a:xfrm>
            <a:off x="714375" y="42862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30723" name="副標題 6"/>
          <p:cNvSpPr>
            <a:spLocks noGrp="1"/>
          </p:cNvSpPr>
          <p:nvPr>
            <p:ph type="subTitle" idx="1"/>
          </p:nvPr>
        </p:nvSpPr>
        <p:spPr>
          <a:xfrm>
            <a:off x="0" y="3071812"/>
            <a:ext cx="9144000" cy="364333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聖會所行的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禮儀，</a:t>
            </a:r>
            <a:r>
              <a:rPr 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 </a:t>
            </a:r>
            <a:endParaRPr lang="zh-TW" altLang="en-US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也有關係佇小兒，</a:t>
            </a:r>
          </a:p>
          <a:p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親像舊約行割禮，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表明子兒屬上帝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/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聖詩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352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1/5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214</a:t>
            </a:r>
            <a:endParaRPr lang="zh-TW" altLang="en-US" sz="2800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59727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割禮有用洗禮替，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對早以來無閣改；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洗禮表明約印信，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就是棄舊及換新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352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2/5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214</a:t>
            </a:r>
            <a:endParaRPr lang="zh-TW" altLang="en-US" sz="2800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endParaRPr lang="zh-TW" altLang="en-US" sz="2800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endParaRPr lang="zh-TW" altLang="en-US" sz="2800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642938" y="571500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50043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3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細子帶罪來出世，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救主歡喜賜福氣；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細漢</a:t>
            </a:r>
            <a:r>
              <a:rPr lang="zh-TW" altLang="en-US" b="1" dirty="0" smtClean="0"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明</a:t>
            </a:r>
            <a:r>
              <a:rPr lang="zh-TW" altLang="en-US" b="1" dirty="0" smtClean="0"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所信，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父母應該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替</a:t>
            </a: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認。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352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3/5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214</a:t>
            </a:r>
            <a:endParaRPr lang="zh-TW" altLang="en-US" sz="2800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642938" y="571500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50043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4.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父母已經受洗清，</a:t>
            </a:r>
          </a:p>
          <a:p>
            <a:pPr algn="ctr">
              <a:buNone/>
            </a:pP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的子兒也做聖；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在早使徒就有行，</a:t>
            </a:r>
          </a:p>
          <a:p>
            <a:pPr algn="ctr">
              <a:buNone/>
            </a:pP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是現今才立定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352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4/5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214</a:t>
            </a:r>
            <a:endParaRPr lang="zh-TW" altLang="en-US" sz="2800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642938" y="571500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50043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5.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父母替子立盟約，</a:t>
            </a:r>
          </a:p>
          <a:p>
            <a:pPr algn="ctr">
              <a:buNone/>
            </a:pP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通互</a:t>
            </a: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趁世俗， 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　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常常教示信耶穌，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日日引導行天路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352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5/5</a:t>
            </a:r>
            <a:r>
              <a:rPr lang="zh-TW" altLang="en-US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）舊</a:t>
            </a:r>
            <a:r>
              <a:rPr lang="en-US" altLang="zh-TW" sz="2800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214</a:t>
            </a:r>
            <a:endParaRPr lang="zh-TW" altLang="en-US" sz="2800" u="sng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2013-03-30T12:02:56Z</dcterms:created>
  <dcterms:modified xsi:type="dcterms:W3CDTF">2013-03-30T12:03:29Z</dcterms:modified>
</cp:coreProperties>
</file>