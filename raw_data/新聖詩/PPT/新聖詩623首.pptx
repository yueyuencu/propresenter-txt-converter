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263" r:id="rId3"/>
    <p:sldId id="264" r:id="rId4"/>
    <p:sldId id="265" r:id="rId5"/>
    <p:sldId id="266" r:id="rId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504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ED664-5CA5-45F3-B351-82201DC1661F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6FB8D-360A-44C8-BBB9-10A2287984E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96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65801E-B72A-45A9-9D1A-12589C26F163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65801E-B72A-45A9-9D1A-12589C26F163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65801E-B72A-45A9-9D1A-12589C26F163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65801E-B72A-45A9-9D1A-12589C26F163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366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765801E-B72A-45A9-9D1A-12589C26F163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3F918-52A6-4BB7-B681-23A329981C13}" type="datetimeFigureOut">
              <a:rPr lang="zh-TW" altLang="en-US" smtClean="0"/>
              <a:t>13/12/28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9B724-7987-4350-A9A4-91E830A5FB07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/>
          <p:cNvSpPr>
            <a:spLocks noGrp="1"/>
          </p:cNvSpPr>
          <p:nvPr>
            <p:ph type="title"/>
          </p:nvPr>
        </p:nvSpPr>
        <p:spPr>
          <a:xfrm>
            <a:off x="500063" y="642938"/>
            <a:ext cx="8229600" cy="1143000"/>
          </a:xfrm>
        </p:spPr>
        <p:txBody>
          <a:bodyPr/>
          <a:lstStyle/>
          <a:p>
            <a:endParaRPr lang="zh-TW" altLang="en-US" b="1" u="sng" smtClean="0"/>
          </a:p>
        </p:txBody>
      </p:sp>
      <p:sp>
        <p:nvSpPr>
          <p:cNvPr id="62467" name="內容版面配置區 2"/>
          <p:cNvSpPr>
            <a:spLocks noGrp="1"/>
          </p:cNvSpPr>
          <p:nvPr>
            <p:ph idx="1"/>
          </p:nvPr>
        </p:nvSpPr>
        <p:spPr>
          <a:xfrm>
            <a:off x="428625" y="2928938"/>
            <a:ext cx="8229600" cy="3525837"/>
          </a:xfrm>
        </p:spPr>
        <p:txBody>
          <a:bodyPr/>
          <a:lstStyle/>
          <a:p>
            <a:pPr algn="ctr">
              <a:buNone/>
            </a:pPr>
            <a:r>
              <a:rPr lang="en-US" altLang="zh-TW" dirty="0">
                <a:ea typeface="華康中特圓體"/>
              </a:rPr>
              <a:t>1.</a:t>
            </a:r>
            <a:r>
              <a:rPr lang="zh-TW" altLang="zh-TW" dirty="0">
                <a:ea typeface="華康中特圓體"/>
              </a:rPr>
              <a:t>透到天堂永活所在</a:t>
            </a:r>
            <a:r>
              <a:rPr lang="zh-TW" altLang="zh-TW" dirty="0" smtClean="0">
                <a:ea typeface="華康中特圓體"/>
              </a:rPr>
              <a:t>，</a:t>
            </a:r>
            <a:r>
              <a:rPr lang="zh-TW" altLang="zh-TW" dirty="0">
                <a:ea typeface="華康中特圓體"/>
              </a:rPr>
              <a:t>這門這路狹狹迫礙；</a:t>
            </a: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門內路上無真多人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愛入艱難，少行到迵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endParaRPr lang="en-US" altLang="zh-TW" u="sng" dirty="0" smtClean="0"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623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(1/5)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舊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291</a:t>
            </a:r>
            <a:endParaRPr lang="zh-TW" altLang="en-US" u="sng" dirty="0" smtClean="0">
              <a:latin typeface="華康中特圓體" pitchFamily="49" charset="-120"/>
              <a:ea typeface="華康中特圓體"/>
            </a:endParaRPr>
          </a:p>
          <a:p>
            <a:pPr algn="ctr">
              <a:buFont typeface="Arial" charset="0"/>
              <a:buNone/>
            </a:pPr>
            <a:endParaRPr lang="zh-TW" altLang="en-US" dirty="0" smtClean="0">
              <a:latin typeface="華康中特圓體" pitchFamily="49" charset="-120"/>
              <a:ea typeface="華康中特圓體"/>
            </a:endParaRPr>
          </a:p>
        </p:txBody>
      </p:sp>
    </p:spTree>
    <p:extLst>
      <p:ext uri="{BB962C8B-B14F-4D97-AF65-F5344CB8AC3E}">
        <p14:creationId xmlns:p14="http://schemas.microsoft.com/office/powerpoint/2010/main" val="2513961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/>
          <p:cNvSpPr>
            <a:spLocks noGrp="1"/>
          </p:cNvSpPr>
          <p:nvPr>
            <p:ph type="title"/>
          </p:nvPr>
        </p:nvSpPr>
        <p:spPr>
          <a:xfrm>
            <a:off x="500063" y="642938"/>
            <a:ext cx="8229600" cy="1143000"/>
          </a:xfrm>
        </p:spPr>
        <p:txBody>
          <a:bodyPr/>
          <a:lstStyle/>
          <a:p>
            <a:endParaRPr lang="zh-TW" altLang="en-US" b="1" u="sng" smtClean="0"/>
          </a:p>
        </p:txBody>
      </p:sp>
      <p:sp>
        <p:nvSpPr>
          <p:cNvPr id="62467" name="內容版面配置區 2"/>
          <p:cNvSpPr>
            <a:spLocks noGrp="1"/>
          </p:cNvSpPr>
          <p:nvPr>
            <p:ph idx="1"/>
          </p:nvPr>
        </p:nvSpPr>
        <p:spPr>
          <a:xfrm>
            <a:off x="428625" y="2928938"/>
            <a:ext cx="8229600" cy="3525837"/>
          </a:xfrm>
        </p:spPr>
        <p:txBody>
          <a:bodyPr/>
          <a:lstStyle/>
          <a:p>
            <a:pPr algn="ctr">
              <a:buNone/>
            </a:pPr>
            <a:r>
              <a:rPr lang="zh-TW" altLang="zh-TW" dirty="0">
                <a:ea typeface="華康中特圓體"/>
              </a:rPr>
              <a:t>2</a:t>
            </a:r>
            <a:r>
              <a:rPr lang="en-US" altLang="zh-TW" dirty="0" smtClean="0">
                <a:ea typeface="華康中特圓體"/>
              </a:rPr>
              <a:t>.</a:t>
            </a:r>
            <a:r>
              <a:rPr lang="zh-TW" altLang="zh-TW" dirty="0">
                <a:ea typeface="華康中特圓體"/>
              </a:rPr>
              <a:t>愛到天堂私慾著離</a:t>
            </a:r>
            <a:r>
              <a:rPr lang="zh-TW" altLang="zh-TW" dirty="0" smtClean="0">
                <a:ea typeface="華康中特圓體"/>
              </a:rPr>
              <a:t>，</a:t>
            </a:r>
            <a:r>
              <a:rPr lang="zh-TW" altLang="zh-TW" dirty="0">
                <a:ea typeface="華康中特圓體"/>
              </a:rPr>
              <a:t>閣著謹慎嘴、目及耳</a:t>
            </a:r>
            <a:r>
              <a:rPr lang="zh-TW" altLang="zh-TW" dirty="0" smtClean="0">
                <a:ea typeface="華康中特圓體"/>
              </a:rPr>
              <a:t>；</a:t>
            </a:r>
            <a:endParaRPr lang="zh-TW" altLang="zh-TW" dirty="0"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逐項所做攏照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法度，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約束七情莫得錯誤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。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endParaRPr lang="en-US" altLang="zh-TW" u="sng" dirty="0" smtClean="0"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623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(2/5)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舊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291</a:t>
            </a:r>
            <a:endParaRPr lang="zh-TW" altLang="en-US" u="sng" dirty="0" smtClean="0">
              <a:latin typeface="華康中特圓體" pitchFamily="49" charset="-120"/>
              <a:ea typeface="華康中特圓體"/>
            </a:endParaRPr>
          </a:p>
          <a:p>
            <a:pPr algn="ctr">
              <a:buFont typeface="Arial" charset="0"/>
              <a:buNone/>
            </a:pPr>
            <a:endParaRPr lang="zh-TW" altLang="en-US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575459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/>
          <p:cNvSpPr>
            <a:spLocks noGrp="1"/>
          </p:cNvSpPr>
          <p:nvPr>
            <p:ph type="title"/>
          </p:nvPr>
        </p:nvSpPr>
        <p:spPr>
          <a:xfrm>
            <a:off x="500063" y="642938"/>
            <a:ext cx="8229600" cy="1143000"/>
          </a:xfrm>
        </p:spPr>
        <p:txBody>
          <a:bodyPr/>
          <a:lstStyle/>
          <a:p>
            <a:endParaRPr lang="zh-TW" altLang="en-US" b="1" u="sng" smtClean="0"/>
          </a:p>
        </p:txBody>
      </p:sp>
      <p:sp>
        <p:nvSpPr>
          <p:cNvPr id="62467" name="內容版面配置區 2"/>
          <p:cNvSpPr>
            <a:spLocks noGrp="1"/>
          </p:cNvSpPr>
          <p:nvPr>
            <p:ph idx="1"/>
          </p:nvPr>
        </p:nvSpPr>
        <p:spPr>
          <a:xfrm>
            <a:off x="251520" y="2924944"/>
            <a:ext cx="8712968" cy="3525837"/>
          </a:xfrm>
        </p:spPr>
        <p:txBody>
          <a:bodyPr/>
          <a:lstStyle/>
          <a:p>
            <a:pPr algn="ctr">
              <a:buNone/>
            </a:pPr>
            <a:r>
              <a:rPr lang="zh-TW" altLang="zh-TW" sz="2900" dirty="0">
                <a:ea typeface="華康中特圓體"/>
              </a:rPr>
              <a:t>3</a:t>
            </a:r>
            <a:r>
              <a:rPr lang="en-US" altLang="zh-TW" sz="2900" dirty="0" smtClean="0">
                <a:ea typeface="華康中特圓體"/>
              </a:rPr>
              <a:t>.</a:t>
            </a:r>
            <a:r>
              <a:rPr lang="zh-TW" altLang="zh-TW" sz="2900" dirty="0">
                <a:ea typeface="華康中特圓體"/>
              </a:rPr>
              <a:t>莫得貪財、金、銀、</a:t>
            </a:r>
            <a:r>
              <a:rPr lang="zh-TW" altLang="zh-TW" sz="2900" dirty="0" smtClean="0">
                <a:ea typeface="華康中特圓體"/>
              </a:rPr>
              <a:t>寶器，</a:t>
            </a:r>
            <a:r>
              <a:rPr lang="zh-TW" altLang="zh-TW" sz="2900" dirty="0">
                <a:ea typeface="華康中特圓體"/>
              </a:rPr>
              <a:t>莫得害人，利益家己； </a:t>
            </a:r>
          </a:p>
          <a:p>
            <a:pPr algn="ctr">
              <a:buNone/>
            </a:pPr>
            <a:r>
              <a:rPr lang="zh-TW" altLang="zh-TW" sz="2900" dirty="0" smtClean="0">
                <a:solidFill>
                  <a:srgbClr val="0000CC"/>
                </a:solidFill>
                <a:ea typeface="華康中特圓體"/>
              </a:rPr>
              <a:t>的確</a:t>
            </a:r>
            <a:r>
              <a:rPr lang="en-US" altLang="zh-TW" sz="2800" dirty="0" smtClean="0">
                <a:solidFill>
                  <a:srgbClr val="0000CC"/>
                </a:solidFill>
                <a:latin typeface="EUDC" pitchFamily="49" charset="-120"/>
                <a:ea typeface="EUDC" pitchFamily="49" charset="-120"/>
              </a:rPr>
              <a:t></a:t>
            </a:r>
            <a:r>
              <a:rPr lang="zh-TW" altLang="zh-TW" sz="2900" dirty="0" smtClean="0">
                <a:solidFill>
                  <a:srgbClr val="0000CC"/>
                </a:solidFill>
                <a:ea typeface="華康中特圓體"/>
              </a:rPr>
              <a:t>通</a:t>
            </a:r>
            <a:r>
              <a:rPr lang="zh-TW" altLang="zh-TW" sz="2900" dirty="0">
                <a:solidFill>
                  <a:srgbClr val="0000CC"/>
                </a:solidFill>
                <a:ea typeface="華康中特圓體"/>
              </a:rPr>
              <a:t>講白賊</a:t>
            </a:r>
            <a:r>
              <a:rPr lang="zh-TW" altLang="zh-TW" sz="2900" dirty="0" smtClean="0">
                <a:solidFill>
                  <a:srgbClr val="0000CC"/>
                </a:solidFill>
                <a:ea typeface="華康中特圓體"/>
              </a:rPr>
              <a:t>話，</a:t>
            </a:r>
            <a:r>
              <a:rPr lang="zh-TW" altLang="zh-TW" sz="2900" dirty="0">
                <a:solidFill>
                  <a:srgbClr val="0000CC"/>
                </a:solidFill>
                <a:ea typeface="華康中特圓體"/>
              </a:rPr>
              <a:t>無怨序大，莫妒序細。</a:t>
            </a:r>
            <a:r>
              <a:rPr lang="zh-TW" altLang="zh-TW" sz="2900" dirty="0">
                <a:ea typeface="華康中特圓體"/>
              </a:rPr>
              <a:t> </a:t>
            </a:r>
            <a:endParaRPr lang="en-US" altLang="zh-TW" sz="2900" dirty="0" smtClean="0"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endParaRPr lang="en-US" altLang="zh-TW" u="sng" dirty="0" smtClean="0"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623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(3/5)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舊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291</a:t>
            </a:r>
            <a:endParaRPr lang="zh-TW" altLang="en-US" u="sng" dirty="0" smtClean="0">
              <a:latin typeface="華康中特圓體" pitchFamily="49" charset="-120"/>
              <a:ea typeface="華康中特圓體"/>
            </a:endParaRPr>
          </a:p>
          <a:p>
            <a:pPr algn="ctr">
              <a:buFont typeface="Arial" charset="0"/>
              <a:buNone/>
            </a:pPr>
            <a:endParaRPr lang="zh-TW" altLang="en-US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10139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/>
          <p:cNvSpPr>
            <a:spLocks noGrp="1"/>
          </p:cNvSpPr>
          <p:nvPr>
            <p:ph type="title"/>
          </p:nvPr>
        </p:nvSpPr>
        <p:spPr>
          <a:xfrm>
            <a:off x="500063" y="642938"/>
            <a:ext cx="8229600" cy="1143000"/>
          </a:xfrm>
        </p:spPr>
        <p:txBody>
          <a:bodyPr/>
          <a:lstStyle/>
          <a:p>
            <a:endParaRPr lang="zh-TW" altLang="en-US" b="1" u="sng" smtClean="0"/>
          </a:p>
        </p:txBody>
      </p:sp>
      <p:sp>
        <p:nvSpPr>
          <p:cNvPr id="62467" name="內容版面配置區 2"/>
          <p:cNvSpPr>
            <a:spLocks noGrp="1"/>
          </p:cNvSpPr>
          <p:nvPr>
            <p:ph idx="1"/>
          </p:nvPr>
        </p:nvSpPr>
        <p:spPr>
          <a:xfrm>
            <a:off x="428625" y="2928938"/>
            <a:ext cx="8229600" cy="3525837"/>
          </a:xfrm>
        </p:spPr>
        <p:txBody>
          <a:bodyPr/>
          <a:lstStyle/>
          <a:p>
            <a:pPr algn="ctr">
              <a:buNone/>
            </a:pPr>
            <a:r>
              <a:rPr lang="zh-TW" altLang="zh-TW" dirty="0">
                <a:ea typeface="華康中特圓體"/>
              </a:rPr>
              <a:t>4</a:t>
            </a:r>
            <a:r>
              <a:rPr lang="en-US" altLang="zh-TW" dirty="0" smtClean="0">
                <a:ea typeface="華康中特圓體"/>
              </a:rPr>
              <a:t>.</a:t>
            </a:r>
            <a:r>
              <a:rPr lang="zh-TW" altLang="zh-TW" dirty="0">
                <a:ea typeface="華康中特圓體"/>
              </a:rPr>
              <a:t>驕傲</a:t>
            </a:r>
            <a:r>
              <a:rPr lang="zh-TW" altLang="zh-TW" dirty="0" smtClean="0">
                <a:ea typeface="華康中特圓體"/>
              </a:rPr>
              <a:t>的心著變謙卑，</a:t>
            </a:r>
            <a:r>
              <a:rPr lang="zh-TW" altLang="zh-TW" dirty="0">
                <a:ea typeface="華康中特圓體"/>
              </a:rPr>
              <a:t>著疼別人親像家己； </a:t>
            </a:r>
            <a:r>
              <a:rPr lang="zh-TW" altLang="zh-TW" dirty="0" smtClean="0">
                <a:ea typeface="華康中特圓體"/>
              </a:rPr>
              <a:t> </a:t>
            </a:r>
            <a:endParaRPr lang="zh-TW" altLang="zh-TW" dirty="0"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著來服事真活上帝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著靠耶穌背十字架。 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 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endParaRPr lang="en-US" altLang="zh-TW" u="sng" dirty="0" smtClean="0"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623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(4/5)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舊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291</a:t>
            </a:r>
            <a:endParaRPr lang="zh-TW" altLang="en-US" u="sng" dirty="0" smtClean="0">
              <a:latin typeface="華康中特圓體" pitchFamily="49" charset="-120"/>
              <a:ea typeface="華康中特圓體"/>
            </a:endParaRPr>
          </a:p>
          <a:p>
            <a:pPr algn="ctr">
              <a:buFont typeface="Arial" charset="0"/>
              <a:buNone/>
            </a:pPr>
            <a:endParaRPr lang="zh-TW" altLang="en-US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02136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標題 1"/>
          <p:cNvSpPr>
            <a:spLocks noGrp="1"/>
          </p:cNvSpPr>
          <p:nvPr>
            <p:ph type="title"/>
          </p:nvPr>
        </p:nvSpPr>
        <p:spPr>
          <a:xfrm>
            <a:off x="500063" y="642938"/>
            <a:ext cx="8229600" cy="1143000"/>
          </a:xfrm>
        </p:spPr>
        <p:txBody>
          <a:bodyPr/>
          <a:lstStyle/>
          <a:p>
            <a:endParaRPr lang="zh-TW" altLang="en-US" b="1" u="sng" smtClean="0"/>
          </a:p>
        </p:txBody>
      </p:sp>
      <p:sp>
        <p:nvSpPr>
          <p:cNvPr id="62467" name="內容版面配置區 2"/>
          <p:cNvSpPr>
            <a:spLocks noGrp="1"/>
          </p:cNvSpPr>
          <p:nvPr>
            <p:ph idx="1"/>
          </p:nvPr>
        </p:nvSpPr>
        <p:spPr>
          <a:xfrm>
            <a:off x="428625" y="2928938"/>
            <a:ext cx="8229600" cy="3525837"/>
          </a:xfrm>
        </p:spPr>
        <p:txBody>
          <a:bodyPr/>
          <a:lstStyle/>
          <a:p>
            <a:pPr algn="ctr">
              <a:buNone/>
            </a:pPr>
            <a:r>
              <a:rPr lang="zh-TW" altLang="zh-TW" dirty="0">
                <a:ea typeface="華康中特圓體"/>
              </a:rPr>
              <a:t>5</a:t>
            </a:r>
            <a:r>
              <a:rPr lang="en-US" altLang="zh-TW" dirty="0" smtClean="0">
                <a:ea typeface="華康中特圓體"/>
              </a:rPr>
              <a:t>.</a:t>
            </a:r>
            <a:r>
              <a:rPr lang="zh-TW" altLang="zh-TW" dirty="0">
                <a:ea typeface="華康中特圓體"/>
              </a:rPr>
              <a:t>吐氣咱</a:t>
            </a:r>
            <a:r>
              <a:rPr lang="zh-TW" altLang="zh-TW" dirty="0" smtClean="0">
                <a:ea typeface="華康中特圓體"/>
              </a:rPr>
              <a:t>人</a:t>
            </a:r>
            <a:r>
              <a:rPr lang="zh-TW" altLang="en-US" dirty="0" smtClean="0">
                <a:ea typeface="華康中特圓體"/>
              </a:rPr>
              <a:t>常常</a:t>
            </a:r>
            <a:r>
              <a:rPr lang="zh-TW" altLang="zh-TW" dirty="0" smtClean="0">
                <a:ea typeface="華康中特圓體"/>
              </a:rPr>
              <a:t>軟弱，</a:t>
            </a:r>
            <a:r>
              <a:rPr lang="zh-TW" altLang="zh-TW" dirty="0">
                <a:ea typeface="華康中特圓體"/>
              </a:rPr>
              <a:t>愛行天路氣力未足； </a:t>
            </a:r>
            <a:r>
              <a:rPr lang="zh-TW" altLang="zh-TW" dirty="0" smtClean="0">
                <a:ea typeface="華康中特圓體"/>
              </a:rPr>
              <a:t>  </a:t>
            </a:r>
            <a:endParaRPr lang="zh-TW" altLang="zh-TW" dirty="0">
              <a:ea typeface="華康中特圓體"/>
            </a:endParaRPr>
          </a:p>
          <a:p>
            <a:pPr algn="ctr">
              <a:buNone/>
            </a:pP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懇求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上帝</a:t>
            </a:r>
            <a:r>
              <a:rPr lang="zh-TW" altLang="en-US" dirty="0" smtClean="0">
                <a:solidFill>
                  <a:srgbClr val="0000CC"/>
                </a:solidFill>
                <a:ea typeface="華康中特圓體"/>
              </a:rPr>
              <a:t>賜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落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聖神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，</a:t>
            </a:r>
            <a:r>
              <a:rPr lang="zh-TW" altLang="zh-TW" dirty="0">
                <a:solidFill>
                  <a:srgbClr val="0000CC"/>
                </a:solidFill>
                <a:ea typeface="華康中特圓體"/>
              </a:rPr>
              <a:t>助咱去行好事到盡。 </a:t>
            </a:r>
            <a:r>
              <a:rPr lang="zh-TW" altLang="zh-TW" dirty="0" smtClean="0">
                <a:solidFill>
                  <a:srgbClr val="0000CC"/>
                </a:solidFill>
                <a:ea typeface="華康中特圓體"/>
              </a:rPr>
              <a:t>  </a:t>
            </a:r>
            <a:endParaRPr lang="en-US" altLang="zh-TW" dirty="0" smtClean="0">
              <a:solidFill>
                <a:srgbClr val="0000CC"/>
              </a:solidFill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endParaRPr lang="en-US" altLang="zh-TW" u="sng" dirty="0" smtClean="0">
              <a:latin typeface="華康中特圓體" pitchFamily="49" charset="-120"/>
              <a:ea typeface="華康中特圓體"/>
            </a:endParaRPr>
          </a:p>
          <a:p>
            <a:pPr algn="r">
              <a:buFont typeface="Arial" charset="0"/>
              <a:buNone/>
            </a:pP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新聖詩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623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首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(5/5)</a:t>
            </a:r>
            <a:r>
              <a:rPr lang="zh-TW" altLang="en-US" u="sng" dirty="0" smtClean="0">
                <a:latin typeface="華康中特圓體" pitchFamily="49" charset="-120"/>
                <a:ea typeface="華康中特圓體"/>
              </a:rPr>
              <a:t>舊</a:t>
            </a:r>
            <a:r>
              <a:rPr lang="en-US" altLang="zh-TW" u="sng" dirty="0" smtClean="0">
                <a:latin typeface="華康中特圓體" pitchFamily="49" charset="-120"/>
                <a:ea typeface="華康中特圓體"/>
              </a:rPr>
              <a:t>291</a:t>
            </a:r>
            <a:endParaRPr lang="zh-TW" altLang="en-US" u="sng" dirty="0" smtClean="0">
              <a:latin typeface="華康中特圓體" pitchFamily="49" charset="-120"/>
              <a:ea typeface="華康中特圓體"/>
            </a:endParaRPr>
          </a:p>
          <a:p>
            <a:pPr algn="ctr">
              <a:buFont typeface="Arial" charset="0"/>
              <a:buNone/>
            </a:pPr>
            <a:endParaRPr lang="zh-TW" altLang="en-US" dirty="0" smtClean="0">
              <a:latin typeface="華康中特圓體" pitchFamily="49" charset="-120"/>
              <a:ea typeface="華康中特圓體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720120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159</Words>
  <Application>Microsoft Macintosh PowerPoint</Application>
  <PresentationFormat>如螢幕大小 (4:3)</PresentationFormat>
  <Paragraphs>25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Windows 使用者</dc:creator>
  <cp:lastModifiedBy>ＭＡＣ</cp:lastModifiedBy>
  <cp:revision>8</cp:revision>
  <dcterms:created xsi:type="dcterms:W3CDTF">2012-09-14T14:28:22Z</dcterms:created>
  <dcterms:modified xsi:type="dcterms:W3CDTF">2013-12-28T15:31:08Z</dcterms:modified>
</cp:coreProperties>
</file>