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417" r:id="rId2"/>
    <p:sldId id="25418" r:id="rId3"/>
    <p:sldId id="25419" r:id="rId4"/>
    <p:sldId id="25420" r:id="rId5"/>
    <p:sldId id="25421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1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458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21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678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0694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19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1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52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833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7955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5059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3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941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8013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0692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2481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0486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506738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美妙音樂互上帝得榮耀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美妙音樂互上帝得榮耀，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對主尊崇，人驕傲會自消，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親像受造萬有齊聲稱讚：哈利路亞！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85800" y="1563638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66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0486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506738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美妙音樂互上帝得榮耀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咱常發現作樂聲音和諧，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對新角度體會音響世界，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佇禮拜中大受感動稱讚：哈利路亞！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85800" y="1563638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7760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0486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506738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美妙音樂互上帝得榮耀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歷代教會用聖詩及禮典，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用信、用疼、用世界眾語言，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雖無完全猶為真理見證：哈利路亞！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85800" y="1563638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6353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0486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506738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美妙音樂互上帝得榮耀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回想惡魔攻擊真光彼暝，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耶穌豈無導學生同吟詩？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咱也著來稱頌救主得勝：哈利路亞！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85800" y="1563638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79872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87624" y="475961"/>
            <a:ext cx="604867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87624" y="506738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美妙音樂互上帝得榮耀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AED94FED-7AD9-8D40-90CB-EE757B72D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63638"/>
            <a:ext cx="9114119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著用逐種樂器作樂謳咾，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有聲的人齊聲歡喜稱呼，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願主賜咱信心常常稱讚：哈利路亞！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563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5/5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485800" y="1563638"/>
            <a:ext cx="14036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9735593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211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2024-09-20T15:50:27Z</dcterms:modified>
</cp:coreProperties>
</file>