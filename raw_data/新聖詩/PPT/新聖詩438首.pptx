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84" r:id="rId2"/>
    <p:sldId id="5285" r:id="rId3"/>
    <p:sldId id="5286" r:id="rId4"/>
    <p:sldId id="5287" r:id="rId5"/>
    <p:sldId id="5288" r:id="rId6"/>
    <p:sldId id="5289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472" y="-44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24/2/17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阮犁田撒好種籽，無久就會吐芛；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這是對主大氣力，雨水時常灌沃；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冬天落雪蓋地上，熱天濕氣培養；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閣賜清風及日光，甘雨潤澤田園。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35075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707654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四圍逐項好物是主所賜福氣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著感謝主，來感謝主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因為祂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大恩賜。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副標題 6"/>
          <p:cNvSpPr txBox="1">
            <a:spLocks/>
          </p:cNvSpPr>
          <p:nvPr/>
        </p:nvSpPr>
        <p:spPr bwMode="auto">
          <a:xfrm>
            <a:off x="179512" y="1203598"/>
            <a:ext cx="1619672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endParaRPr lang="zh-TW" altLang="en-US" sz="2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550612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萬有無論是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遠近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，是對主來生存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路邊花草祂裝飾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，祂互星光那那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颶頭風湧順服祂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，鳥隻是主養飼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何況咱是主子兒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，米糧祂會排比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883305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707654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四圍逐項好物是主所賜福氣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著感謝主，來感謝主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因為祂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大恩賜。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副標題 6"/>
          <p:cNvSpPr txBox="1">
            <a:spLocks/>
          </p:cNvSpPr>
          <p:nvPr/>
        </p:nvSpPr>
        <p:spPr bwMode="auto">
          <a:xfrm>
            <a:off x="179512" y="1203598"/>
            <a:ext cx="1619672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endParaRPr lang="zh-TW" altLang="en-US" sz="2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47076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203598"/>
            <a:ext cx="9144000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天父阮今謳咾祢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，感謝祢大慈悲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撒種收割食穿用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，祢賜福攏無停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今阮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愛報主恩典，求接納阮所獻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謙卑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感恩的心情，是祢所愛德行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084292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1707654"/>
            <a:ext cx="9144000" cy="302433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四圍逐項好物是主所賜福氣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著感謝主，來感謝主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因為祂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大恩賜。 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00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副標題 6"/>
          <p:cNvSpPr txBox="1">
            <a:spLocks/>
          </p:cNvSpPr>
          <p:nvPr/>
        </p:nvSpPr>
        <p:spPr bwMode="auto">
          <a:xfrm>
            <a:off x="179512" y="1203598"/>
            <a:ext cx="1619672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r>
              <a:rPr lang="zh-TW" altLang="en-US" sz="28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</a:t>
            </a:r>
            <a:endParaRPr lang="zh-TW" altLang="en-US" sz="2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093567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20678</TotalTime>
  <Words>221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2024-02-17T12:17:30Z</dcterms:modified>
</cp:coreProperties>
</file>