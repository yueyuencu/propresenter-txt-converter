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4891" r:id="rId2"/>
    <p:sldId id="24892" r:id="rId3"/>
    <p:sldId id="24893" r:id="rId4"/>
    <p:sldId id="24894" r:id="rId5"/>
    <p:sldId id="24895" r:id="rId6"/>
    <p:sldId id="24896" r:id="rId7"/>
    <p:sldId id="24897" r:id="rId8"/>
    <p:sldId id="24898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2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376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1787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022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1127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023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4131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361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75660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230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627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0891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3256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28998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1795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6657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270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1020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012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2024/3/15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8595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大家勇敢同齊腳步，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雖然經過烏暗路，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咱的頭前遙遠路途，有咱救主啲保護；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星啲導路燦爛光明，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攑頭看伊來進前。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854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1670"/>
            <a:ext cx="9145844" cy="295232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倚靠上帝好膽進前，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著進前，著進前，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倚靠我主來進前。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EA84CF-C53E-B24F-9C2D-58F972D56431}"/>
              </a:ext>
            </a:extLst>
          </p:cNvPr>
          <p:cNvSpPr txBox="1"/>
          <p:nvPr/>
        </p:nvSpPr>
        <p:spPr>
          <a:xfrm>
            <a:off x="6588224" y="120533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A2C857-DB75-DC42-AED3-1A4464EDE865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5542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功名富貴放佇後面，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專心為主來精進，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為著正義應該勇猛，修整戰甲來進前；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無靠勢力，無靠本事，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倚靠全能咱的主。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0075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1670"/>
            <a:ext cx="9145844" cy="295232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倚靠上帝好膽進前，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著進前，著進前，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倚靠我主來進前。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EA84CF-C53E-B24F-9C2D-58F972D56431}"/>
              </a:ext>
            </a:extLst>
          </p:cNvPr>
          <p:cNvSpPr txBox="1"/>
          <p:nvPr/>
        </p:nvSpPr>
        <p:spPr>
          <a:xfrm>
            <a:off x="6588224" y="120533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A2C857-DB75-DC42-AED3-1A4464EDE865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23628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莫互名聲人情勢力，</a:t>
            </a:r>
            <a:endParaRPr lang="en-US" altLang="zh-TW" sz="41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引誘纏絆及迷惑，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聽趁命令向主正路，無趁世間的法度； 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屬世私慾以及虛榮，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應該攏總除到清。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2380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1670"/>
            <a:ext cx="9145844" cy="295232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倚靠上帝好膽進前，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著進前，著進前，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倚靠我主來進前。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EA84CF-C53E-B24F-9C2D-58F972D56431}"/>
              </a:ext>
            </a:extLst>
          </p:cNvPr>
          <p:cNvSpPr txBox="1"/>
          <p:nvPr/>
        </p:nvSpPr>
        <p:spPr>
          <a:xfrm>
            <a:off x="6588224" y="120533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A2C857-DB75-DC42-AED3-1A4464EDE865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4258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939901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咱若專心行主正路，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真實跟隨主耶穌，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到尾福氣平安歡喜，主欲賜咱到滿意；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咱著時常同齊腳步，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勇敢經過烏暗路。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08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1670"/>
            <a:ext cx="9145844" cy="2952328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倚靠上帝好膽進前，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著進前，著進前，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倚靠我主來進前。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552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8/8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324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大家勇敢同齊腳步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AEA84CF-C53E-B24F-9C2D-58F972D56431}"/>
              </a:ext>
            </a:extLst>
          </p:cNvPr>
          <p:cNvSpPr txBox="1"/>
          <p:nvPr/>
        </p:nvSpPr>
        <p:spPr>
          <a:xfrm>
            <a:off x="6588224" y="1205339"/>
            <a:ext cx="2448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kumimoji="1"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BA2C857-DB75-DC42-AED3-1A4464EDE865}"/>
              </a:ext>
            </a:extLst>
          </p:cNvPr>
          <p:cNvSpPr txBox="1"/>
          <p:nvPr/>
        </p:nvSpPr>
        <p:spPr>
          <a:xfrm>
            <a:off x="1259632" y="494551"/>
            <a:ext cx="10801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7498946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20674</TotalTime>
  <Words>415</Words>
  <Application>Microsoft Macintosh PowerPoint</Application>
  <PresentationFormat>如螢幕大小 (16:9)</PresentationFormat>
  <Paragraphs>68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4710</cp:revision>
  <dcterms:created xsi:type="dcterms:W3CDTF">2009-02-27T08:32:01Z</dcterms:created>
  <dcterms:modified xsi:type="dcterms:W3CDTF">2024-03-15T13:25:20Z</dcterms:modified>
</cp:coreProperties>
</file>