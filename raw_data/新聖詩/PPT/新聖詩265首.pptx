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90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13646E-B025-4E60-AE00-95F035E44EF7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70277-926B-4A33-8717-4786FEBDD92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85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F7AADA-D2F5-45CB-9614-6D811FDFA9B3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F7AADA-D2F5-45CB-9614-6D811FDFA9B3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75617-99AD-4B2A-8AFF-0981F6D9AB4E}" type="datetimeFigureOut">
              <a:rPr lang="zh-TW" altLang="en-US" smtClean="0"/>
              <a:pPr/>
              <a:t>14/3/15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81EDE-F2FE-48EF-8A9F-F4B118832D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14313" y="3071813"/>
            <a:ext cx="8786812" cy="3571875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1.</a:t>
            </a:r>
            <a:r>
              <a:rPr lang="zh-TW" altLang="zh-TW" dirty="0">
                <a:solidFill>
                  <a:schemeClr val="tx1"/>
                </a:solidFill>
                <a:ea typeface="華康中特圓體"/>
              </a:rPr>
              <a:t>咱著敬拜主上帝</a:t>
            </a:r>
            <a:r>
              <a:rPr lang="zh-TW" altLang="zh-TW" dirty="0" smtClean="0">
                <a:solidFill>
                  <a:schemeClr val="tx1"/>
                </a:solidFill>
                <a:ea typeface="華康中特圓體"/>
              </a:rPr>
              <a:t>，</a:t>
            </a:r>
            <a:r>
              <a:rPr lang="zh-TW" altLang="zh-TW" dirty="0">
                <a:solidFill>
                  <a:schemeClr val="tx1"/>
                </a:solidFill>
                <a:ea typeface="華康中特圓體"/>
              </a:rPr>
              <a:t>咱著敬拜主上帝</a:t>
            </a:r>
            <a:r>
              <a:rPr lang="zh-TW" altLang="zh-TW" dirty="0" smtClean="0">
                <a:solidFill>
                  <a:schemeClr val="tx1"/>
                </a:solidFill>
                <a:ea typeface="華康中特圓體"/>
              </a:rPr>
              <a:t>，</a:t>
            </a:r>
            <a:endParaRPr lang="zh-TW" altLang="en-US" dirty="0" smtClean="0">
              <a:solidFill>
                <a:schemeClr val="tx1"/>
              </a:solidFill>
              <a:latin typeface="華康中特圓體" pitchFamily="49" charset="-120"/>
              <a:ea typeface="華康中特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祂聖名至大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著用虔誠感謝入聖殿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r>
              <a:rPr lang="zh-TW" altLang="zh-TW" dirty="0">
                <a:solidFill>
                  <a:schemeClr val="tx1"/>
                </a:solidFill>
                <a:ea typeface="華康中特圓體"/>
              </a:rPr>
              <a:t>因為祂大慈愛到永遠無息</a:t>
            </a:r>
            <a:r>
              <a:rPr lang="zh-TW" altLang="zh-TW" dirty="0" smtClean="0">
                <a:solidFill>
                  <a:schemeClr val="tx1"/>
                </a:solidFill>
                <a:ea typeface="華康中特圓體"/>
              </a:rPr>
              <a:t>。</a:t>
            </a:r>
            <a:endParaRPr lang="en-US" altLang="zh-TW" dirty="0" smtClean="0">
              <a:solidFill>
                <a:schemeClr val="tx1"/>
              </a:solidFill>
              <a:latin typeface="華康中特圓體" pitchFamily="49" charset="-120"/>
              <a:ea typeface="華康中特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265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1/2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）</a:t>
            </a:r>
          </a:p>
          <a:p>
            <a:endParaRPr lang="en-US" altLang="zh-TW" dirty="0" smtClean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8309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14313" y="3071813"/>
            <a:ext cx="8786812" cy="3571875"/>
          </a:xfrm>
        </p:spPr>
        <p:txBody>
          <a:bodyPr/>
          <a:lstStyle/>
          <a:p>
            <a:r>
              <a:rPr lang="zh-TW" altLang="zh-TW" dirty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2</a:t>
            </a:r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.</a:t>
            </a:r>
            <a:r>
              <a:rPr lang="zh-TW" altLang="zh-TW" dirty="0">
                <a:solidFill>
                  <a:schemeClr val="tx1"/>
                </a:solidFill>
                <a:ea typeface="華康中特圓體"/>
              </a:rPr>
              <a:t>咱著謳咾主上帝</a:t>
            </a:r>
            <a:r>
              <a:rPr lang="zh-TW" altLang="zh-TW" dirty="0" smtClean="0">
                <a:solidFill>
                  <a:schemeClr val="tx1"/>
                </a:solidFill>
                <a:ea typeface="華康中特圓體"/>
              </a:rPr>
              <a:t>，</a:t>
            </a:r>
            <a:r>
              <a:rPr lang="zh-TW" altLang="zh-TW" dirty="0">
                <a:solidFill>
                  <a:schemeClr val="tx1"/>
                </a:solidFill>
                <a:ea typeface="華康中特圓體"/>
              </a:rPr>
              <a:t>咱著謳咾主上帝</a:t>
            </a:r>
            <a:r>
              <a:rPr lang="zh-TW" altLang="zh-TW" dirty="0" smtClean="0">
                <a:solidFill>
                  <a:schemeClr val="tx1"/>
                </a:solidFill>
                <a:ea typeface="華康中特圓體"/>
              </a:rPr>
              <a:t>，</a:t>
            </a:r>
            <a:endParaRPr lang="zh-TW" altLang="en-US" dirty="0" smtClean="0">
              <a:solidFill>
                <a:schemeClr val="tx1"/>
              </a:solidFill>
              <a:latin typeface="華康中特圓體" pitchFamily="49" charset="-120"/>
              <a:ea typeface="華康中特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著歡喜唱歌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著稱讚拯救咱的石磐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r>
              <a:rPr lang="zh-TW" altLang="zh-TW" dirty="0">
                <a:solidFill>
                  <a:schemeClr val="tx1"/>
                </a:solidFill>
                <a:ea typeface="華康中特圓體"/>
              </a:rPr>
              <a:t>萬國君王，主上帝，至尊至大</a:t>
            </a:r>
            <a:r>
              <a:rPr lang="zh-TW" altLang="zh-TW" dirty="0" smtClean="0">
                <a:solidFill>
                  <a:schemeClr val="tx1"/>
                </a:solidFill>
                <a:ea typeface="華康中特圓體"/>
              </a:rPr>
              <a:t>。</a:t>
            </a:r>
            <a:endParaRPr lang="en-US" altLang="zh-TW" dirty="0" smtClean="0">
              <a:solidFill>
                <a:schemeClr val="tx1"/>
              </a:solidFill>
              <a:latin typeface="華康中特圓體" pitchFamily="49" charset="-120"/>
              <a:ea typeface="華康中特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265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首（</a:t>
            </a:r>
            <a:r>
              <a:rPr lang="zh-TW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2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/2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/>
              </a:rPr>
              <a:t>）</a:t>
            </a:r>
          </a:p>
          <a:p>
            <a:endParaRPr lang="en-US" altLang="zh-TW" dirty="0" smtClean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22413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</Words>
  <Application>Microsoft Macintosh PowerPoint</Application>
  <PresentationFormat>如螢幕大小 (4:3)</PresentationFormat>
  <Paragraphs>10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ＭＡＣ</cp:lastModifiedBy>
  <cp:revision>4</cp:revision>
  <dcterms:created xsi:type="dcterms:W3CDTF">2012-09-28T14:40:19Z</dcterms:created>
  <dcterms:modified xsi:type="dcterms:W3CDTF">2014-03-15T05:12:31Z</dcterms:modified>
</cp:coreProperties>
</file>