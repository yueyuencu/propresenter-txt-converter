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280" r:id="rId2"/>
    <p:sldId id="5281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36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81642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咱對基督的恩典得著合一，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基督恩典聚集合一。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咱對基督的恩典得著合一，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基督恩典聚集合一，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07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4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zh-TW" altLang="zh-TW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4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4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219719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81642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獨一上帝，獨一的主，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仝一個信，仝一個疼，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對一個聖神，領受同一洗禮，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咱屬主子民結連一體。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07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4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4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4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460877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66</Words>
  <Application>Microsoft Macintosh PowerPoint</Application>
  <PresentationFormat>如螢幕大小 (16:9)</PresentationFormat>
  <Paragraphs>14</Paragraphs>
  <Slides>2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4697</cp:revision>
  <dcterms:created xsi:type="dcterms:W3CDTF">2009-02-27T08:32:01Z</dcterms:created>
  <dcterms:modified xsi:type="dcterms:W3CDTF">2022-06-11T09:34:23Z</dcterms:modified>
</cp:coreProperties>
</file>