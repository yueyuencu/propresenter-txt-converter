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365" r:id="rId2"/>
    <p:sldId id="26366" r:id="rId3"/>
    <p:sldId id="26367" r:id="rId4"/>
    <p:sldId id="26368" r:id="rId5"/>
    <p:sldId id="26369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2025/9/27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71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763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1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95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06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487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024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9427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158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503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732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930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8775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53987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741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1029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7058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咱人𫢶此世間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EF8678-C2AE-2A45-8562-FA0875402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7342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此世間，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永有煩惱艱難；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倚靠耶穌扶持、保護，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就得心肝平安。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6598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咱人𫢶此世間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DAF199A-D6DE-6844-88C1-797B60D39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7342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數念所疼親人，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免憂悶苦痛；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感謝天父逐位同在，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照顧暝日無閬。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6486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咱人𫢶此世間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3411072-AB4E-E048-B62C-23CDE534A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6" y="1257342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父母養飼的恩，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疼我實在殷勤；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今我此時大數念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求主顧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5585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咱人𫢶此世間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2C418CE1-0B2C-0C4A-BDA7-6E467B9D3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7342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懇求天父憐憫，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救我骨肉至親；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會得救主至大恩賜，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充滿聖神。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3597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咱人𫢶此世間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683568" y="1257342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FA4DA2E-DAE7-204E-A3B2-E008705B8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7342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雖然身軀相離，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心神親像相見；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懇求天父顧阮通家，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常常安慰扶持。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2649484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212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2025-09-27T12:53:14Z</dcterms:modified>
</cp:coreProperties>
</file>