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44" y="-11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22/10/29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74088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勇敢堅固信徒卡贏眾艱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苦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不論好歹境遇跟隨我救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雖有失望餒志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，反轉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愈有勇氣，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對起頭所欣慕向前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行天路。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0" y="339502"/>
            <a:ext cx="8459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726117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74088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抵著憂悶傷悲四面啲包圍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攪擾攏無採工，信仰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搖動；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雖然抵著對敵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，猶久靠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主能力，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益發堅心奮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鬪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向前行天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路。 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0" y="339502"/>
            <a:ext cx="8459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830383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74088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救主施恩保護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，得聖神幫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知行盡路程通承接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永生；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免驚四面風聲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，無互環境卡贏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 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日堅心奮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鬪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向前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行天路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0" y="339502"/>
            <a:ext cx="8459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6000" y="141758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45715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106</Words>
  <Application>Microsoft Macintosh PowerPoint</Application>
  <PresentationFormat>如螢幕大小 (16:9)</PresentationFormat>
  <Paragraphs>21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2022-10-29T09:22:16Z</dcterms:modified>
</cp:coreProperties>
</file>