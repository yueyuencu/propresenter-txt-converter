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288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56" y="-7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059582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恁攏免驚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，歡喜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唱歌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！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復活，哈利路亞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恁攏免驚，歡喜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唱歌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！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復活，哈利路亞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103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762219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35</Words>
  <Application>Microsoft Macintosh PowerPoint</Application>
  <PresentationFormat>如螢幕大小 (16:9)</PresentationFormat>
  <Paragraphs>7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2023-04-06T11:30:21Z</dcterms:modified>
</cp:coreProperties>
</file>