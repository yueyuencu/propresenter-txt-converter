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624" r:id="rId2"/>
    <p:sldId id="25625" r:id="rId3"/>
    <p:sldId id="25626" r:id="rId4"/>
    <p:sldId id="25627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2024/7/20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1888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90152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08901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760427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48101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048526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96443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875489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05026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166395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274616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882771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1920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1520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86848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2024/7/20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63477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耶穌真正死復活，哈利路亞！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天使世人傳開闊；哈利路亞！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感謝吟詩出大聲，哈利路亞！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謳咾救主大尊名。哈利路亞！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475961"/>
            <a:ext cx="52565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475960"/>
            <a:ext cx="5256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耶穌真正死復活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347614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975006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救世功勞今做成，哈利路亞！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對敵戰敗主刣贏；哈利路亞！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贖罪一擺就清楚，哈利路亞！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免閣受苦。哈利路亞！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475961"/>
            <a:ext cx="52565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475960"/>
            <a:ext cx="5256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耶穌真正死復活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347614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9555833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基督用死救靈魂，哈利路亞！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咱人靠祂免沈淪；哈利路亞！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救主攻破陰府門，哈利路亞！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替咱開路到樂園。哈利路亞！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475961"/>
            <a:ext cx="52565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475960"/>
            <a:ext cx="5256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耶穌真正死復活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347614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72465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副標題 6">
            <a:extLst>
              <a:ext uri="{FF2B5EF4-FFF2-40B4-BE49-F238E27FC236}">
                <a16:creationId xmlns:a16="http://schemas.microsoft.com/office/drawing/2014/main" id="{BF8C2E4E-2EEF-FB41-8B84-B0D4AC02F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53515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耶穌成做咱的頭，哈利路亞！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救主先去咱也到；哈利路亞！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同死、同活、同上天，哈利路亞！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榮光、尊貴萬萬年。哈利路亞！</a:t>
            </a:r>
          </a:p>
          <a:p>
            <a:pPr algn="r">
              <a:spcBef>
                <a:spcPts val="1800"/>
              </a:spcBef>
            </a:pP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104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4/4</a:t>
            </a:r>
            <a:r>
              <a:rPr lang="ja-JP" altLang="en-US" sz="3000" u="sng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）舊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123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475961"/>
            <a:ext cx="5256584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475960"/>
            <a:ext cx="52565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耶穌真正死復活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179512" y="1347614"/>
            <a:ext cx="10801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604780436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20650</TotalTime>
  <Words>199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4703</cp:revision>
  <dcterms:created xsi:type="dcterms:W3CDTF">2009-02-27T08:32:01Z</dcterms:created>
  <dcterms:modified xsi:type="dcterms:W3CDTF">2024-07-19T16:13:48Z</dcterms:modified>
</cp:coreProperties>
</file>