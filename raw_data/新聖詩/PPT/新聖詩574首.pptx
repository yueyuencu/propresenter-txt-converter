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24" r:id="rId2"/>
    <p:sldId id="25625" r:id="rId3"/>
    <p:sldId id="25626" r:id="rId4"/>
    <p:sldId id="25627" r:id="rId5"/>
    <p:sldId id="25628" r:id="rId6"/>
    <p:sldId id="25629" r:id="rId7"/>
    <p:sldId id="25630" r:id="rId8"/>
    <p:sldId id="25631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88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9869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086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5913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389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922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241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429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810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852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9644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8754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502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639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74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277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1920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1520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848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6347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艱難中也信靠主；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雖然我的信真淺，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信靠主就得恩典。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9750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時時刻刻信靠主，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日子快過著靠主；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無論啥事啲包圍，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信靠主就得恩惠。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EC072E-806F-F244-B8E8-B9537C7381F5}"/>
              </a:ext>
            </a:extLst>
          </p:cNvPr>
          <p:cNvSpPr txBox="1"/>
          <p:nvPr/>
        </p:nvSpPr>
        <p:spPr>
          <a:xfrm>
            <a:off x="755576" y="1916815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】 </a:t>
            </a:r>
            <a:endParaRPr kumimoji="1" lang="zh-TW" altLang="en-US" sz="30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07A804-1A68-B841-9815-D7971306AA42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3343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求主聖神顯出光，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照我罪人越倒轉；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受祢引導我穩當，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信靠主罪得解放。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5276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時時刻刻信靠主，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日子快過著靠主；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無論啥事啲包圍，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信靠主就得恩惠。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EC072E-806F-F244-B8E8-B9537C7381F5}"/>
              </a:ext>
            </a:extLst>
          </p:cNvPr>
          <p:cNvSpPr txBox="1"/>
          <p:nvPr/>
        </p:nvSpPr>
        <p:spPr>
          <a:xfrm>
            <a:off x="755576" y="1916815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】 </a:t>
            </a:r>
            <a:endParaRPr kumimoji="1" lang="zh-TW" altLang="en-US" sz="30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07A804-1A68-B841-9815-D7971306AA42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43777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路途平坦，著吟詩， 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路中驚惶，求叫祂；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抵著危險免搖泏，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信靠主就得引導。 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458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時時刻刻信靠主，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日子快過著靠主；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無論啥事啲包圍，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信靠主就得恩惠。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EC072E-806F-F244-B8E8-B9537C7381F5}"/>
              </a:ext>
            </a:extLst>
          </p:cNvPr>
          <p:cNvSpPr txBox="1"/>
          <p:nvPr/>
        </p:nvSpPr>
        <p:spPr>
          <a:xfrm>
            <a:off x="755576" y="1916815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】 </a:t>
            </a:r>
            <a:endParaRPr kumimoji="1" lang="zh-TW" altLang="en-US" sz="30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07A804-1A68-B841-9815-D7971306AA42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6287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盡一世人信靠主，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地雖廢無，也靠主；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到尾通入父的厝，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這是倚靠主恩賜。 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3214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835696" y="475961"/>
            <a:ext cx="482453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835696" y="464914"/>
            <a:ext cx="48245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暝日只有信靠主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時時刻刻信靠主，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日子快過著靠主；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無論啥事啲包圍，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信靠主就得恩惠。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574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474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5EC072E-806F-F244-B8E8-B9537C7381F5}"/>
              </a:ext>
            </a:extLst>
          </p:cNvPr>
          <p:cNvSpPr txBox="1"/>
          <p:nvPr/>
        </p:nvSpPr>
        <p:spPr>
          <a:xfrm>
            <a:off x="755576" y="1916815"/>
            <a:ext cx="20882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dirty="0"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dirty="0">
                <a:latin typeface="全宋體-2" pitchFamily="18" charset="-120"/>
                <a:ea typeface="全宋體-2" pitchFamily="18" charset="-120"/>
                <a:cs typeface="微軟正黑體"/>
              </a:rPr>
              <a:t>】 </a:t>
            </a:r>
            <a:endParaRPr kumimoji="1" lang="zh-TW" altLang="en-US" sz="3000" dirty="0"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07A804-1A68-B841-9815-D7971306AA42}"/>
              </a:ext>
            </a:extLst>
          </p:cNvPr>
          <p:cNvSpPr txBox="1"/>
          <p:nvPr/>
        </p:nvSpPr>
        <p:spPr>
          <a:xfrm>
            <a:off x="1115616" y="1358661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08164298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20645</TotalTime>
  <Words>373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4701</cp:revision>
  <dcterms:created xsi:type="dcterms:W3CDTF">2009-02-27T08:32:01Z</dcterms:created>
  <dcterms:modified xsi:type="dcterms:W3CDTF">2024-07-19T16:05:07Z</dcterms:modified>
</cp:coreProperties>
</file>