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597" r:id="rId2"/>
    <p:sldId id="25598" r:id="rId3"/>
    <p:sldId id="25599" r:id="rId4"/>
    <p:sldId id="25600" r:id="rId5"/>
    <p:sldId id="25601" r:id="rId6"/>
    <p:sldId id="25602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86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63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38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6348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75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425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191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529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9286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5549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579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184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56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005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640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2024/7/5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8830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2024/7/5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6161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我的信心若無定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我的信心若無定，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設使魔鬼啲欲贏，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4439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我的信心若無定</a:t>
            </a:r>
            <a:endParaRPr lang="zh-TW" altLang="en-US" sz="43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因為耶穌疼我到極，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B358340-0098-5443-8D91-B03212D31058}"/>
              </a:ext>
            </a:extLst>
          </p:cNvPr>
          <p:cNvSpPr txBox="1"/>
          <p:nvPr/>
        </p:nvSpPr>
        <p:spPr>
          <a:xfrm>
            <a:off x="107504" y="1544903"/>
            <a:ext cx="19821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</a:t>
            </a:r>
            <a:r>
              <a:rPr lang="zh-TW" altLang="en-US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歌</a:t>
            </a:r>
            <a:r>
              <a:rPr lang="en-US" altLang="zh-TW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7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4775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我的信心若無定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我的疼心若啲冷，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  <a:endParaRPr lang="en-US" altLang="zh-TW" sz="43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因為我心無堅定，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祂欲牽我手。 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0608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我的信心若無定</a:t>
            </a:r>
            <a:endParaRPr lang="zh-TW" altLang="en-US" sz="43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因為耶穌疼我到極，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B358340-0098-5443-8D91-B03212D31058}"/>
              </a:ext>
            </a:extLst>
          </p:cNvPr>
          <p:cNvSpPr txBox="1"/>
          <p:nvPr/>
        </p:nvSpPr>
        <p:spPr>
          <a:xfrm>
            <a:off x="107504" y="1544903"/>
            <a:ext cx="19821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</a:t>
            </a:r>
            <a:r>
              <a:rPr lang="zh-TW" altLang="en-US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歌</a:t>
            </a:r>
            <a:r>
              <a:rPr lang="en-US" altLang="zh-TW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7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2293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我的信心若無定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耶穌看我做寶貝，</a:t>
            </a:r>
            <a:endParaRPr lang="en-US" altLang="zh-TW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  <a:endParaRPr lang="en-US" altLang="zh-TW" sz="44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祂欲導我到路尾，</a:t>
            </a:r>
            <a:endParaRPr lang="en-US" altLang="zh-TW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6576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我的信心若無定</a:t>
            </a:r>
            <a:endParaRPr lang="zh-TW" altLang="en-US" sz="43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19622"/>
            <a:ext cx="9144000" cy="3456384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因為耶穌疼我到極，</a:t>
            </a:r>
            <a:endParaRPr lang="en-US" altLang="zh-TW" sz="43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祂欲牽我手。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573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CN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461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916713"/>
            <a:ext cx="1224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B358340-0098-5443-8D91-B03212D31058}"/>
              </a:ext>
            </a:extLst>
          </p:cNvPr>
          <p:cNvSpPr txBox="1"/>
          <p:nvPr/>
        </p:nvSpPr>
        <p:spPr>
          <a:xfrm>
            <a:off x="107504" y="1544903"/>
            <a:ext cx="19821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CN" altLang="en-US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</a:t>
            </a:r>
            <a:r>
              <a:rPr lang="zh-TW" altLang="en-US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歌</a:t>
            </a:r>
            <a:r>
              <a:rPr lang="en-US" altLang="zh-TW" sz="2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27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98528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269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2024-07-05T14:52:24Z</dcterms:modified>
</cp:coreProperties>
</file>