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5276" r:id="rId2"/>
    <p:sldId id="5277" r:id="rId3"/>
    <p:sldId id="5278" r:id="rId4"/>
    <p:sldId id="5279" r:id="rId5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216" y="-7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interSettings" Target="printerSettings/printerSettings1.bin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16/6/12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16/6/12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16/6/12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16/6/12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16/6/12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16/6/12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16/6/12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16/6/12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16/6/12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16/6/12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16/6/12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16/6/12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16/6/12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替我拍破石磐身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，互我匿佇祢內面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；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祢受鎗鑿脅下開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，孔嘴流出血及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水；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兩項功效我攏愛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，赦罪洗心除歹代。</a:t>
            </a:r>
            <a:endParaRPr lang="en-US" altLang="zh-TW" dirty="0" smtClean="0">
              <a:solidFill>
                <a:srgbClr val="000000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（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18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9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413138065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2.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我雖然盡力著磨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，也</a:t>
            </a:r>
            <a:r>
              <a:rPr lang="en-US" altLang="zh-TW" b="1" dirty="0" smtClean="0">
                <a:solidFill>
                  <a:schemeClr val="tx1"/>
                </a:solidFill>
                <a:latin typeface="EUDC" pitchFamily="49" charset="-120"/>
                <a:ea typeface="EUDC" pitchFamily="49" charset="-120"/>
              </a:rPr>
              <a:t>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守法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到一半；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雖是殷勤無厭懶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，目屎常流心</a:t>
            </a:r>
            <a:r>
              <a:rPr lang="en-US" altLang="zh-TW" b="1" dirty="0" smtClean="0">
                <a:solidFill>
                  <a:srgbClr val="0000CC"/>
                </a:solidFill>
                <a:latin typeface="EUDC" pitchFamily="49" charset="-120"/>
                <a:ea typeface="EUDC" pitchFamily="49" charset="-120"/>
              </a:rPr>
              <a:t>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安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；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靠這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攏</a:t>
            </a:r>
            <a:r>
              <a:rPr lang="en-US" altLang="zh-TW" b="1" dirty="0" smtClean="0">
                <a:solidFill>
                  <a:schemeClr val="tx1"/>
                </a:solidFill>
                <a:latin typeface="EUDC" pitchFamily="49" charset="-120"/>
                <a:ea typeface="EUDC" pitchFamily="49" charset="-120"/>
              </a:rPr>
              <a:t>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贖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我罪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，只有救主耶穌會。</a:t>
            </a:r>
            <a:endParaRPr lang="en-US" altLang="zh-TW" dirty="0" smtClean="0">
              <a:solidFill>
                <a:srgbClr val="000000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18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9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23728797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3.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我今空手來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就近 十字架下求施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恩；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赤體望祢賜衣裳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，軟弱望祢肯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培養；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污穢來到活泉邊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，求祢洗我攏清氣。</a:t>
            </a:r>
            <a:endParaRPr lang="en-US" altLang="zh-TW" dirty="0" smtClean="0">
              <a:solidFill>
                <a:srgbClr val="000000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18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9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92803035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4.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或是世上啲渡活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，抑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是臨終目合倚， 　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末日靈魂離地面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，看祢坐位判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萬民。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替我拍破石磐身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，互我匿佇祢內面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。阿們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00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18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9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1480586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20630</TotalTime>
  <Words>109</Words>
  <Application>Microsoft Macintosh PowerPoint</Application>
  <PresentationFormat>如螢幕大小 (4:3)</PresentationFormat>
  <Paragraphs>20</Paragraphs>
  <Slides>4</Slides>
  <Notes>4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5" baseType="lpstr">
      <vt:lpstr>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4695</cp:revision>
  <dcterms:created xsi:type="dcterms:W3CDTF">2009-02-27T08:32:01Z</dcterms:created>
  <dcterms:modified xsi:type="dcterms:W3CDTF">2016-06-11T16:15:50Z</dcterms:modified>
</cp:coreProperties>
</file>