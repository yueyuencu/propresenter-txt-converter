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88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佇主內無分東西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，佇主內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無分南北，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直直透到全世界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，攏契合做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大家族。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四海一家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475675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佇主內真誠心肝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，咱大家相疼相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親，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用主模樣做金帶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，來團結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萬族萬民。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四海一家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95635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同信仰無分宗族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，咱大家來相牽手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主子兒無分邦國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，攏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實在是我親友。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四海一家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573844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佇耶穌基督的家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，對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東西南北攏來，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大家屬主成一體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，直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直通到全世界。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四海一家。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0024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126</Words>
  <Application>Microsoft Macintosh PowerPoint</Application>
  <PresentationFormat>如螢幕大小 (4:3)</PresentationFormat>
  <Paragraphs>20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2020-08-29T14:49:39Z</dcterms:modified>
</cp:coreProperties>
</file>