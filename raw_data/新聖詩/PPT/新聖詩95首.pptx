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365" r:id="rId2"/>
    <p:sldId id="26366" r:id="rId3"/>
    <p:sldId id="26367" r:id="rId4"/>
    <p:sldId id="2636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12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998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25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412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48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43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616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766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131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51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2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6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552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978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196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9459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我心仰望十字寶架，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榮耀的主替我受罪；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我前欣慕世上榮華，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今願為主攏總放息。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我心仰望十字寶架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647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我心仰望十字寶架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AC714F8-8A07-8746-B2C0-CB1735932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9459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互我莫得誇口一切，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只有誇口我主十架；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世間所有空虛福氣，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為主寶血情願放離。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456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我心仰望十字寶架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727DD5F-3277-EC4C-8841-2272F3D79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9459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來看救主頭殼、腳手 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流出寶血，慈愛、憂愁；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這樣疼痛自古未有，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莿帕變成榮耀冕旒。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3102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我心仰望十字寶架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DF4D4D0-5172-8E40-B924-3BF6900D7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94596"/>
            <a:ext cx="9114119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設使得著寶玉黃金，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全獻互主也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到盡；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主疼世人長、闊、高、深，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我欲報答，全獻我心。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8336123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196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2024-12-14T00:29:48Z</dcterms:modified>
</cp:coreProperties>
</file>