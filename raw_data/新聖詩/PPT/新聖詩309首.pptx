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001" r:id="rId2"/>
    <p:sldId id="25002" r:id="rId3"/>
    <p:sldId id="25003" r:id="rId4"/>
    <p:sldId id="25004" r:id="rId5"/>
    <p:sldId id="25005" r:id="rId6"/>
    <p:sldId id="25006" r:id="rId7"/>
    <p:sldId id="25007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78" autoAdjust="0"/>
    <p:restoredTop sz="92264" autoAdjust="0"/>
  </p:normalViewPr>
  <p:slideViewPr>
    <p:cSldViewPr>
      <p:cViewPr varScale="1">
        <p:scale>
          <a:sx n="129" d="100"/>
          <a:sy n="129" d="100"/>
        </p:scale>
        <p:origin x="1032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88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851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48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009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5244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646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804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9815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1227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85835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7158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408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4685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9171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62127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3874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8785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6020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650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05" y="65018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謳咾權能上主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副標題 6">
            <a:extLst>
              <a:ext uri="{FF2B5EF4-FFF2-40B4-BE49-F238E27FC236}">
                <a16:creationId xmlns:a16="http://schemas.microsoft.com/office/drawing/2014/main" id="{FC6440AD-52E8-2643-B392-1C263014D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謳咾權能上主，拆除驚惶圍牆，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聚集同信成做一家，無論遠近密疏。</a:t>
            </a: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謳咾基督，十架互咱和睦。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2151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05" y="65018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謳咾權能上主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B4463D10-FCDB-E74A-8E23-64B766A6C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謳咾不變真理，心靈鎖鍊拍開，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安慰驚惶憂傷心志，偏見盲目除離。</a:t>
            </a:r>
            <a:endParaRPr lang="zh-TW" altLang="en-US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謳咾基督，十架互咱和睦。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07480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05" y="65018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謳咾權能上主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8A7413E-B2BD-904E-B2A3-28899CA14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2982" y="1563638"/>
            <a:ext cx="9114119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謳咾至深仁愛，普及萬邦萬代，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男女貧富種族無分，地位高低無論。</a:t>
            </a: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謳咾基督，十架互咱和睦。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55334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05" y="65018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謳咾權能上主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D253E4C-3544-454C-BFF7-8F1D0F92B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謳咾信仰的話，宣告咱屬上帝，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活活聖殿基督地基，厝角頭石是祂。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謳咾基督，十架互咱和睦。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2573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05" y="65018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謳咾權能上主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4B6C0EAC-1D71-A145-B613-72CE1BD51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謳咾上主大恩，親像波浪滾滾，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世界和平做咱異象，無閣戰爭死傷。</a:t>
            </a: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謳咾基督，十架互咱和睦。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3263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05" y="65018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謳咾權能上主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430BA45D-481D-2541-AAA5-E96126B2B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謳咾權能真理仁愛真道無離，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頌讚源頭施恩賜福，謳咾受釘基督。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謳咾基督，十架互咱和睦。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9097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05" y="65018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7.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謳咾權能上主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CE65BB29-9D72-E74D-ACA0-653823354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謳咾永活上主，吟出響亮詩句，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福音傳報到佇逐國，互人心神喜樂。</a:t>
            </a:r>
          </a:p>
          <a:p>
            <a:pPr>
              <a:spcBef>
                <a:spcPts val="120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謳咾基督，十架互咱和睦。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85389778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378</Words>
  <Application>Microsoft Macintosh PowerPoint</Application>
  <PresentationFormat>如螢幕大小 (16:9)</PresentationFormat>
  <Paragraphs>49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全宋體-2</vt:lpstr>
      <vt:lpstr>微軟正黑體</vt:lpstr>
      <vt:lpstr>新細明體</vt:lpstr>
      <vt:lpstr>Arial</vt:lpstr>
      <vt:lpstr>Calibri</vt:lpstr>
      <vt:lpstr>5_Office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4694</cp:revision>
  <dcterms:created xsi:type="dcterms:W3CDTF">2009-02-27T08:32:01Z</dcterms:created>
  <dcterms:modified xsi:type="dcterms:W3CDTF">2025-01-11T11:37:53Z</dcterms:modified>
</cp:coreProperties>
</file>