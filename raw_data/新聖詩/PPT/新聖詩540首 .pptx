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5" r:id="rId2"/>
    <p:sldId id="5276" r:id="rId3"/>
    <p:sldId id="5277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176" y="-8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20/1/10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20/1/10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20/1/10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20/1/10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20/1/10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20/1/10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20/1/10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20/1/10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20/1/10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20/1/10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20/1/10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20/1/10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20/1/10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sz="3600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主啲叫咱人做真光的燈，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像親一枝燭火暝時照光明，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此世間有烏暗，多多人著躅，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咱著照伊光，一人一角。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415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794353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主啲叫咱人歸榮光互祂，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咱的光若無明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，</a:t>
            </a:r>
            <a:r>
              <a:rPr lang="en-US" altLang="zh-TW" sz="3600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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互</a:t>
            </a:r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祂歡喜，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祂俯落看世間，暗親像烏墨，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咱著照伊光，一人一角。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415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7806168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主啲叫咱</a:t>
            </a:r>
            <a:r>
              <a:rPr lang="zh-TW" altLang="en-US" sz="3600" dirty="0" smtClean="0">
                <a:solidFill>
                  <a:srgbClr val="000000"/>
                </a:solidFill>
                <a:ea typeface="華康中圓體"/>
              </a:rPr>
              <a:t>人  逐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位做光燈，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人有罪惡、憂悶，多多心無明，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 看世間真烏暗，若親像烏墨，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咱著照伊光，一人一角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zh-TW" altLang="en-US" sz="3600" dirty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3/3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415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5738085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20641</TotalTime>
  <Words>109</Words>
  <Application>Microsoft Macintosh PowerPoint</Application>
  <PresentationFormat>如螢幕大小 (4:3)</PresentationFormat>
  <Paragraphs>18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4707</cp:revision>
  <dcterms:created xsi:type="dcterms:W3CDTF">2009-02-27T08:32:01Z</dcterms:created>
  <dcterms:modified xsi:type="dcterms:W3CDTF">2020-01-10T15:10:11Z</dcterms:modified>
</cp:coreProperties>
</file>