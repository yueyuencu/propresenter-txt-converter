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6197" r:id="rId2"/>
    <p:sldId id="26198" r:id="rId3"/>
    <p:sldId id="26199" r:id="rId4"/>
    <p:sldId id="26200" r:id="rId5"/>
    <p:sldId id="26201" r:id="rId6"/>
    <p:sldId id="26202" r:id="rId7"/>
    <p:sldId id="26203" r:id="rId8"/>
    <p:sldId id="26204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559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648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93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839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474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314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798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3857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56670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47548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60362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1559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0528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4841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56256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72303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5172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279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0252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2125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上帝疼痛哪會赫大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10081320-7C99-3742-840A-80F373022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433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上帝疼痛哪會赫大，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歡喜施落互我！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揀我卑微小可的人，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互我及祂近倚。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6050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上帝疼痛哪會赫大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5D5D4BC-FE33-4C48-9DAC-CAF7AD823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433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因為我知所信的救主，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若深信倚靠，會得祂保守，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會保守所交託祂的，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會保守直到彼日。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2C79916-5F6A-4843-A7DA-1AFF169148F2}"/>
              </a:ext>
            </a:extLst>
          </p:cNvPr>
          <p:cNvSpPr txBox="1"/>
          <p:nvPr/>
        </p:nvSpPr>
        <p:spPr>
          <a:xfrm>
            <a:off x="-1583" y="1913118"/>
            <a:ext cx="154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11510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上帝疼痛哪會赫大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B50C817-1F52-544C-9F80-DCAEA458D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433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耶穌恩典哪會赫深，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充滿佇我心內！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因為對信聖經福音，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心會平安自在。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7580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上帝疼痛哪會赫大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5D5D4BC-FE33-4C48-9DAC-CAF7AD823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433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因為我知所信的救主，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若深信倚靠，會得祂保守，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會保守所交託祂的，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會保守直到彼日。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2C79916-5F6A-4843-A7DA-1AFF169148F2}"/>
              </a:ext>
            </a:extLst>
          </p:cNvPr>
          <p:cNvSpPr txBox="1"/>
          <p:nvPr/>
        </p:nvSpPr>
        <p:spPr>
          <a:xfrm>
            <a:off x="-1583" y="1913118"/>
            <a:ext cx="154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8076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上帝疼痛哪會赫大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1C518775-6336-2343-A7D2-3AD1DCB83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615" y="1275433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聖神感動哪會赫闊，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互我深知過失；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承受福音心受感化，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性命換新、正直。 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8411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上帝疼痛哪會赫大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5D5D4BC-FE33-4C48-9DAC-CAF7AD823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433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因為我知所信的救主，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若深信倚靠，會得祂保守，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會保守所交託祂的，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會保守直到彼日。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2C79916-5F6A-4843-A7DA-1AFF169148F2}"/>
              </a:ext>
            </a:extLst>
          </p:cNvPr>
          <p:cNvSpPr txBox="1"/>
          <p:nvPr/>
        </p:nvSpPr>
        <p:spPr>
          <a:xfrm>
            <a:off x="-1583" y="1913118"/>
            <a:ext cx="154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74251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上帝疼痛哪會赫大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3798FF9C-984D-E540-B5AC-48AC7E1AC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433"/>
            <a:ext cx="9114119" cy="388843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父子聖神，三位一體，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至聖至高至大；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尊貴、榮光永遠無替，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謳咾祂名無息。   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35203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15616" y="339502"/>
            <a:ext cx="626469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27543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15616" y="314583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上帝疼痛哪會赫大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5D5D4BC-FE33-4C48-9DAC-CAF7AD823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433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因為我知所信的救主，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若深信倚靠，會得祂保守，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會保守所交託祂的，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會保守直到彼日。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2C79916-5F6A-4843-A7DA-1AFF169148F2}"/>
              </a:ext>
            </a:extLst>
          </p:cNvPr>
          <p:cNvSpPr txBox="1"/>
          <p:nvPr/>
        </p:nvSpPr>
        <p:spPr>
          <a:xfrm>
            <a:off x="-1583" y="1913118"/>
            <a:ext cx="1547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kumimoji="1" lang="zh-TW" altLang="en-US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kumimoji="1" lang="en-US" altLang="zh-TW" sz="2800" b="1" dirty="0"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2800" b="1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6661479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409</Words>
  <Application>Microsoft Macintosh PowerPoint</Application>
  <PresentationFormat>如螢幕大小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2024-11-09T03:59:21Z</dcterms:modified>
</cp:coreProperties>
</file>