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5277" r:id="rId2"/>
    <p:sldId id="5278" r:id="rId3"/>
    <p:sldId id="5279" r:id="rId4"/>
    <p:sldId id="5280" r:id="rId5"/>
    <p:sldId id="5281" r:id="rId6"/>
  </p:sldIdLst>
  <p:sldSz cx="9144000" cy="6858000" type="screen4x3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00" autoAdjust="0"/>
    <p:restoredTop sz="92266" autoAdjust="0"/>
  </p:normalViewPr>
  <p:slideViewPr>
    <p:cSldViewPr>
      <p:cViewPr>
        <p:scale>
          <a:sx n="60" d="100"/>
          <a:sy n="60" d="100"/>
        </p:scale>
        <p:origin x="-1544" y="-4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interSettings" Target="printerSettings/printerSettings1.bin"/><Relationship Id="rId9" Type="http://schemas.openxmlformats.org/officeDocument/2006/relationships/presProps" Target="presProps.xml"/><Relationship Id="rId1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15/9/5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 smtClean="0"/>
              <a:t>按一下以編輯母片文字樣式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  <a:endParaRPr lang="zh-TW" altLang="en-US" noProof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1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3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4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5</a:t>
            </a:fld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/>
              <a:pPr>
                <a:defRPr/>
              </a:pPr>
              <a:t>15/9/5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/>
              <a:pPr>
                <a:defRPr/>
              </a:pPr>
              <a:t>15/9/5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/>
              <a:pPr>
                <a:defRPr/>
              </a:pPr>
              <a:t>15/9/5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/>
              <a:pPr>
                <a:defRPr/>
              </a:pPr>
              <a:t>15/9/5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/>
              <a:pPr>
                <a:defRPr/>
              </a:pPr>
              <a:t>15/9/5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/>
              <a:pPr>
                <a:defRPr/>
              </a:pPr>
              <a:t>15/9/5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/>
              <a:pPr>
                <a:defRPr/>
              </a:pPr>
              <a:t>15/9/5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/>
              <a:pPr>
                <a:defRPr/>
              </a:pPr>
              <a:t>15/9/5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/>
              <a:pPr>
                <a:defRPr/>
              </a:pPr>
              <a:t>15/9/5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/>
              <a:pPr>
                <a:defRPr/>
              </a:pPr>
              <a:t>15/9/5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/>
              <a:pPr>
                <a:defRPr/>
              </a:pPr>
              <a:t>15/9/5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/>
              <a:pPr>
                <a:defRPr/>
              </a:pPr>
              <a:t>15/9/5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852936"/>
            <a:ext cx="9114119" cy="3672408"/>
          </a:xfrm>
        </p:spPr>
        <p:txBody>
          <a:bodyPr/>
          <a:lstStyle/>
          <a:p>
            <a:r>
              <a:rPr lang="en-US" altLang="zh-TW" dirty="0">
                <a:solidFill>
                  <a:srgbClr val="000000"/>
                </a:solidFill>
                <a:latin typeface="華康中圓體"/>
                <a:ea typeface="華康中圓體"/>
              </a:rPr>
              <a:t>1</a:t>
            </a:r>
            <a:r>
              <a:rPr lang="en-US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.</a:t>
            </a:r>
            <a:r>
              <a:rPr lang="zh-TW" altLang="zh-TW" dirty="0">
                <a:solidFill>
                  <a:srgbClr val="000000"/>
                </a:solidFill>
                <a:latin typeface="華康中圓體"/>
                <a:ea typeface="華康中圓體"/>
              </a:rPr>
              <a:t>上帝使者有多多面貌，</a:t>
            </a:r>
          </a:p>
          <a:p>
            <a:r>
              <a:rPr lang="en-US" altLang="zh-TW" b="1" dirty="0" smtClean="0">
                <a:solidFill>
                  <a:srgbClr val="0000CC"/>
                </a:solidFill>
                <a:latin typeface="EUDC" pitchFamily="49" charset="-120"/>
                <a:ea typeface="EUDC" pitchFamily="49" charset="-120"/>
              </a:rPr>
              <a:t></a:t>
            </a:r>
            <a:r>
              <a:rPr lang="zh-TW" altLang="zh-TW" dirty="0" smtClean="0">
                <a:solidFill>
                  <a:srgbClr val="0000CC"/>
                </a:solidFill>
                <a:latin typeface="華康中圓體"/>
                <a:ea typeface="華康中圓體"/>
              </a:rPr>
              <a:t>免</a:t>
            </a:r>
            <a:r>
              <a:rPr lang="zh-TW" altLang="zh-TW" dirty="0">
                <a:solidFill>
                  <a:srgbClr val="0000CC"/>
                </a:solidFill>
                <a:latin typeface="華康中圓體"/>
                <a:ea typeface="華康中圓體"/>
              </a:rPr>
              <a:t>搋翼，無需要飛高；</a:t>
            </a:r>
          </a:p>
          <a:p>
            <a:r>
              <a:rPr lang="zh-TW" altLang="zh-TW" dirty="0">
                <a:solidFill>
                  <a:srgbClr val="000000"/>
                </a:solidFill>
                <a:latin typeface="華康中圓體"/>
                <a:ea typeface="華康中圓體"/>
              </a:rPr>
              <a:t>心目若開，就會看明：</a:t>
            </a:r>
          </a:p>
          <a:p>
            <a:r>
              <a:rPr lang="zh-TW" altLang="zh-TW" dirty="0">
                <a:solidFill>
                  <a:srgbClr val="0000CC"/>
                </a:solidFill>
                <a:latin typeface="華康中圓體"/>
                <a:ea typeface="華康中圓體"/>
              </a:rPr>
              <a:t>身邊同行，助咱無停。</a:t>
            </a: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4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75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</a:t>
            </a:r>
            <a:r>
              <a:rPr lang="zh-TW" altLang="en-US" u="sng" dirty="0">
                <a:solidFill>
                  <a:srgbClr val="000000"/>
                </a:solidFill>
                <a:latin typeface="華康中圓體"/>
                <a:ea typeface="華康中圓體"/>
              </a:rPr>
              <a:t>（</a:t>
            </a:r>
            <a:r>
              <a:rPr lang="en-US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1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/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5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）舊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48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296221157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852936"/>
            <a:ext cx="9114119" cy="3672408"/>
          </a:xfrm>
        </p:spPr>
        <p:txBody>
          <a:bodyPr/>
          <a:lstStyle/>
          <a:p>
            <a:r>
              <a:rPr lang="zh-TW" altLang="zh-TW" dirty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en-US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.</a:t>
            </a:r>
            <a:r>
              <a:rPr lang="zh-TW" altLang="zh-TW" dirty="0">
                <a:solidFill>
                  <a:srgbClr val="000000"/>
                </a:solidFill>
                <a:ea typeface="華康中圓體"/>
              </a:rPr>
              <a:t>上帝使者有多多面貌，</a:t>
            </a:r>
          </a:p>
          <a:p>
            <a:r>
              <a:rPr lang="zh-TW" altLang="zh-TW" dirty="0">
                <a:solidFill>
                  <a:srgbClr val="0000CC"/>
                </a:solidFill>
                <a:ea typeface="華康中圓體"/>
              </a:rPr>
              <a:t>有時化作老母的雙手，</a:t>
            </a:r>
          </a:p>
          <a:p>
            <a:r>
              <a:rPr lang="zh-TW" altLang="zh-TW" dirty="0">
                <a:solidFill>
                  <a:srgbClr val="000000"/>
                </a:solidFill>
                <a:ea typeface="華康中圓體"/>
              </a:rPr>
              <a:t>艱難時陣，牽咱來行，</a:t>
            </a:r>
          </a:p>
          <a:p>
            <a:r>
              <a:rPr lang="zh-TW" altLang="zh-TW" dirty="0">
                <a:solidFill>
                  <a:srgbClr val="0000CC"/>
                </a:solidFill>
                <a:ea typeface="華康中圓體"/>
              </a:rPr>
              <a:t>顯明慈悲、除去憂愁。</a:t>
            </a: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4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75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首（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/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5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）舊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48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376759388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852936"/>
            <a:ext cx="9114119" cy="3672408"/>
          </a:xfrm>
        </p:spPr>
        <p:txBody>
          <a:bodyPr/>
          <a:lstStyle/>
          <a:p>
            <a:r>
              <a:rPr lang="zh-TW" altLang="zh-TW" dirty="0">
                <a:solidFill>
                  <a:srgbClr val="000000"/>
                </a:solidFill>
                <a:latin typeface="華康中圓體"/>
                <a:ea typeface="華康中圓體"/>
              </a:rPr>
              <a:t>3</a:t>
            </a:r>
            <a:r>
              <a:rPr lang="en-US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.</a:t>
            </a:r>
            <a:r>
              <a:rPr lang="zh-TW" altLang="zh-TW" dirty="0">
                <a:solidFill>
                  <a:srgbClr val="000000"/>
                </a:solidFill>
                <a:ea typeface="華康中圓體"/>
              </a:rPr>
              <a:t>上帝使者有多多面貌，</a:t>
            </a:r>
          </a:p>
          <a:p>
            <a:r>
              <a:rPr lang="zh-TW" altLang="zh-TW" dirty="0">
                <a:solidFill>
                  <a:srgbClr val="0000CC"/>
                </a:solidFill>
                <a:ea typeface="華康中圓體"/>
              </a:rPr>
              <a:t>化作風雨不斷啲試煉； </a:t>
            </a:r>
          </a:p>
          <a:p>
            <a:r>
              <a:rPr lang="zh-TW" altLang="zh-TW" dirty="0">
                <a:solidFill>
                  <a:srgbClr val="000000"/>
                </a:solidFill>
                <a:ea typeface="華康中圓體"/>
              </a:rPr>
              <a:t>直到自專成做順服，</a:t>
            </a:r>
          </a:p>
          <a:p>
            <a:r>
              <a:rPr lang="zh-TW" altLang="zh-TW" dirty="0">
                <a:solidFill>
                  <a:srgbClr val="0000CC"/>
                </a:solidFill>
                <a:ea typeface="華康中圓體"/>
              </a:rPr>
              <a:t>雨過天青，識主愈深</a:t>
            </a:r>
            <a:r>
              <a:rPr lang="zh-TW" altLang="zh-TW" dirty="0" smtClean="0">
                <a:solidFill>
                  <a:srgbClr val="0000CC"/>
                </a:solidFill>
                <a:ea typeface="華康中圓體"/>
              </a:rPr>
              <a:t>。</a:t>
            </a:r>
            <a:endParaRPr lang="en-US" altLang="zh-TW" dirty="0" smtClean="0">
              <a:solidFill>
                <a:srgbClr val="0000CC"/>
              </a:solidFill>
              <a:ea typeface="華康中圓體"/>
            </a:endParaRP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4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75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首（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3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/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5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）舊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48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114656600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852936"/>
            <a:ext cx="9114119" cy="3672408"/>
          </a:xfrm>
        </p:spPr>
        <p:txBody>
          <a:bodyPr/>
          <a:lstStyle/>
          <a:p>
            <a:r>
              <a:rPr lang="zh-TW" altLang="zh-TW" dirty="0">
                <a:solidFill>
                  <a:srgbClr val="000000"/>
                </a:solidFill>
                <a:latin typeface="華康中圓體"/>
                <a:ea typeface="華康中圓體"/>
              </a:rPr>
              <a:t>4</a:t>
            </a:r>
            <a:r>
              <a:rPr lang="en-US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.</a:t>
            </a:r>
            <a:r>
              <a:rPr lang="zh-TW" altLang="zh-TW" dirty="0">
                <a:solidFill>
                  <a:srgbClr val="000000"/>
                </a:solidFill>
                <a:ea typeface="華康中圓體"/>
              </a:rPr>
              <a:t>上帝使者有多多面貌，</a:t>
            </a:r>
          </a:p>
          <a:p>
            <a:r>
              <a:rPr lang="zh-TW" altLang="zh-TW" dirty="0">
                <a:solidFill>
                  <a:srgbClr val="0000CC"/>
                </a:solidFill>
                <a:ea typeface="華康中圓體"/>
              </a:rPr>
              <a:t>有時喊喝來報揚真理，</a:t>
            </a:r>
          </a:p>
          <a:p>
            <a:r>
              <a:rPr lang="zh-TW" altLang="zh-TW" dirty="0">
                <a:solidFill>
                  <a:srgbClr val="000000"/>
                </a:solidFill>
                <a:ea typeface="華康中圓體"/>
              </a:rPr>
              <a:t>有時輕聲溫柔安慰，</a:t>
            </a:r>
          </a:p>
          <a:p>
            <a:r>
              <a:rPr lang="zh-TW" altLang="zh-TW" dirty="0">
                <a:solidFill>
                  <a:srgbClr val="0000CC"/>
                </a:solidFill>
                <a:ea typeface="華康中圓體"/>
              </a:rPr>
              <a:t>解開心結，拆去牆圍</a:t>
            </a:r>
            <a:r>
              <a:rPr lang="zh-TW" altLang="zh-TW" dirty="0" smtClean="0">
                <a:solidFill>
                  <a:srgbClr val="0000CC"/>
                </a:solidFill>
                <a:ea typeface="華康中圓體"/>
              </a:rPr>
              <a:t>。</a:t>
            </a:r>
            <a:endParaRPr lang="en-US" altLang="zh-TW" dirty="0" smtClean="0">
              <a:solidFill>
                <a:srgbClr val="0000CC"/>
              </a:solidFill>
              <a:ea typeface="華康中圓體"/>
            </a:endParaRP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4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75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首（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4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/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5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）舊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48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425258418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852936"/>
            <a:ext cx="9114119" cy="3672408"/>
          </a:xfrm>
        </p:spPr>
        <p:txBody>
          <a:bodyPr/>
          <a:lstStyle/>
          <a:p>
            <a:r>
              <a:rPr lang="zh-TW" altLang="zh-TW" dirty="0">
                <a:solidFill>
                  <a:srgbClr val="000000"/>
                </a:solidFill>
                <a:latin typeface="華康中圓體"/>
                <a:ea typeface="華康中圓體"/>
              </a:rPr>
              <a:t>5</a:t>
            </a:r>
            <a:r>
              <a:rPr lang="en-US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.</a:t>
            </a:r>
            <a:r>
              <a:rPr lang="zh-TW" altLang="zh-TW" dirty="0">
                <a:solidFill>
                  <a:srgbClr val="000000"/>
                </a:solidFill>
                <a:ea typeface="華康中圓體"/>
              </a:rPr>
              <a:t>咱的召命是成做使者，</a:t>
            </a:r>
          </a:p>
          <a:p>
            <a:r>
              <a:rPr lang="zh-TW" altLang="zh-TW" dirty="0">
                <a:solidFill>
                  <a:srgbClr val="0000CC"/>
                </a:solidFill>
                <a:ea typeface="華康中圓體"/>
              </a:rPr>
              <a:t>耶穌基督通過咱來疼，</a:t>
            </a:r>
          </a:p>
          <a:p>
            <a:r>
              <a:rPr lang="zh-TW" altLang="zh-TW" dirty="0">
                <a:solidFill>
                  <a:srgbClr val="000000"/>
                </a:solidFill>
                <a:ea typeface="華康中圓體"/>
              </a:rPr>
              <a:t>公義的水咱汲來沃，</a:t>
            </a:r>
          </a:p>
          <a:p>
            <a:r>
              <a:rPr lang="zh-TW" altLang="zh-TW" dirty="0">
                <a:solidFill>
                  <a:srgbClr val="0000CC"/>
                </a:solidFill>
                <a:ea typeface="華康中圓體"/>
              </a:rPr>
              <a:t>和平花蕊開遍山坪。</a:t>
            </a: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4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75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首（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5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/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5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）舊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48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192908940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20629</TotalTime>
  <Words>160</Words>
  <Application>Microsoft Macintosh PowerPoint</Application>
  <PresentationFormat>如螢幕大小 (4:3)</PresentationFormat>
  <Paragraphs>30</Paragraphs>
  <Slides>5</Slides>
  <Notes>5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6" baseType="lpstr">
      <vt:lpstr>Office 佈景主題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ＭＡＣ</cp:lastModifiedBy>
  <cp:revision>4692</cp:revision>
  <dcterms:created xsi:type="dcterms:W3CDTF">2009-02-27T08:32:01Z</dcterms:created>
  <dcterms:modified xsi:type="dcterms:W3CDTF">2015-09-05T15:08:04Z</dcterms:modified>
</cp:coreProperties>
</file>