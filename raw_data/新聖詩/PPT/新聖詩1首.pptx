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595" r:id="rId2"/>
    <p:sldId id="25596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2025/9/6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449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712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01376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583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406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042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4825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3471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955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76421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120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012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5028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0B52499-1097-6B41-844F-B1FBD69DA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15094"/>
            <a:ext cx="9114119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聖哉，聖哉，聖哉，至聖大主宰，</a:t>
            </a: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聖哉，聖哉，聖哉，獨一聖主宰。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上主</a:t>
            </a:r>
            <a:r>
              <a:rPr lang="zh-TW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是受造，祂無始無終，</a:t>
            </a: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永遠掌權治理，至高受尊崇！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0478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EE321BC-06CB-324F-B87B-88177208A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15094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聖哉，聖哉，聖哉，至聖大主宰，</a:t>
            </a: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聖哉，聖哉，聖哉，獨一聖主宰。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全能、奇妙、疼痛，受敬畏、服事，</a:t>
            </a:r>
          </a:p>
          <a:p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聖哉，聖哉，聖哉，至聖大主宰！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5812546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133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2025-09-06T00:23:58Z</dcterms:modified>
</cp:coreProperties>
</file>