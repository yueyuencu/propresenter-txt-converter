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3" r:id="rId3"/>
    <p:sldId id="5276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72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708920"/>
            <a:ext cx="9114119" cy="3096344"/>
          </a:xfrm>
        </p:spPr>
        <p:txBody>
          <a:bodyPr/>
          <a:lstStyle/>
          <a:p>
            <a:r>
              <a:rPr lang="en-US" altLang="zh-TW" sz="31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100" dirty="0" smtClean="0">
                <a:solidFill>
                  <a:srgbClr val="000000"/>
                </a:solidFill>
                <a:ea typeface="華康中圓體"/>
              </a:rPr>
              <a:t>是啥嬰兒安然啲睏</a:t>
            </a:r>
            <a:r>
              <a:rPr lang="en-US" altLang="zh-TW" sz="3100" dirty="0" smtClean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100" dirty="0" smtClean="0">
                <a:solidFill>
                  <a:srgbClr val="000000"/>
                </a:solidFill>
                <a:ea typeface="華康中圓體"/>
              </a:rPr>
              <a:t>馬利亞溫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暖胸前？</a:t>
            </a:r>
          </a:p>
          <a:p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天使吟詩報牧者知</a:t>
            </a:r>
            <a:r>
              <a:rPr lang="zh-TW" altLang="en-US" sz="3100" dirty="0" smtClean="0">
                <a:solidFill>
                  <a:srgbClr val="0000CC"/>
                </a:solidFill>
                <a:ea typeface="華康中圓體"/>
              </a:rPr>
              <a:t>，當</a:t>
            </a:r>
            <a:r>
              <a:rPr lang="en-US" altLang="zh-TW" sz="30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sz="3100" dirty="0" smtClean="0">
                <a:solidFill>
                  <a:srgbClr val="0000CC"/>
                </a:solidFill>
                <a:ea typeface="華康中圓體"/>
              </a:rPr>
              <a:t>顧羊佇</a:t>
            </a:r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山頂。</a:t>
            </a:r>
          </a:p>
          <a:p>
            <a:r>
              <a:rPr lang="en-US" altLang="zh-TW" sz="3100" dirty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en-US" altLang="zh-TW" sz="3100" dirty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祂！祂是主基督</a:t>
            </a:r>
            <a:r>
              <a:rPr lang="zh-TW" altLang="en-US" sz="3100" dirty="0" smtClean="0">
                <a:solidFill>
                  <a:srgbClr val="000000"/>
                </a:solidFill>
                <a:ea typeface="華康中圓體"/>
              </a:rPr>
              <a:t>，牧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者顧守，天使吟講，</a:t>
            </a:r>
          </a:p>
          <a:p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來！大家來敬拜</a:t>
            </a:r>
            <a:r>
              <a:rPr lang="zh-TW" altLang="en-US" sz="3100" dirty="0" smtClean="0">
                <a:solidFill>
                  <a:srgbClr val="0000CC"/>
                </a:solidFill>
                <a:ea typeface="華康中圓體"/>
              </a:rPr>
              <a:t>，聖嬰兒咱著</a:t>
            </a:r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尊崇。</a:t>
            </a:r>
          </a:p>
          <a:p>
            <a:pPr algn="r"/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sz="31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50274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708920"/>
            <a:ext cx="9114119" cy="2952328"/>
          </a:xfrm>
        </p:spPr>
        <p:txBody>
          <a:bodyPr/>
          <a:lstStyle/>
          <a:p>
            <a:r>
              <a:rPr lang="en-US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為何倒佇卑微所在</a:t>
            </a:r>
            <a:r>
              <a:rPr lang="zh-TW" altLang="en-US" sz="3100" dirty="0" smtClean="0">
                <a:solidFill>
                  <a:srgbClr val="000000"/>
                </a:solidFill>
                <a:ea typeface="華康中圓體"/>
              </a:rPr>
              <a:t>，甘願及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牛羊同眠？</a:t>
            </a:r>
          </a:p>
          <a:p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眾信徒著謹慎敬畏</a:t>
            </a:r>
            <a:r>
              <a:rPr lang="zh-TW" altLang="en-US" sz="3100" dirty="0" smtClean="0">
                <a:solidFill>
                  <a:srgbClr val="0000CC"/>
                </a:solidFill>
                <a:ea typeface="華康中圓體"/>
              </a:rPr>
              <a:t>，救</a:t>
            </a:r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主出世為罪人。 </a:t>
            </a:r>
            <a:endParaRPr lang="en-US" altLang="zh-TW" sz="3100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sz="3100" dirty="0" smtClean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en-US" altLang="zh-TW" sz="3100" dirty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祂！祂是主基督</a:t>
            </a:r>
            <a:r>
              <a:rPr lang="zh-TW" altLang="en-US" sz="3100" dirty="0" smtClean="0">
                <a:solidFill>
                  <a:srgbClr val="000000"/>
                </a:solidFill>
                <a:ea typeface="華康中圓體"/>
              </a:rPr>
              <a:t>，牧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者顧守，天使吟講，</a:t>
            </a:r>
          </a:p>
          <a:p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來！大家來敬拜</a:t>
            </a:r>
            <a:r>
              <a:rPr lang="zh-TW" altLang="en-US" sz="3100" dirty="0" smtClean="0">
                <a:solidFill>
                  <a:srgbClr val="0000CC"/>
                </a:solidFill>
                <a:ea typeface="華康中圓體"/>
              </a:rPr>
              <a:t>，聖嬰兒咱著</a:t>
            </a:r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尊崇。</a:t>
            </a:r>
          </a:p>
          <a:p>
            <a:pPr algn="r"/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sz="31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445835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708920"/>
            <a:ext cx="9114119" cy="2952328"/>
          </a:xfrm>
        </p:spPr>
        <p:txBody>
          <a:bodyPr/>
          <a:lstStyle/>
          <a:p>
            <a:r>
              <a:rPr lang="en-US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奉獻黃金、乳香、沒藥</a:t>
            </a:r>
            <a:r>
              <a:rPr lang="zh-TW" altLang="en-US" sz="3100" dirty="0" smtClean="0">
                <a:solidFill>
                  <a:srgbClr val="000000"/>
                </a:solidFill>
                <a:ea typeface="華康中圓體"/>
              </a:rPr>
              <a:t>，無分貧賤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抑富貴；</a:t>
            </a:r>
          </a:p>
          <a:p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萬王的王帶來拯救</a:t>
            </a:r>
            <a:r>
              <a:rPr lang="zh-TW" altLang="en-US" sz="3100" dirty="0" smtClean="0">
                <a:solidFill>
                  <a:srgbClr val="0000CC"/>
                </a:solidFill>
                <a:ea typeface="華康中圓體"/>
              </a:rPr>
              <a:t>，用疼圍纍祂</a:t>
            </a:r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座位。 </a:t>
            </a:r>
            <a:endParaRPr lang="en-US" altLang="zh-TW" sz="3100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sz="3100" dirty="0" smtClean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en-US" altLang="zh-TW" sz="3100" dirty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祂！祂是主基督</a:t>
            </a:r>
            <a:r>
              <a:rPr lang="zh-TW" altLang="en-US" sz="3100" dirty="0" smtClean="0">
                <a:solidFill>
                  <a:srgbClr val="000000"/>
                </a:solidFill>
                <a:ea typeface="華康中圓體"/>
              </a:rPr>
              <a:t>，牧</a:t>
            </a:r>
            <a:r>
              <a:rPr lang="zh-TW" altLang="en-US" sz="3100" dirty="0">
                <a:solidFill>
                  <a:srgbClr val="000000"/>
                </a:solidFill>
                <a:ea typeface="華康中圓體"/>
              </a:rPr>
              <a:t>者顧守，天使吟講，</a:t>
            </a:r>
          </a:p>
          <a:p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來！大家來敬拜</a:t>
            </a:r>
            <a:r>
              <a:rPr lang="zh-TW" altLang="en-US" sz="3100" dirty="0" smtClean="0">
                <a:solidFill>
                  <a:srgbClr val="0000CC"/>
                </a:solidFill>
                <a:ea typeface="華康中圓體"/>
              </a:rPr>
              <a:t>，聖嬰兒咱著</a:t>
            </a:r>
            <a:r>
              <a:rPr lang="zh-TW" altLang="en-US" sz="3100" dirty="0">
                <a:solidFill>
                  <a:srgbClr val="0000CC"/>
                </a:solidFill>
                <a:ea typeface="華康中圓體"/>
              </a:rPr>
              <a:t>尊崇。</a:t>
            </a:r>
          </a:p>
          <a:p>
            <a:pPr algn="r"/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sz="31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269499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155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2015-12-19T15:59:51Z</dcterms:modified>
</cp:coreProperties>
</file>