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034" r:id="rId2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2024/4/4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9724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35633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06859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447169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716904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90165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075559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934862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392463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654310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6527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82438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2024/4/4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22704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935596" y="345048"/>
            <a:ext cx="676875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68" y="1275606"/>
            <a:ext cx="9145844" cy="3672408"/>
          </a:xfrm>
        </p:spPr>
        <p:txBody>
          <a:bodyPr>
            <a:normAutofit lnSpcReduction="10000"/>
          </a:bodyPr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天下萬邦、萬國、萬民，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敬拜上帝，父、子、聖神，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謳咾三位一體上帝，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尊名流傳直到萬世。阿們。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386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1/1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508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79512" y="1275606"/>
            <a:ext cx="10801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949632" y="345048"/>
            <a:ext cx="67547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天下萬邦、萬國、萬民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496978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20621</TotalTime>
  <Words>53</Words>
  <Application>Microsoft Macintosh PowerPoint</Application>
  <PresentationFormat>如螢幕大小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8" baseType="lpstr">
      <vt:lpstr>全宋體-2</vt:lpstr>
      <vt:lpstr>微軟正黑體</vt:lpstr>
      <vt:lpstr>新細明體</vt:lpstr>
      <vt:lpstr>Arial</vt:lpstr>
      <vt:lpstr>Arial</vt:lpstr>
      <vt:lpstr>Calibri</vt:lpstr>
      <vt:lpstr>1_Office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4695</cp:revision>
  <dcterms:created xsi:type="dcterms:W3CDTF">2009-02-27T08:32:01Z</dcterms:created>
  <dcterms:modified xsi:type="dcterms:W3CDTF">2024-04-04T14:40:23Z</dcterms:modified>
</cp:coreProperties>
</file>