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66" r:id="rId2"/>
    <p:sldId id="5267" r:id="rId3"/>
    <p:sldId id="5268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80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4176464"/>
          </a:xfrm>
        </p:spPr>
        <p:txBody>
          <a:bodyPr/>
          <a:lstStyle/>
          <a:p>
            <a:r>
              <a:rPr lang="en-US" altLang="zh-TW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1.</a:t>
            </a:r>
            <a:r>
              <a:rPr lang="zh-TW" altLang="en-US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救主佇墳墓內，耶穌我救主，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祂有對遐出來，耶穌我主。</a:t>
            </a:r>
          </a:p>
          <a:p>
            <a:r>
              <a:rPr lang="en-US" altLang="zh-TW" sz="3000" b="1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 </a:t>
            </a:r>
            <a:r>
              <a:rPr lang="en-US" altLang="zh-TW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en-US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主</a:t>
            </a:r>
            <a:r>
              <a:rPr lang="zh-TW" altLang="en-US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有復活對墓起，大權能卡贏對敵計智，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主復活卡贏烏暗死失權勢，</a:t>
            </a:r>
            <a:endParaRPr lang="en-US" altLang="zh-TW" sz="30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及聖徒徛起天國座位永坐；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主復活，主復活，哈利路亞！主復活。</a:t>
            </a:r>
            <a:endParaRPr lang="en-US" altLang="zh-TW" sz="30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97</a:t>
            </a:r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1/3</a:t>
            </a:r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459</a:t>
            </a:r>
            <a:endParaRPr lang="zh-TW" altLang="en-US" sz="3000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221635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4248472"/>
          </a:xfrm>
        </p:spPr>
        <p:txBody>
          <a:bodyPr/>
          <a:lstStyle/>
          <a:p>
            <a:r>
              <a:rPr lang="en-US" altLang="zh-TW" sz="30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2.</a:t>
            </a:r>
            <a:r>
              <a:rPr lang="zh-TW" altLang="en-US" sz="30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封石設兵了工，耶穌我救主，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三日顧守空空，耶穌我主。</a:t>
            </a:r>
          </a:p>
          <a:p>
            <a:r>
              <a:rPr lang="en-US" altLang="zh-TW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en-US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主</a:t>
            </a:r>
            <a:r>
              <a:rPr lang="zh-TW" altLang="en-US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有復活對墓起，大權能卡贏對敵計智，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主復活卡贏烏暗死失權勢，</a:t>
            </a:r>
            <a:endParaRPr lang="en-US" altLang="zh-TW" sz="30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及聖徒徛起天國座位永坐；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主復活，主復活，哈利路亞！主復活。</a:t>
            </a:r>
            <a:endParaRPr lang="en-US" altLang="zh-TW" sz="30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97</a:t>
            </a:r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2/3</a:t>
            </a:r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en-US" altLang="zh-TW" sz="3000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459</a:t>
            </a:r>
            <a:endParaRPr lang="zh-TW" altLang="en-US" sz="3000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32387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4248472"/>
          </a:xfrm>
        </p:spPr>
        <p:txBody>
          <a:bodyPr/>
          <a:lstStyle/>
          <a:p>
            <a:r>
              <a:rPr lang="en-US" altLang="zh-TW" sz="30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3.</a:t>
            </a:r>
            <a:r>
              <a:rPr lang="zh-TW" altLang="en-US" sz="30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死失權勢廢無，耶穌我救主，</a:t>
            </a:r>
          </a:p>
          <a:p>
            <a:r>
              <a:rPr lang="zh-TW" altLang="en-US" sz="30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拍破堅固監牢，耶穌我主。</a:t>
            </a:r>
          </a:p>
          <a:p>
            <a:r>
              <a:rPr lang="zh-TW" altLang="en-US" sz="3000" dirty="0">
                <a:latin typeface="華康中特圓體" pitchFamily="49" charset="-120"/>
                <a:ea typeface="華康中圓體"/>
              </a:rPr>
              <a:t> </a:t>
            </a:r>
            <a:r>
              <a:rPr lang="en-US" altLang="zh-TW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en-US" sz="30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主</a:t>
            </a:r>
            <a:r>
              <a:rPr lang="zh-TW" altLang="en-US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有復活對墓起，大權能卡贏對敵計智，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主復活卡贏烏暗死失權勢，</a:t>
            </a:r>
            <a:endParaRPr lang="en-US" altLang="zh-TW" sz="30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0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及聖徒徛起天國座位永坐；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主復活，主復活，哈利路亞！主復活。</a:t>
            </a:r>
            <a:endParaRPr lang="en-US" altLang="zh-TW" sz="30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97</a:t>
            </a:r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3/3</a:t>
            </a:r>
            <a:r>
              <a:rPr lang="zh-TW" altLang="en-US" sz="3000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en-US" altLang="zh-TW" sz="3000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459</a:t>
            </a:r>
            <a:endParaRPr lang="zh-TW" altLang="en-US" sz="30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050301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20615</TotalTime>
  <Words>155</Words>
  <Application>Microsoft Macintosh PowerPoint</Application>
  <PresentationFormat>如螢幕大小 (4:3)</PresentationFormat>
  <Paragraphs>24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4680</cp:revision>
  <dcterms:created xsi:type="dcterms:W3CDTF">2009-02-27T08:32:01Z</dcterms:created>
  <dcterms:modified xsi:type="dcterms:W3CDTF">2014-04-13T14:51:34Z</dcterms:modified>
</cp:coreProperties>
</file>