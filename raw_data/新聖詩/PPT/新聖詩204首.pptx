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2" r:id="rId2"/>
    <p:sldId id="5274" r:id="rId3"/>
    <p:sldId id="5273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88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63387"/>
            <a:ext cx="9114119" cy="4581128"/>
          </a:xfrm>
        </p:spPr>
        <p:txBody>
          <a:bodyPr/>
          <a:lstStyle/>
          <a:p>
            <a:pPr>
              <a:spcBef>
                <a:spcPts val="1464"/>
              </a:spcBef>
            </a:pP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 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城門著攑起恁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的頭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，榮光的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王臨到，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永遠的門著受舉起</a:t>
            </a:r>
            <a:r>
              <a:rPr lang="zh-TW" altLang="en-US" sz="3600" dirty="0" smtClean="0">
                <a:solidFill>
                  <a:srgbClr val="2A0BE5"/>
                </a:solidFill>
                <a:latin typeface="華康中圓體"/>
                <a:ea typeface="華康中圓體"/>
              </a:rPr>
              <a:t>，迎接君王入去</a:t>
            </a: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；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榮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光的王到底啥人？是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主至尊至貴，</a:t>
            </a:r>
          </a:p>
          <a:p>
            <a:pPr>
              <a:spcBef>
                <a:spcPts val="1464"/>
              </a:spcBef>
            </a:pPr>
            <a:r>
              <a:rPr lang="zh-TW" altLang="en-US" sz="3600" dirty="0" smtClean="0">
                <a:solidFill>
                  <a:srgbClr val="2A0BE5"/>
                </a:solidFill>
                <a:latin typeface="華康中圓體"/>
                <a:ea typeface="華康中圓體"/>
              </a:rPr>
              <a:t>祂有氣力有大權</a:t>
            </a: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能</a:t>
            </a:r>
            <a:r>
              <a:rPr lang="zh-TW" altLang="en-US" sz="3600" dirty="0" smtClean="0">
                <a:solidFill>
                  <a:srgbClr val="2A0BE5"/>
                </a:solidFill>
                <a:latin typeface="華康中圓體"/>
                <a:ea typeface="華康中圓體"/>
              </a:rPr>
              <a:t>，萬民應該</a:t>
            </a: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恭敬！</a:t>
            </a:r>
          </a:p>
          <a:p>
            <a:pPr>
              <a:spcBef>
                <a:spcPts val="1464"/>
              </a:spcBef>
            </a:pP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祂有氣力有大權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能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，萬民應該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恭敬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！</a:t>
            </a:r>
            <a:endParaRPr lang="en-US" altLang="zh-TW" sz="36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>
              <a:spcBef>
                <a:spcPts val="1464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2263387"/>
            <a:ext cx="9114119" cy="4581128"/>
          </a:xfrm>
        </p:spPr>
        <p:txBody>
          <a:bodyPr/>
          <a:lstStyle/>
          <a:p>
            <a:pPr>
              <a:spcBef>
                <a:spcPts val="1464"/>
              </a:spcBef>
            </a:pP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城門著攑起恁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的頭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，榮光的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王臨到，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永遠城門頭著攑高</a:t>
            </a:r>
            <a:r>
              <a:rPr lang="zh-TW" altLang="en-US" sz="3600" dirty="0" smtClean="0">
                <a:solidFill>
                  <a:srgbClr val="2A0BE5"/>
                </a:solidFill>
                <a:latin typeface="華康中圓體"/>
                <a:ea typeface="華康中圓體"/>
              </a:rPr>
              <a:t>，大君</a:t>
            </a: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王欲凱旋；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榮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光的王到底啥人？是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主至尊無對，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萬軍的主至高至大</a:t>
            </a:r>
            <a:r>
              <a:rPr lang="zh-TW" altLang="en-US" sz="3600" dirty="0" smtClean="0">
                <a:solidFill>
                  <a:srgbClr val="2A0BE5"/>
                </a:solidFill>
                <a:latin typeface="華康中圓體"/>
                <a:ea typeface="華康中圓體"/>
              </a:rPr>
              <a:t>，咱著謳咾</a:t>
            </a:r>
            <a:r>
              <a:rPr lang="zh-TW" altLang="en-US" sz="3600" dirty="0">
                <a:solidFill>
                  <a:srgbClr val="2A0BE5"/>
                </a:solidFill>
                <a:latin typeface="華康中圓體"/>
                <a:ea typeface="華康中圓體"/>
              </a:rPr>
              <a:t>無息；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萬軍的主至高至大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，咱著謳咾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無息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>
              <a:spcBef>
                <a:spcPts val="1464"/>
              </a:spcBef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871217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pPr>
              <a:spcBef>
                <a:spcPts val="1464"/>
              </a:spcBef>
            </a:pPr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【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尾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聲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】</a:t>
            </a: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哈利路亞！哈利路亞！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0000CC"/>
                </a:solidFill>
                <a:latin typeface="華康中圓體"/>
                <a:ea typeface="華康中圓體"/>
              </a:rPr>
              <a:t>哈利路亞！哈利路亞！</a:t>
            </a:r>
          </a:p>
          <a:p>
            <a:pPr>
              <a:spcBef>
                <a:spcPts val="1464"/>
              </a:spcBef>
            </a:pPr>
            <a:r>
              <a:rPr lang="zh-TW" altLang="en-US" sz="3600" dirty="0">
                <a:solidFill>
                  <a:srgbClr val="000000"/>
                </a:solidFill>
                <a:latin typeface="華康中圓體"/>
                <a:ea typeface="華康中圓體"/>
              </a:rPr>
              <a:t>哈利路亞！阿們，阿們，阿們</a:t>
            </a:r>
            <a:r>
              <a:rPr lang="zh-TW" altLang="en-US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！</a:t>
            </a:r>
            <a:endParaRPr lang="en-US" altLang="zh-TW" sz="3600" dirty="0" smtClean="0">
              <a:solidFill>
                <a:srgbClr val="000000"/>
              </a:solidFill>
              <a:latin typeface="華康中圓體"/>
              <a:ea typeface="華康中圓體"/>
            </a:endParaRPr>
          </a:p>
          <a:p>
            <a:pPr algn="r">
              <a:spcBef>
                <a:spcPts val="1464"/>
              </a:spcBef>
            </a:pP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04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sz="36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sz="3600" u="sng" dirty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endParaRPr lang="zh-TW" altLang="en-US" sz="36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614697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132</Words>
  <Application>Microsoft Macintosh PowerPoint</Application>
  <PresentationFormat>如螢幕大小 (4:3)</PresentationFormat>
  <Paragraphs>19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2020-08-22T12:30:01Z</dcterms:modified>
</cp:coreProperties>
</file>