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6431" r:id="rId2"/>
    <p:sldId id="26432" r:id="rId3"/>
    <p:sldId id="26433" r:id="rId4"/>
    <p:sldId id="26434" r:id="rId5"/>
    <p:sldId id="26435" r:id="rId6"/>
    <p:sldId id="26436" r:id="rId7"/>
    <p:sldId id="26437" r:id="rId8"/>
    <p:sldId id="26438" r:id="rId9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2024/12/20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2817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2180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86915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65569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51823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79946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17702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5075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032352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72072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66755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0372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408175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724463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52246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57175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21147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4529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83954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721527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763688" y="339502"/>
            <a:ext cx="511256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763688" y="339502"/>
            <a:ext cx="51125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請來，忠誠信徒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179512" y="691351"/>
            <a:ext cx="14401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E6F3E053-344B-4B4B-B825-73AF20B376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7938" y="1563638"/>
            <a:ext cx="9144006" cy="309634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請來，忠誠信徒，快樂得意向前，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請來，請恁歡喜來到伯利恆；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來朝見救主，天頂君王出世。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458007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763688" y="339502"/>
            <a:ext cx="511256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763688" y="339502"/>
            <a:ext cx="51125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請來，忠誠信徒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179512" y="691351"/>
            <a:ext cx="14401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BD5BE77D-94B2-2048-886A-DB9187F9C1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297" y="1563638"/>
            <a:ext cx="9114119" cy="309634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請來，大家敬拜祂，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請來，大家敬拜祂，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請來，大家敬拜祂，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我主基督。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F2458FF-4EA4-5D4E-8643-DFF8B26D72C7}"/>
              </a:ext>
            </a:extLst>
          </p:cNvPr>
          <p:cNvSpPr txBox="1"/>
          <p:nvPr/>
        </p:nvSpPr>
        <p:spPr>
          <a:xfrm>
            <a:off x="179512" y="1318788"/>
            <a:ext cx="190770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400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400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400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3400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553106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763688" y="339502"/>
            <a:ext cx="511256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763688" y="339502"/>
            <a:ext cx="51125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請來，忠誠信徒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179512" y="691351"/>
            <a:ext cx="14401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ED514B38-4782-674F-9C52-42B4F4DB5D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1684" y="1563638"/>
            <a:ext cx="9144006" cy="309634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對神所出真神，對光所出真光，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你看祂無嫌對在室女誕生；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上帝的聖子，無對受造出世。 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354377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763688" y="339502"/>
            <a:ext cx="511256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763688" y="339502"/>
            <a:ext cx="51125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請來，忠誠信徒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179512" y="691351"/>
            <a:ext cx="14401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BD5BE77D-94B2-2048-886A-DB9187F9C1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297" y="1563638"/>
            <a:ext cx="9114119" cy="309634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請來，大家敬拜祂，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請來，大家敬拜祂，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請來，大家敬拜祂，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我主基督。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F2458FF-4EA4-5D4E-8643-DFF8B26D72C7}"/>
              </a:ext>
            </a:extLst>
          </p:cNvPr>
          <p:cNvSpPr txBox="1"/>
          <p:nvPr/>
        </p:nvSpPr>
        <p:spPr>
          <a:xfrm>
            <a:off x="179512" y="1318788"/>
            <a:ext cx="190770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400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400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400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3400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559580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763688" y="339502"/>
            <a:ext cx="511256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763688" y="339502"/>
            <a:ext cx="51125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請來，忠誠信徒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179512" y="691351"/>
            <a:ext cx="14401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59CC1F2F-6A51-1944-BF96-9851608DAB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" y="1563638"/>
            <a:ext cx="9144006" cy="309634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眾天使著唱歌，著歡喜謳咾祂， 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天頂聖城內面大家著吟詩； 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至高的所在  榮光歸主無離。  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963968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763688" y="339502"/>
            <a:ext cx="511256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763688" y="339502"/>
            <a:ext cx="51125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請來，忠誠信徒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179512" y="691351"/>
            <a:ext cx="14401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BD5BE77D-94B2-2048-886A-DB9187F9C1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297" y="1563638"/>
            <a:ext cx="9114119" cy="309634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請來，大家敬拜祂，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請來，大家敬拜祂，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請來，大家敬拜祂，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我主基督。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F2458FF-4EA4-5D4E-8643-DFF8B26D72C7}"/>
              </a:ext>
            </a:extLst>
          </p:cNvPr>
          <p:cNvSpPr txBox="1"/>
          <p:nvPr/>
        </p:nvSpPr>
        <p:spPr>
          <a:xfrm>
            <a:off x="179512" y="1318788"/>
            <a:ext cx="190770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400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400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400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3400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729504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763688" y="339502"/>
            <a:ext cx="511256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763688" y="339502"/>
            <a:ext cx="51125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請來，忠誠信徒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179512" y="691351"/>
            <a:ext cx="14401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4-1.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4A227BC5-FD5C-5545-91C2-4B82AF10F0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" y="1563638"/>
            <a:ext cx="9144006" cy="309634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救主，阮謳咾祢，佇這日子出世，  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耶穌，祢名受稱讚，榮光歸祢；  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天父的聖子 道成肉體出世。  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04550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763688" y="339502"/>
            <a:ext cx="511256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763688" y="339502"/>
            <a:ext cx="51125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請來，忠誠信徒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179512" y="691351"/>
            <a:ext cx="14401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BD5BE77D-94B2-2048-886A-DB9187F9C1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297" y="1563638"/>
            <a:ext cx="9114119" cy="309634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請來，大家敬拜祂，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請來，大家敬拜祂，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請來，大家敬拜祂，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我主基督。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F2458FF-4EA4-5D4E-8643-DFF8B26D72C7}"/>
              </a:ext>
            </a:extLst>
          </p:cNvPr>
          <p:cNvSpPr txBox="1"/>
          <p:nvPr/>
        </p:nvSpPr>
        <p:spPr>
          <a:xfrm>
            <a:off x="179512" y="1318788"/>
            <a:ext cx="190770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400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400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400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3400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223291303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20642</TotalTime>
  <Words>354</Words>
  <Application>Microsoft Macintosh PowerPoint</Application>
  <PresentationFormat>如螢幕大小 (16:9)</PresentationFormat>
  <Paragraphs>64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4700</cp:revision>
  <dcterms:created xsi:type="dcterms:W3CDTF">2009-02-27T08:32:01Z</dcterms:created>
  <dcterms:modified xsi:type="dcterms:W3CDTF">2024-12-20T16:02:38Z</dcterms:modified>
</cp:coreProperties>
</file>