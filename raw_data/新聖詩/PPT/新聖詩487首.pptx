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001" r:id="rId2"/>
    <p:sldId id="25002" r:id="rId3"/>
    <p:sldId id="25003" r:id="rId4"/>
    <p:sldId id="25004" r:id="rId5"/>
    <p:sldId id="25005" r:id="rId6"/>
    <p:sldId id="25006" r:id="rId7"/>
    <p:sldId id="25007" r:id="rId8"/>
    <p:sldId id="2500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056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0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016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004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71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56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037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419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26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623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775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533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124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9296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4421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32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847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83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1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302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祂關心佇我；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出去，入來，倒啲，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起來，時刻疼無息。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</p:spTree>
    <p:extLst>
      <p:ext uri="{BB962C8B-B14F-4D97-AF65-F5344CB8AC3E}">
        <p14:creationId xmlns:p14="http://schemas.microsoft.com/office/powerpoint/2010/main" val="230748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6DACCEC-88F7-E042-980A-6270D669F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耶穌疼我，我心大歡喜，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耶穌牽我，耶穌導我，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吟詩感謝祂。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CB0398-E28E-1041-8F43-C7E7B90099E9}"/>
              </a:ext>
            </a:extLst>
          </p:cNvPr>
          <p:cNvSpPr txBox="1"/>
          <p:nvPr/>
        </p:nvSpPr>
        <p:spPr>
          <a:xfrm>
            <a:off x="35496" y="1464335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8482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737ECB-9D2D-DC43-87B9-2E9DD1A89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1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耶穌叫我，耶穌叫我，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愛我做光燈；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我著懇求，祂欲助我，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四界照真明。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</p:spTree>
    <p:extLst>
      <p:ext uri="{BB962C8B-B14F-4D97-AF65-F5344CB8AC3E}">
        <p14:creationId xmlns:p14="http://schemas.microsoft.com/office/powerpoint/2010/main" val="309162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6DACCEC-88F7-E042-980A-6270D669F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耶穌疼我，我心大歡喜，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耶穌牽我，耶穌導我，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吟詩感謝祂。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CB0398-E28E-1041-8F43-C7E7B90099E9}"/>
              </a:ext>
            </a:extLst>
          </p:cNvPr>
          <p:cNvSpPr txBox="1"/>
          <p:nvPr/>
        </p:nvSpPr>
        <p:spPr>
          <a:xfrm>
            <a:off x="35496" y="1464335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072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7325548-A5D4-1A49-A15D-169228F8D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祂欲聽我，祂欲聽我，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聽細子祈禱；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我所欠用，我所意愛，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逐項對祂討。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</p:spTree>
    <p:extLst>
      <p:ext uri="{BB962C8B-B14F-4D97-AF65-F5344CB8AC3E}">
        <p14:creationId xmlns:p14="http://schemas.microsoft.com/office/powerpoint/2010/main" val="48458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6DACCEC-88F7-E042-980A-6270D669F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耶穌疼我，我心大歡喜，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耶穌牽我，耶穌導我，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吟詩感謝祂。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CB0398-E28E-1041-8F43-C7E7B90099E9}"/>
              </a:ext>
            </a:extLst>
          </p:cNvPr>
          <p:cNvSpPr txBox="1"/>
          <p:nvPr/>
        </p:nvSpPr>
        <p:spPr>
          <a:xfrm>
            <a:off x="35496" y="1464335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9922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3121C52-838A-D048-9AAD-416CB9E46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耶穌顧我，耶穌顧我，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時常保護我；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我欲倚靠祂給我抱，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心歡喜滿滿。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</p:spTree>
    <p:extLst>
      <p:ext uri="{BB962C8B-B14F-4D97-AF65-F5344CB8AC3E}">
        <p14:creationId xmlns:p14="http://schemas.microsoft.com/office/powerpoint/2010/main" val="37888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耶穌疼我，耶穌疼我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6DACCEC-88F7-E042-980A-6270D669F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9662"/>
            <a:ext cx="9114119" cy="288032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耶穌疼我，我心大歡喜，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耶穌牽我，耶穌導我，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吟詩感謝祂。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87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402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CB0398-E28E-1041-8F43-C7E7B90099E9}"/>
              </a:ext>
            </a:extLst>
          </p:cNvPr>
          <p:cNvSpPr txBox="1"/>
          <p:nvPr/>
        </p:nvSpPr>
        <p:spPr>
          <a:xfrm>
            <a:off x="35496" y="1464335"/>
            <a:ext cx="2232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2870597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378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2024-05-10T15:11:18Z</dcterms:modified>
</cp:coreProperties>
</file>