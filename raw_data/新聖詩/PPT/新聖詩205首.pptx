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44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過失得赦，罪得遮蓋，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這人真正有福；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上帝無給伊算不義，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此人實在快樂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658382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我曾恬恬，無愛祈禱，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無愛認我的罪；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主手暝日壓我真重，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彼時身軀愈衰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203301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對祢排列所犯罪過，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無隱囥我罪愆；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我講，「我欲認我過失，」 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祢就給我赦免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26853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虔誠的人趁時尋祢，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著求叫我的主；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大水氾濫淹到逐位，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到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彼人身軀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9041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歹人受著多多苦難，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總是義人靠祢；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慈愛憐憫包圍幫助，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佇主著大歡喜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359804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147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2016-02-27T16:44:45Z</dcterms:modified>
</cp:coreProperties>
</file>