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212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2395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863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396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46445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03428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9780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33573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23648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29703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96961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6479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6458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2024/5/3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1699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89703" y="356141"/>
            <a:ext cx="53645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52536" y="843558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89704" y="345048"/>
            <a:ext cx="53645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謳咾天頂主宰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副標題 6">
            <a:extLst>
              <a:ext uri="{FF2B5EF4-FFF2-40B4-BE49-F238E27FC236}">
                <a16:creationId xmlns:a16="http://schemas.microsoft.com/office/drawing/2014/main" id="{C59293E6-10D3-E84C-89AD-F09066BB3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1275606"/>
            <a:ext cx="9144000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謳咾天頂主宰，創造天地及海，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保護萬民；人人佇普天下，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同心謳咾上帝，謳咾三位一體，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父、子、聖神。阿們。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520027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20622</TotalTime>
  <Words>54</Words>
  <Application>Microsoft Macintosh PowerPoint</Application>
  <PresentationFormat>如螢幕大小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4695</cp:revision>
  <dcterms:created xsi:type="dcterms:W3CDTF">2009-02-27T08:32:01Z</dcterms:created>
  <dcterms:modified xsi:type="dcterms:W3CDTF">2024-05-03T16:01:25Z</dcterms:modified>
</cp:coreProperties>
</file>