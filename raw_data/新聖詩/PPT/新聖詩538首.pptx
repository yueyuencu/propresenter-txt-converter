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sldIdLst>
    <p:sldId id="25261" r:id="rId2"/>
    <p:sldId id="25262" r:id="rId3"/>
    <p:sldId id="25263" r:id="rId4"/>
    <p:sldId id="25264" r:id="rId5"/>
    <p:sldId id="25265" r:id="rId6"/>
    <p:sldId id="25266" r:id="rId7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671" autoAdjust="0"/>
    <p:restoredTop sz="92260" autoAdjust="0"/>
  </p:normalViewPr>
  <p:slideViewPr>
    <p:cSldViewPr>
      <p:cViewPr varScale="1">
        <p:scale>
          <a:sx n="118" d="100"/>
          <a:sy n="118" d="100"/>
        </p:scale>
        <p:origin x="1288" y="18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2024/9/21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08714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832777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127539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607435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793463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552867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2024/9/21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4180084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2024/9/21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1102682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2024/9/21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4802544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2024/9/21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40119652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7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7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2024/9/21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41243936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2024/9/21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5299126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2024/9/21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9511292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2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2" y="1076327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2024/9/21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5880039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2024/9/21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7843395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2024/9/21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619939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2024/9/21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5947348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200151"/>
            <a:ext cx="82296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2024/9/21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8761968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189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378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566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754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892" indent="-342892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1" indent="-285743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2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8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899592" y="339502"/>
            <a:ext cx="7056784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323528" y="1347614"/>
            <a:ext cx="15121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1-1.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899592" y="349052"/>
            <a:ext cx="705678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latin typeface="全宋體-2" pitchFamily="18" charset="-120"/>
                <a:ea typeface="全宋體-2" pitchFamily="18" charset="-120"/>
                <a:cs typeface="微軟正黑體"/>
              </a:rPr>
              <a:t>我心大歡喜，主𫢶身邊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  <p:sp>
        <p:nvSpPr>
          <p:cNvPr id="7" name="副標題 6">
            <a:extLst>
              <a:ext uri="{FF2B5EF4-FFF2-40B4-BE49-F238E27FC236}">
                <a16:creationId xmlns:a16="http://schemas.microsoft.com/office/drawing/2014/main" id="{670F5F52-A972-0B4E-BA7C-A54B7DDD18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347614"/>
            <a:ext cx="9144000" cy="360040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我心大歡喜主</a:t>
            </a:r>
            <a:r>
              <a:rPr lang="zh-TW" altLang="en-US" sz="39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𫢶</a:t>
            </a:r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身邊，</a:t>
            </a:r>
            <a:endParaRPr lang="en-US" altLang="zh-TW" sz="4000" b="1" dirty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雖然佇世界若準佇天；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做上帝後嗣滿心歡喜，</a:t>
            </a:r>
            <a:endParaRPr lang="en-US" altLang="zh-TW" sz="4000" b="1" dirty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救主用寶血洗我清氣。</a:t>
            </a:r>
          </a:p>
          <a:p>
            <a:pPr algn="r">
              <a:spcBef>
                <a:spcPts val="1200"/>
              </a:spcBef>
            </a:pP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538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</a:t>
            </a:r>
            <a:r>
              <a:rPr lang="zh-TW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/6)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480</a:t>
            </a:r>
          </a:p>
        </p:txBody>
      </p:sp>
    </p:spTree>
    <p:extLst>
      <p:ext uri="{BB962C8B-B14F-4D97-AF65-F5344CB8AC3E}">
        <p14:creationId xmlns:p14="http://schemas.microsoft.com/office/powerpoint/2010/main" val="30734214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899592" y="339502"/>
            <a:ext cx="7056784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899592" y="349052"/>
            <a:ext cx="705678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latin typeface="全宋體-2" pitchFamily="18" charset="-120"/>
                <a:ea typeface="全宋體-2" pitchFamily="18" charset="-120"/>
                <a:cs typeface="微軟正黑體"/>
              </a:rPr>
              <a:t>我心大歡喜，主𫢶身邊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  <p:sp>
        <p:nvSpPr>
          <p:cNvPr id="7" name="副標題 6">
            <a:extLst>
              <a:ext uri="{FF2B5EF4-FFF2-40B4-BE49-F238E27FC236}">
                <a16:creationId xmlns:a16="http://schemas.microsoft.com/office/drawing/2014/main" id="{670F5F52-A972-0B4E-BA7C-A54B7DDD18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347614"/>
            <a:ext cx="9144000" cy="360040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今我愛報揚暝日謳咾，</a:t>
            </a:r>
            <a:endParaRPr lang="en-US" altLang="zh-TW" sz="4000" b="1" dirty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為我主耶穌贖罪功勞，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今我愛報揚暝日謳咾，</a:t>
            </a:r>
            <a:endParaRPr lang="en-US" altLang="zh-TW" sz="4000" b="1" dirty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為我主耶穌贖罪功勞。</a:t>
            </a:r>
          </a:p>
          <a:p>
            <a:pPr algn="r">
              <a:spcBef>
                <a:spcPts val="1200"/>
              </a:spcBef>
            </a:pP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538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(2/6)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480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323528" y="1347614"/>
            <a:ext cx="15121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1-2.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4D5CBBE2-C4C4-ED45-85A1-646683BB9193}"/>
              </a:ext>
            </a:extLst>
          </p:cNvPr>
          <p:cNvSpPr txBox="1"/>
          <p:nvPr/>
        </p:nvSpPr>
        <p:spPr>
          <a:xfrm>
            <a:off x="143508" y="2038399"/>
            <a:ext cx="1512168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【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複歌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】</a:t>
            </a:r>
            <a:endParaRPr kumimoji="1" lang="zh-TW" altLang="en-US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1863614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899592" y="339502"/>
            <a:ext cx="7056784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323528" y="1347614"/>
            <a:ext cx="15121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4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-1.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899592" y="349052"/>
            <a:ext cx="705678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latin typeface="全宋體-2" pitchFamily="18" charset="-120"/>
                <a:ea typeface="全宋體-2" pitchFamily="18" charset="-120"/>
                <a:cs typeface="微軟正黑體"/>
              </a:rPr>
              <a:t>我心大歡喜，主𫢶身邊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  <p:sp>
        <p:nvSpPr>
          <p:cNvPr id="7" name="副標題 6">
            <a:extLst>
              <a:ext uri="{FF2B5EF4-FFF2-40B4-BE49-F238E27FC236}">
                <a16:creationId xmlns:a16="http://schemas.microsoft.com/office/drawing/2014/main" id="{670F5F52-A972-0B4E-BA7C-A54B7DDD18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347614"/>
            <a:ext cx="9144000" cy="360040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虔誠來順服心內安寧，</a:t>
            </a:r>
            <a:endParaRPr lang="en-US" altLang="zh-TW" sz="4000" b="1" dirty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天堂的福氣若佇目前；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天使也降落及我往來，</a:t>
            </a:r>
            <a:endParaRPr lang="en-US" altLang="zh-TW" sz="4000" b="1" dirty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報揚主耶穌慈悲仁愛。 </a:t>
            </a:r>
          </a:p>
          <a:p>
            <a:pPr algn="r">
              <a:spcBef>
                <a:spcPts val="1200"/>
              </a:spcBef>
            </a:pP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538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(3/6)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480</a:t>
            </a:r>
          </a:p>
        </p:txBody>
      </p:sp>
    </p:spTree>
    <p:extLst>
      <p:ext uri="{BB962C8B-B14F-4D97-AF65-F5344CB8AC3E}">
        <p14:creationId xmlns:p14="http://schemas.microsoft.com/office/powerpoint/2010/main" val="3459046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899592" y="339502"/>
            <a:ext cx="7056784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899592" y="349052"/>
            <a:ext cx="705678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latin typeface="全宋體-2" pitchFamily="18" charset="-120"/>
                <a:ea typeface="全宋體-2" pitchFamily="18" charset="-120"/>
                <a:cs typeface="微軟正黑體"/>
              </a:rPr>
              <a:t>我心大歡喜，主𫢶身邊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  <p:sp>
        <p:nvSpPr>
          <p:cNvPr id="7" name="副標題 6">
            <a:extLst>
              <a:ext uri="{FF2B5EF4-FFF2-40B4-BE49-F238E27FC236}">
                <a16:creationId xmlns:a16="http://schemas.microsoft.com/office/drawing/2014/main" id="{670F5F52-A972-0B4E-BA7C-A54B7DDD18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347614"/>
            <a:ext cx="9144000" cy="360040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今我愛報揚暝日謳咾，</a:t>
            </a:r>
            <a:endParaRPr lang="en-US" altLang="zh-TW" sz="4000" b="1" dirty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為我主耶穌贖罪功勞，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今我愛報揚暝日謳咾，</a:t>
            </a:r>
            <a:endParaRPr lang="en-US" altLang="zh-TW" sz="4000" b="1" dirty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為我主耶穌贖罪功勞。</a:t>
            </a:r>
          </a:p>
          <a:p>
            <a:pPr algn="r">
              <a:spcBef>
                <a:spcPts val="1200"/>
              </a:spcBef>
            </a:pP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538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(4/6)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480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323528" y="1347614"/>
            <a:ext cx="15121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4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-2.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4D5CBBE2-C4C4-ED45-85A1-646683BB9193}"/>
              </a:ext>
            </a:extLst>
          </p:cNvPr>
          <p:cNvSpPr txBox="1"/>
          <p:nvPr/>
        </p:nvSpPr>
        <p:spPr>
          <a:xfrm>
            <a:off x="143508" y="2038399"/>
            <a:ext cx="1512168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【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複歌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】</a:t>
            </a:r>
            <a:endParaRPr kumimoji="1" lang="zh-TW" altLang="en-US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1323683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899592" y="339502"/>
            <a:ext cx="7056784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323528" y="1347614"/>
            <a:ext cx="15121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3-1.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899592" y="349052"/>
            <a:ext cx="705678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latin typeface="全宋體-2" pitchFamily="18" charset="-120"/>
                <a:ea typeface="全宋體-2" pitchFamily="18" charset="-120"/>
                <a:cs typeface="微軟正黑體"/>
              </a:rPr>
              <a:t>我心大歡喜，主𫢶身邊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  <p:sp>
        <p:nvSpPr>
          <p:cNvPr id="7" name="副標題 6">
            <a:extLst>
              <a:ext uri="{FF2B5EF4-FFF2-40B4-BE49-F238E27FC236}">
                <a16:creationId xmlns:a16="http://schemas.microsoft.com/office/drawing/2014/main" id="{670F5F52-A972-0B4E-BA7C-A54B7DDD18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347614"/>
            <a:ext cx="9144000" cy="360040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專心來順服凡事平安， </a:t>
            </a:r>
            <a:endParaRPr lang="en-US" altLang="zh-TW" sz="4000" b="1" dirty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信靠我救主福氣無限；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儆醒來聽候向望主來，</a:t>
            </a:r>
            <a:endParaRPr lang="en-US" altLang="zh-TW" sz="4000" b="1" dirty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39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𫢶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佇主耶穌滿心仁愛。 </a:t>
            </a:r>
          </a:p>
          <a:p>
            <a:pPr algn="r">
              <a:spcBef>
                <a:spcPts val="1200"/>
              </a:spcBef>
            </a:pP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538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(5/6)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480</a:t>
            </a:r>
          </a:p>
        </p:txBody>
      </p:sp>
    </p:spTree>
    <p:extLst>
      <p:ext uri="{BB962C8B-B14F-4D97-AF65-F5344CB8AC3E}">
        <p14:creationId xmlns:p14="http://schemas.microsoft.com/office/powerpoint/2010/main" val="24008916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899592" y="339502"/>
            <a:ext cx="7056784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899592" y="349052"/>
            <a:ext cx="705678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latin typeface="全宋體-2" pitchFamily="18" charset="-120"/>
                <a:ea typeface="全宋體-2" pitchFamily="18" charset="-120"/>
                <a:cs typeface="微軟正黑體"/>
              </a:rPr>
              <a:t>我心大歡喜，主𫢶身邊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  <p:sp>
        <p:nvSpPr>
          <p:cNvPr id="7" name="副標題 6">
            <a:extLst>
              <a:ext uri="{FF2B5EF4-FFF2-40B4-BE49-F238E27FC236}">
                <a16:creationId xmlns:a16="http://schemas.microsoft.com/office/drawing/2014/main" id="{670F5F52-A972-0B4E-BA7C-A54B7DDD18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347614"/>
            <a:ext cx="9144000" cy="360040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今我愛報揚暝日謳咾，</a:t>
            </a:r>
            <a:endParaRPr lang="en-US" altLang="zh-TW" sz="4000" b="1" dirty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為我主耶穌贖罪功勞，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今我愛報揚暝日謳咾，</a:t>
            </a:r>
            <a:endParaRPr lang="en-US" altLang="zh-TW" sz="4000" b="1" dirty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為我主耶穌贖罪功勞。</a:t>
            </a:r>
          </a:p>
          <a:p>
            <a:pPr algn="r">
              <a:spcBef>
                <a:spcPts val="1200"/>
              </a:spcBef>
            </a:pP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538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(6/6)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480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323528" y="1347614"/>
            <a:ext cx="15121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3-2.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4D5CBBE2-C4C4-ED45-85A1-646683BB9193}"/>
              </a:ext>
            </a:extLst>
          </p:cNvPr>
          <p:cNvSpPr txBox="1"/>
          <p:nvPr/>
        </p:nvSpPr>
        <p:spPr>
          <a:xfrm>
            <a:off x="143508" y="2038399"/>
            <a:ext cx="1512168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【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複歌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】</a:t>
            </a:r>
            <a:endParaRPr kumimoji="1" lang="zh-TW" altLang="en-US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433975929"/>
      </p:ext>
    </p:extLst>
  </p:cSld>
  <p:clrMapOvr>
    <a:masterClrMapping/>
  </p:clrMapOvr>
</p:sld>
</file>

<file path=ppt/theme/theme1.xml><?xml version="1.0" encoding="utf-8"?>
<a:theme xmlns:a="http://schemas.openxmlformats.org/drawingml/2006/main" name="6_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20656</TotalTime>
  <Words>325</Words>
  <Application>Microsoft Macintosh PowerPoint</Application>
  <PresentationFormat>如螢幕大小 (16:9)</PresentationFormat>
  <Paragraphs>51</Paragraphs>
  <Slides>6</Slides>
  <Notes>6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6</vt:i4>
      </vt:variant>
    </vt:vector>
  </HeadingPairs>
  <TitlesOfParts>
    <vt:vector size="12" baseType="lpstr">
      <vt:lpstr>全宋體-2</vt:lpstr>
      <vt:lpstr>微軟正黑體</vt:lpstr>
      <vt:lpstr>新細明體</vt:lpstr>
      <vt:lpstr>Arial</vt:lpstr>
      <vt:lpstr>Calibri</vt:lpstr>
      <vt:lpstr>6_Office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Microsoft Office User</cp:lastModifiedBy>
  <cp:revision>4711</cp:revision>
  <dcterms:created xsi:type="dcterms:W3CDTF">2009-02-27T08:32:01Z</dcterms:created>
  <dcterms:modified xsi:type="dcterms:W3CDTF">2024-09-20T16:47:28Z</dcterms:modified>
</cp:coreProperties>
</file>