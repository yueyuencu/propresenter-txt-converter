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6095" r:id="rId2"/>
    <p:sldId id="26096" r:id="rId3"/>
    <p:sldId id="26097" r:id="rId4"/>
    <p:sldId id="26098" r:id="rId5"/>
    <p:sldId id="26099" r:id="rId6"/>
    <p:sldId id="26100" r:id="rId7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2024/10/19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593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18120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95018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02258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99823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37697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2024/10/19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8170887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2024/10/19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42460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2024/10/19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837007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2024/10/19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277908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2024/10/19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574714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2024/10/19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46468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2024/10/19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506422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2024/10/19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367193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2024/10/19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1612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2024/10/19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9755382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2024/10/19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337484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2024/10/19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648003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37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892" indent="-3428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2083890" y="339502"/>
            <a:ext cx="4648350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2083890" y="339502"/>
            <a:ext cx="46483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透早去撒好種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9BC679E9-30AF-5E4D-9822-CF39C523AA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03598"/>
            <a:ext cx="9114119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透早去撒好種，用殷勤及熱情，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日晝去撒好種，半哺也無停；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著吞愞到稻熟，寬心聽候收成，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就會歡喜吟詩，五穀收倒來！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54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88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988071AA-853A-3245-BF82-40295B6FF256}"/>
              </a:ext>
            </a:extLst>
          </p:cNvPr>
          <p:cNvSpPr txBox="1"/>
          <p:nvPr/>
        </p:nvSpPr>
        <p:spPr>
          <a:xfrm>
            <a:off x="251520" y="495712"/>
            <a:ext cx="15808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1-1.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4053414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2083890" y="339502"/>
            <a:ext cx="4648350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2083890" y="339502"/>
            <a:ext cx="46483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透早去撒好種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988071AA-853A-3245-BF82-40295B6FF256}"/>
              </a:ext>
            </a:extLst>
          </p:cNvPr>
          <p:cNvSpPr txBox="1"/>
          <p:nvPr/>
        </p:nvSpPr>
        <p:spPr>
          <a:xfrm>
            <a:off x="251520" y="495712"/>
            <a:ext cx="15808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1-2.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F7632FBE-93F1-6E47-873A-A5BAC2E0B5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03598"/>
            <a:ext cx="9114119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五穀收倒來！五穀收倒來！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就會歡喜吟詩，五穀收倒來！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五穀收倒來！五穀收倒來！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就會歡喜吟詩，五穀收倒來！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54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88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83523116-4A3B-4C45-A78A-F0EC99FB2FA0}"/>
              </a:ext>
            </a:extLst>
          </p:cNvPr>
          <p:cNvSpPr txBox="1"/>
          <p:nvPr/>
        </p:nvSpPr>
        <p:spPr>
          <a:xfrm>
            <a:off x="107504" y="1108943"/>
            <a:ext cx="1440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kumimoji="1" lang="zh-TW" altLang="en-US" sz="2400" dirty="0"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kumimoji="1" lang="en-US" altLang="zh-TW" sz="2400" dirty="0"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kumimoji="1" lang="zh-TW" altLang="en-US" sz="2400" dirty="0"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11114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2083890" y="339502"/>
            <a:ext cx="4648350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2083890" y="339502"/>
            <a:ext cx="46483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透早去撒好種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988071AA-853A-3245-BF82-40295B6FF256}"/>
              </a:ext>
            </a:extLst>
          </p:cNvPr>
          <p:cNvSpPr txBox="1"/>
          <p:nvPr/>
        </p:nvSpPr>
        <p:spPr>
          <a:xfrm>
            <a:off x="251520" y="495712"/>
            <a:ext cx="15808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-1.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241F4576-F1A4-4B42-9F54-917E212348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03598"/>
            <a:ext cx="9114119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好天去撒好種，風雨也</a:t>
            </a:r>
            <a:r>
              <a:rPr lang="zh-TW" altLang="zh-TW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</a:rPr>
              <a:t>呣</a:t>
            </a: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通停，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雖然烏雲遮密，也是著向前；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工課若做清楚，即時就通收成，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就會歡喜吟詩，五穀收倒來！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54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88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9089623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2083890" y="339502"/>
            <a:ext cx="4648350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2083890" y="339502"/>
            <a:ext cx="46483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透早去撒好種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988071AA-853A-3245-BF82-40295B6FF256}"/>
              </a:ext>
            </a:extLst>
          </p:cNvPr>
          <p:cNvSpPr txBox="1"/>
          <p:nvPr/>
        </p:nvSpPr>
        <p:spPr>
          <a:xfrm>
            <a:off x="251520" y="495712"/>
            <a:ext cx="15808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-2.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F7632FBE-93F1-6E47-873A-A5BAC2E0B5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03598"/>
            <a:ext cx="9114119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五穀收倒來！五穀收倒來！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就會歡喜吟詩，五穀收倒來！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五穀收倒來！五穀收倒來！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就會歡喜吟詩，五穀收倒來！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54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88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83523116-4A3B-4C45-A78A-F0EC99FB2FA0}"/>
              </a:ext>
            </a:extLst>
          </p:cNvPr>
          <p:cNvSpPr txBox="1"/>
          <p:nvPr/>
        </p:nvSpPr>
        <p:spPr>
          <a:xfrm>
            <a:off x="107504" y="1108943"/>
            <a:ext cx="1440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kumimoji="1" lang="zh-TW" altLang="en-US" sz="2400" dirty="0"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kumimoji="1" lang="en-US" altLang="zh-TW" sz="2400" dirty="0"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kumimoji="1" lang="zh-TW" altLang="en-US" sz="2400" dirty="0"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41503488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2083890" y="339502"/>
            <a:ext cx="4648350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2083890" y="339502"/>
            <a:ext cx="46483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透早去撒好種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988071AA-853A-3245-BF82-40295B6FF256}"/>
              </a:ext>
            </a:extLst>
          </p:cNvPr>
          <p:cNvSpPr txBox="1"/>
          <p:nvPr/>
        </p:nvSpPr>
        <p:spPr>
          <a:xfrm>
            <a:off x="251520" y="495712"/>
            <a:ext cx="15808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3-1.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072DFD88-2873-6A4F-9F19-50BDDDB60F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03598"/>
            <a:ext cx="9114119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照常去撒好種，做工甘願著磨，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雖然抵著危險，</a:t>
            </a:r>
            <a:r>
              <a:rPr lang="zh-TW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</a:rPr>
              <a:t>呣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肯半路息；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工程若是完成，救主就來接我，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就會歡喜吟詩，五穀收倒來！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54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88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9131467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2083890" y="339502"/>
            <a:ext cx="4648350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2083890" y="339502"/>
            <a:ext cx="46483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透早去撒好種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988071AA-853A-3245-BF82-40295B6FF256}"/>
              </a:ext>
            </a:extLst>
          </p:cNvPr>
          <p:cNvSpPr txBox="1"/>
          <p:nvPr/>
        </p:nvSpPr>
        <p:spPr>
          <a:xfrm>
            <a:off x="251520" y="495712"/>
            <a:ext cx="15808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3-2.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F7632FBE-93F1-6E47-873A-A5BAC2E0B5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03598"/>
            <a:ext cx="9114119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五穀收倒來！五穀收倒來！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就會歡喜吟詩，五穀收倒來！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五穀收倒來！五穀收倒來！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就會歡喜吟詩，五穀收倒來！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54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88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83523116-4A3B-4C45-A78A-F0EC99FB2FA0}"/>
              </a:ext>
            </a:extLst>
          </p:cNvPr>
          <p:cNvSpPr txBox="1"/>
          <p:nvPr/>
        </p:nvSpPr>
        <p:spPr>
          <a:xfrm>
            <a:off x="107504" y="1108943"/>
            <a:ext cx="1440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kumimoji="1" lang="zh-TW" altLang="en-US" sz="2400" dirty="0"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kumimoji="1" lang="en-US" altLang="zh-TW" sz="2400" dirty="0"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kumimoji="1" lang="zh-TW" altLang="en-US" sz="2400" dirty="0"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000014424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20652</TotalTime>
  <Words>380</Words>
  <Application>Microsoft Macintosh PowerPoint</Application>
  <PresentationFormat>如螢幕大小 (16:9)</PresentationFormat>
  <Paragraphs>51</Paragraphs>
  <Slides>6</Slides>
  <Notes>6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2" baseType="lpstr">
      <vt:lpstr>全宋體-2</vt:lpstr>
      <vt:lpstr>微軟正黑體</vt:lpstr>
      <vt:lpstr>新細明體</vt:lpstr>
      <vt:lpstr>Arial</vt:lpstr>
      <vt:lpstr>Calibri</vt:lpstr>
      <vt:lpstr>6_Office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4715</cp:revision>
  <dcterms:created xsi:type="dcterms:W3CDTF">2009-02-27T08:32:01Z</dcterms:created>
  <dcterms:modified xsi:type="dcterms:W3CDTF">2024-10-18T16:32:34Z</dcterms:modified>
</cp:coreProperties>
</file>