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041" r:id="rId2"/>
    <p:sldId id="25042" r:id="rId3"/>
    <p:sldId id="25043" r:id="rId4"/>
    <p:sldId id="25044" r:id="rId5"/>
    <p:sldId id="25045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836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695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679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547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02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942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5087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0091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62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6378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190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5733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390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38055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35416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2929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8499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我欣慕真理的神，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求祢永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我內面；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叫醒我心識道理，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益發明白聖旨意。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我欣慕真理的神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016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我欣慕疼痛的神，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求祢永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我內面；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賞賜焰火除罪孽，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心思污穢變聖潔。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我欣慕真理的神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4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我欣慕平安的神，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求祢永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我內面； 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世情攪擾心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靜，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祢翼下得安寧。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我欣慕真理的神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22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我欣慕權能的神，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求祢永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我內面；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頭前路站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𣍐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會知，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靠祢進前免受害。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我欣慕真理的神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433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我欣慕歡喜的神，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求祢永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我內面；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山間及曠野，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到永遠謳咾感謝。阿們。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(5/5)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99592" y="1151651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我欣慕真理的神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08026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20654</TotalTime>
  <Words>220</Words>
  <Application>Microsoft Macintosh PowerPoint</Application>
  <PresentationFormat>如螢幕大小 (16:9)</PresentationFormat>
  <Paragraphs>40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全宋體-2</vt:lpstr>
      <vt:lpstr>微軟正黑體</vt:lpstr>
      <vt:lpstr>新細明體</vt:lpstr>
      <vt:lpstr>Arial</vt:lpstr>
      <vt:lpstr>Calibri</vt:lpstr>
      <vt:lpstr>5_Office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4716</cp:revision>
  <dcterms:created xsi:type="dcterms:W3CDTF">2009-02-27T08:32:01Z</dcterms:created>
  <dcterms:modified xsi:type="dcterms:W3CDTF">2024-04-11T15:17:38Z</dcterms:modified>
</cp:coreProperties>
</file>