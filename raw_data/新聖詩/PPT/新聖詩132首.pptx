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8" r:id="rId2"/>
    <p:sldId id="5279" r:id="rId3"/>
    <p:sldId id="5280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72" y="-5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0088" y="1203598"/>
            <a:ext cx="9174088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耶穌疼我！我知明，因為記載佇聖經，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細漢囝仔雖軟茈，耶穌會疼惜命命。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主耶穌疼我！主耶穌疼我！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主耶穌疼我！有記載佇聖經。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090203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620" y="1203598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耶穌疼我！祂有死，有將天門開到離，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我的罪過祂洗盡，互祂細子入內面。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主耶穌疼我！主耶穌疼我！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主耶穌疼我！有記載佇聖經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zh-TW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882572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21993" y="1203598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耶穌疼我！相同行，佇我身邊免驚惶，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我若疼祂到路尾，祂欲導我見天父。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主耶穌疼我！主耶穌疼我！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主耶穌疼我！有記載佇聖經。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zh-TW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072124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20635</TotalTime>
  <Words>119</Words>
  <Application>Microsoft Macintosh PowerPoint</Application>
  <PresentationFormat>如螢幕大小 (16:9)</PresentationFormat>
  <Paragraphs>21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4696</cp:revision>
  <dcterms:created xsi:type="dcterms:W3CDTF">2009-02-27T08:32:01Z</dcterms:created>
  <dcterms:modified xsi:type="dcterms:W3CDTF">2023-06-10T04:24:12Z</dcterms:modified>
</cp:coreProperties>
</file>