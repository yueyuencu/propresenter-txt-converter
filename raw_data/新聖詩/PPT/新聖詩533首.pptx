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4797" r:id="rId2"/>
    <p:sldId id="24798" r:id="rId3"/>
    <p:sldId id="24799" r:id="rId4"/>
    <p:sldId id="24800" r:id="rId5"/>
    <p:sldId id="24801" r:id="rId6"/>
    <p:sldId id="24802" r:id="rId7"/>
    <p:sldId id="24803" r:id="rId8"/>
    <p:sldId id="24804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2024/3/15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8286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6467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9099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1077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0902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08358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48712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7936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95059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65098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2530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18566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319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93120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62641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25277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48067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76009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708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2024/3/15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850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312689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我真愛講這故事，天頂奧妙的代，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論主極大的榮光，以及祂大仁愛；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我真愛講這故事，因為我知是實，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互我心安兼知足，贏過芳花甜蜜。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204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31724"/>
            <a:ext cx="10801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我真愛講這故事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1460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2139702"/>
            <a:ext cx="9145844" cy="219516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我真愛講這故事，上天也講這故事，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永遠新新的故事，數念疼我的主。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204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86894" y="754707"/>
            <a:ext cx="10801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我真愛講這故事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597AEB0-5A47-D549-8454-A3B89980A6A7}"/>
              </a:ext>
            </a:extLst>
          </p:cNvPr>
          <p:cNvSpPr txBox="1"/>
          <p:nvPr/>
        </p:nvSpPr>
        <p:spPr>
          <a:xfrm>
            <a:off x="6772057" y="1468715"/>
            <a:ext cx="237626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630518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312689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我真愛講這故事，愈想愈有滋味，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世間逐項所向望，攏總及這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比；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我真愛講這故事，對這受大感激，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所以報我所經過，望恁來得利益。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204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31724"/>
            <a:ext cx="108012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2-1.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我真愛講這故事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3242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2139702"/>
            <a:ext cx="9145844" cy="219516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我真愛講這故事，上天也講這故事，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永遠新新的故事，數念疼我的主。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204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86894" y="754707"/>
            <a:ext cx="108012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2-2.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我真愛講這故事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597AEB0-5A47-D549-8454-A3B89980A6A7}"/>
              </a:ext>
            </a:extLst>
          </p:cNvPr>
          <p:cNvSpPr txBox="1"/>
          <p:nvPr/>
        </p:nvSpPr>
        <p:spPr>
          <a:xfrm>
            <a:off x="6772057" y="1468715"/>
            <a:ext cx="237626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84622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312689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我真愛講這故事，親像樂器的聲，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逐擺愈想愈出奇，愈講也愈好聽；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我真愛講這故事，世人真多未聽，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上帝聖經所記載，福音救人的聲。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5/8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204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31724"/>
            <a:ext cx="108012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我真愛講這故事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3321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2139702"/>
            <a:ext cx="9145844" cy="219516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我真愛講這故事，上天也講這故事，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永遠新新的故事，數念疼我的主。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6/8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204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86894" y="754707"/>
            <a:ext cx="108012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我真愛講這故事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597AEB0-5A47-D549-8454-A3B89980A6A7}"/>
              </a:ext>
            </a:extLst>
          </p:cNvPr>
          <p:cNvSpPr txBox="1"/>
          <p:nvPr/>
        </p:nvSpPr>
        <p:spPr>
          <a:xfrm>
            <a:off x="6772057" y="1468715"/>
            <a:ext cx="237626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030062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312689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我真愛講這故事，雖然聽到熟熟，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猶原愈枵愈嘴焦，欣慕愛聽到極；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到佇榮光的所在，啲吟天頂的詩， 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也是記念這故事，救主仁愛無比。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7/8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204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31724"/>
            <a:ext cx="108012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4-1.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我真愛講這故事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8137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2139702"/>
            <a:ext cx="9145844" cy="219516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我真愛講這故事，上天也講這故事，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永遠新新的故事，數念疼我的主。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8/8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204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86894" y="754707"/>
            <a:ext cx="108012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4-2.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我真愛講這故事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597AEB0-5A47-D549-8454-A3B89980A6A7}"/>
              </a:ext>
            </a:extLst>
          </p:cNvPr>
          <p:cNvSpPr txBox="1"/>
          <p:nvPr/>
        </p:nvSpPr>
        <p:spPr>
          <a:xfrm>
            <a:off x="6772057" y="1468715"/>
            <a:ext cx="237626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4620398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20649</TotalTime>
  <Words>476</Words>
  <Application>Microsoft Macintosh PowerPoint</Application>
  <PresentationFormat>如螢幕大小 (16:9)</PresentationFormat>
  <Paragraphs>60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全宋體-2</vt:lpstr>
      <vt:lpstr>微軟正黑體</vt:lpstr>
      <vt:lpstr>新細明體</vt:lpstr>
      <vt:lpstr>Arial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4707</cp:revision>
  <dcterms:created xsi:type="dcterms:W3CDTF">2009-02-27T08:32:01Z</dcterms:created>
  <dcterms:modified xsi:type="dcterms:W3CDTF">2024-03-15T13:09:50Z</dcterms:modified>
</cp:coreProperties>
</file>