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0" r:id="rId2"/>
    <p:sldId id="5281" r:id="rId3"/>
    <p:sldId id="5282" r:id="rId4"/>
    <p:sldId id="528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44" y="-11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咱人欲行天路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應該日日進步，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好膽進前時刻無停，</a:t>
            </a:r>
          </a:p>
          <a:p>
            <a:pPr>
              <a:spcBef>
                <a:spcPts val="1200"/>
              </a:spcBef>
            </a:pP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通心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志冷冷。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625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927670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天堂門路大開，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耶穌及咱做堆；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互咱換新，改歹品行，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保咱佇父面前。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625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570407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天堂門路正直，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咱行心著誠實；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無貪世間錢財富貴，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無互私慾連累。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625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104860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天路透到永活，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咱行心著開闊；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致意引導別人來行，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大家同到天城。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625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017805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129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2022-11-05T09:51:29Z</dcterms:modified>
</cp:coreProperties>
</file>