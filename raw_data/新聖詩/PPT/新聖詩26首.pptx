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90" r:id="rId2"/>
    <p:sldId id="5291" r:id="rId3"/>
    <p:sldId id="5292" r:id="rId4"/>
    <p:sldId id="5293" r:id="rId5"/>
    <p:sldId id="5294" r:id="rId6"/>
    <p:sldId id="5295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04" y="-1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今阮感謝上帝，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出聲吟詩對心底，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主行奇異代誌，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萬民掠祂做歡喜；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41768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阮對母胎出世，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祂就賜福無離，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用祂無數仁愛，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今日猶啲款待。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86252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懇求施恩上帝，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一生及阮常佇啲，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賜阮喜樂心肝，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也賜平安及阮住；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48929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用祂恩惠保守，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艱難得著解救，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導阮脫離災害，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現在續到將來。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67722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謳咾感謝的祭，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一切歸互父上帝，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也歸聖子、聖神，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佇極高掌理萬民；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254389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27" y="1150483"/>
            <a:ext cx="9114119" cy="3960440"/>
          </a:xfrm>
        </p:spPr>
        <p:txBody>
          <a:bodyPr/>
          <a:lstStyle/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三一永活上帝，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頌讚遍滿天地， </a:t>
            </a:r>
          </a:p>
          <a:p>
            <a:r>
              <a:rPr lang="zh-TW" altLang="en-US" sz="42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過去，現在，將來，</a:t>
            </a:r>
          </a:p>
          <a:p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永遠謳咾敬拜。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64610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192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2022-01-08T10:35:27Z</dcterms:modified>
</cp:coreProperties>
</file>