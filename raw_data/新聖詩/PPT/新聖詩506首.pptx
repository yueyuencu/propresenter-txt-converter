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2" r:id="rId2"/>
    <p:sldId id="5273" r:id="rId3"/>
    <p:sldId id="5274" r:id="rId4"/>
    <p:sldId id="5275" r:id="rId5"/>
    <p:sldId id="5276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48" y="-8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48880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拜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上帝的子兒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時常著歡喜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因為上帝照顧咱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祂疼咱子兒。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48880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拜上帝的子兒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攏總著誠實，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因為上帝愛子兒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殷勤來過日。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43693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48880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拜上帝的子兒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攏著講好話，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按呢上帝就歡喜，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看咱做寶貝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876373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48880"/>
            <a:ext cx="9114119" cy="3672408"/>
          </a:xfrm>
        </p:spPr>
        <p:txBody>
          <a:bodyPr/>
          <a:lstStyle/>
          <a:p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拜上帝的子兒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攏著有笑容，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因為上帝愛咱和，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溫純閣善良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02801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48880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拜上帝的子兒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來相及吟詩，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謳咾上帝聖尊名，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數念祂慈悲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554736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120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2017-09-24T11:37:56Z</dcterms:modified>
</cp:coreProperties>
</file>