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2" r:id="rId2"/>
    <p:sldId id="5273" r:id="rId3"/>
    <p:sldId id="5274" r:id="rId4"/>
    <p:sldId id="5275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96" y="-6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20/5/23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3485" y="2564904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上帝是阮逃閃所在，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佇患難中及時幫助；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地雖變遷，山移到海，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阮也無驚，主中間。 </a:t>
            </a:r>
            <a:endParaRPr lang="zh-TW" altLang="en-US" sz="3600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(1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3485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至高的主所聖城，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的確永遠會搖動；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上帝出聲，列國攏驚，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祂會幫助暝日無閬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144518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3485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萬軍的主及阮佇啲，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做阮高臺保護所在；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  著來看主奇妙所做，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互地荒廢到真厲害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589822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13485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祂遏折弓也斬斷槍，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火燒戰車交戰攏息；</a:t>
            </a:r>
          </a:p>
          <a:p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  祂名顯赫佇遍地上，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  世界萬民尊祂做大</a:t>
            </a:r>
            <a:r>
              <a:rPr lang="zh-TW" altLang="en-US" sz="36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(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)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endParaRPr lang="en-US" altLang="zh-TW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85581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118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2020-05-23T14:54:29Z</dcterms:modified>
</cp:coreProperties>
</file>