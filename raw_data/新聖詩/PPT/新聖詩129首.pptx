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8" r:id="rId2"/>
    <p:sldId id="5279" r:id="rId3"/>
    <p:sldId id="5280" r:id="rId4"/>
    <p:sldId id="528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44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23/3/15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活命米糧對天降臨，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真實活命上帝賞賜；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領受禮物恩典極深，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無論甜苦感謝上主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914869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真實米糧養飼世界，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需要日食賞賜充足；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主賜恩惠，無限仁愛，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顯明慈悲憐憫軟弱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044116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上帝米糧賜人無缺，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見若就近，祂無拒絕；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所差基督著信無疑，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謙卑信靠趁祂旨意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938331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上帝的子活命米糧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臨到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世間賞賜永活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結連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基督真葡萄樹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及祂及人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同死同活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29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153777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139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2023-03-15T12:30:34Z</dcterms:modified>
</cp:coreProperties>
</file>