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375" r:id="rId2"/>
    <p:sldId id="25376" r:id="rId3"/>
    <p:sldId id="25377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6032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4208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9455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53843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8383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91916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44153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9187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23517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85978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20246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68730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49999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45926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7319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27584" y="339502"/>
            <a:ext cx="684076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1203598"/>
            <a:ext cx="1224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27584" y="329147"/>
            <a:ext cx="68407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至聖的天父，求祢俯落聽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至聖的天父，求祢俯落聽，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願祢賜聖神教示阮相疼；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溫柔閣謙卑，德行愈加添，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逐日敖克己，疼人親像祢。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520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/3)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263</a:t>
            </a:r>
          </a:p>
        </p:txBody>
      </p:sp>
    </p:spTree>
    <p:extLst>
      <p:ext uri="{BB962C8B-B14F-4D97-AF65-F5344CB8AC3E}">
        <p14:creationId xmlns:p14="http://schemas.microsoft.com/office/powerpoint/2010/main" val="2721606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27584" y="339502"/>
            <a:ext cx="684076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27584" y="329147"/>
            <a:ext cx="68407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至聖的天父，求祢俯落聽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求祢引導我會謹慎生活，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若佇祢面前顯出互祢看；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互阮會決心隨主的腳步，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盡心疼別人，注神看耶穌。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520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(2/3)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263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1203598"/>
            <a:ext cx="1224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427642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27584" y="339502"/>
            <a:ext cx="684076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27584" y="329147"/>
            <a:ext cx="68407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至聖的天父，求祢俯落聽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助阮確實知祢時常近倚，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阮雖莽軟弱，祢的氣力大；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地上艱苦事圍阮到失志，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獨獨這相疼互阮莫放離。阿們。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520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(3/3)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263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1203598"/>
            <a:ext cx="1224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0240689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20641</TotalTime>
  <Words>184</Words>
  <Application>Microsoft Macintosh PowerPoint</Application>
  <PresentationFormat>如螢幕大小 (16:9)</PresentationFormat>
  <Paragraphs>24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4698</cp:revision>
  <dcterms:created xsi:type="dcterms:W3CDTF">2009-02-27T08:32:01Z</dcterms:created>
  <dcterms:modified xsi:type="dcterms:W3CDTF">2025-01-18T09:31:17Z</dcterms:modified>
</cp:coreProperties>
</file>