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5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我欣慕救主耶穌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，因為罪惡滿滿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心肝烏暗有犯罪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，靈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魂若死一般；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愛得清氣的水泉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，互我罪過洗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清，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是對基督的寶血</a:t>
            </a:r>
            <a:r>
              <a:rPr lang="en-US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 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 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得著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贖罪成聖。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050163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我欣慕救主耶穌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，求祢施大權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能，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感化我心會勇健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，時刻眷顧無停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我欣慕主的仁愛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，互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我路上快樂，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堅固我心無僥疑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，扶持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助我信服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38738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3.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我欣慕救主耶穌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，至好朋友是祢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 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深深安慰可憐我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，照顧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無論生死；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我愛得主的慈悲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，祢知逐人掛慮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也知逐項的試煉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，體貼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憂悶苦事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18209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4.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我欣慕救主耶穌</a:t>
            </a:r>
            <a:r>
              <a:rPr lang="zh-TW" altLang="zh-TW" dirty="0" smtClean="0">
                <a:solidFill>
                  <a:schemeClr val="tx1"/>
                </a:solidFill>
                <a:ea typeface="華康中圓體"/>
              </a:rPr>
              <a:t>，向望見祢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的面，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通看天父的榮光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，知祂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恩典無盡；</a:t>
            </a:r>
          </a:p>
          <a:p>
            <a:r>
              <a:rPr lang="zh-TW" altLang="zh-TW" dirty="0">
                <a:solidFill>
                  <a:schemeClr val="tx1"/>
                </a:solidFill>
                <a:ea typeface="華康中圓體"/>
              </a:rPr>
              <a:t>  主血所贖的子兒</a:t>
            </a:r>
            <a:r>
              <a:rPr lang="zh-TW" altLang="zh-TW" dirty="0" smtClean="0">
                <a:solidFill>
                  <a:schemeClr val="tx1"/>
                </a:solidFill>
                <a:ea typeface="華康中圓體"/>
              </a:rPr>
              <a:t>，我及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dirty="0" smtClean="0">
                <a:solidFill>
                  <a:schemeClr val="tx1"/>
                </a:solidFill>
                <a:ea typeface="華康中圓體"/>
              </a:rPr>
              <a:t>同歡喜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chemeClr val="tx1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吟詩謳咾主耶穌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，佇天永遠見祢。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669690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164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2015-08-10T02:36:42Z</dcterms:modified>
</cp:coreProperties>
</file>