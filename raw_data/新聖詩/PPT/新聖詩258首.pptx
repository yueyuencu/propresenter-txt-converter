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0" r:id="rId2"/>
    <p:sldId id="5271" r:id="rId3"/>
    <p:sldId id="5272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00" y="-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特圓體" pitchFamily="49" charset="-120"/>
              </a:rPr>
              <a:t>1.</a:t>
            </a:r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請咱齊聲感謝上帝，疼痛憐憫到萬世，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聖子降世設立聖會，施恩救人赦免罪；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上帝恩典極大無比，耶穌為咱來受死，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咱若靠祂就攏免驚，到尾穩當會卡贏。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特圓體" pitchFamily="49" charset="-120"/>
              </a:rPr>
              <a:t>258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1/3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特圓體" pitchFamily="49" charset="-120"/>
              </a:rPr>
              <a:t>170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08030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上帝聖會遍滿天下，原本咱人是一家，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歡喜進入耶穌聖會，及父上帝相交陪；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上帝聖會無論老幼，倚靠基督就得救，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富貴貧賤無分彼此，天下只有一個主。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258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2/3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170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342753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原本主</a:t>
            </a:r>
            <a:r>
              <a:rPr lang="zh-TW" altLang="en-US" b="1" dirty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天頂聖所，甘願降世受艱苦， </a:t>
            </a:r>
            <a:r>
              <a:rPr lang="zh-TW" altLang="en-US" dirty="0">
                <a:latin typeface="華康中圓體"/>
                <a:ea typeface="華康中圓體"/>
              </a:rPr>
              <a:t>　</a:t>
            </a:r>
          </a:p>
          <a:p>
            <a:r>
              <a:rPr lang="zh-TW" altLang="en-US" dirty="0">
                <a:latin typeface="華康中圓體"/>
                <a:ea typeface="華康中圓體"/>
              </a:rPr>
              <a:t>  </a:t>
            </a:r>
            <a:r>
              <a:rPr lang="en-US" altLang="zh-TW" dirty="0" smtClean="0">
                <a:latin typeface="華康中圓體"/>
                <a:ea typeface="華康中圓體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latin typeface="華康中圓體"/>
                <a:ea typeface="華康中圓體"/>
              </a:rPr>
              <a:t>拯救人類脫離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死罪，引導眾人入聖會</a:t>
            </a:r>
            <a:r>
              <a:rPr lang="zh-TW" altLang="en-US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； </a:t>
            </a:r>
            <a:r>
              <a:rPr lang="zh-TW" altLang="en-US" dirty="0">
                <a:latin typeface="華康中圓體"/>
                <a:ea typeface="華康中圓體"/>
              </a:rPr>
              <a:t>　</a:t>
            </a:r>
            <a:endParaRPr lang="en-US" altLang="zh-TW" dirty="0">
              <a:latin typeface="華康中圓體"/>
              <a:ea typeface="華康中圓體"/>
            </a:endParaRPr>
          </a:p>
          <a:p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    聖神暝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日保護照顧，助咱好膽行天路</a:t>
            </a:r>
            <a:r>
              <a:rPr lang="zh-TW" altLang="en-US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en-US" dirty="0" smtClean="0">
                <a:latin typeface="華康中圓體"/>
                <a:ea typeface="華康中圓體"/>
              </a:rPr>
              <a:t>   </a:t>
            </a:r>
            <a:r>
              <a:rPr lang="zh-TW" altLang="en-US" dirty="0" smtClean="0">
                <a:solidFill>
                  <a:srgbClr val="0000CC"/>
                </a:solidFill>
                <a:latin typeface="華康中圓體"/>
                <a:ea typeface="華康中圓體"/>
              </a:rPr>
              <a:t>隨主腳步趁祂來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行，到尾穩當入天城。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258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3/3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170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57500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20620</TotalTime>
  <Words>96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4686</cp:revision>
  <dcterms:created xsi:type="dcterms:W3CDTF">2009-02-27T08:32:01Z</dcterms:created>
  <dcterms:modified xsi:type="dcterms:W3CDTF">2014-06-28T08:36:29Z</dcterms:modified>
</cp:coreProperties>
</file>