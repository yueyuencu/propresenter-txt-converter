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001" r:id="rId2"/>
    <p:sldId id="25002" r:id="rId3"/>
    <p:sldId id="25003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9" autoAdjust="0"/>
    <p:restoredTop sz="92222" autoAdjust="0"/>
  </p:normalViewPr>
  <p:slideViewPr>
    <p:cSldViewPr>
      <p:cViewPr varScale="1">
        <p:scale>
          <a:sx n="113" d="100"/>
          <a:sy n="113" d="100"/>
        </p:scale>
        <p:origin x="72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2025/6/13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374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066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875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1360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3317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394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5679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209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380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768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3559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2797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89819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7223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2846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339502"/>
            <a:ext cx="504056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334882"/>
            <a:ext cx="5040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真主上帝造天地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6FA1911-9B7E-8D44-9190-3383651D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真主上帝造天地，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會光會暗無人會；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暝轉做日，日轉暝，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生成萬物功勞圓。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(1/3)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27098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3966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339502"/>
            <a:ext cx="504056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334882"/>
            <a:ext cx="5040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真主上帝造天地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6FA1911-9B7E-8D44-9190-3383651D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上帝慈心著敬服，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保庇眾人賜福祿；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食、穿及用攏妥當，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萬物齊備祂親創。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27098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8678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339502"/>
            <a:ext cx="504056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334882"/>
            <a:ext cx="5040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真主上帝造天地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6FA1911-9B7E-8D44-9190-3383651D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主的功勞大無比，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拯救靈魂攏免死；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天下四海大及細，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誠心敬拜獨上帝。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27098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9304704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20662</TotalTime>
  <Words>126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4714</cp:revision>
  <dcterms:created xsi:type="dcterms:W3CDTF">2009-02-27T08:32:01Z</dcterms:created>
  <dcterms:modified xsi:type="dcterms:W3CDTF">2025-06-13T05:57:38Z</dcterms:modified>
</cp:coreProperties>
</file>