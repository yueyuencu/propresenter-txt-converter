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7300" r:id="rId2"/>
    <p:sldId id="27301" r:id="rId3"/>
    <p:sldId id="27302" r:id="rId4"/>
    <p:sldId id="27303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2025/7/26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061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2899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0275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7097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8917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96629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46643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5839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80254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89182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40414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40448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22975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60454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34431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03465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53999" y="520393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基督做咱堅固地基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84C09EB3-9CD6-9941-BDFD-FDFA3AE3C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13" y="1419622"/>
            <a:ext cx="9174088" cy="3240360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基督做咱堅固地基，珍重厝角石是祂；</a:t>
            </a:r>
          </a:p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聖主所選實在寶貴，連結聖會歸佇祂；</a:t>
            </a:r>
          </a:p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榮光聖城攏無廢去，堅心信靠免僥疑。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11909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53999" y="520393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基督做咱堅固地基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E9D4208B-36F5-D943-8CCB-99893871BD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13" y="1419622"/>
            <a:ext cx="9174088" cy="3240360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阮欲進入聖殿祈禱，求祢鑒納阮謳咾；</a:t>
            </a:r>
          </a:p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救主時刻疼人溫和，歡喜應允阮求討；</a:t>
            </a:r>
          </a:p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祢的賜福充滿在座，受祢保守永無錯。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16217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53999" y="520393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基督做咱堅固地基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12BCF66A-6892-DA49-8E19-DFC78D0ED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13" y="1419622"/>
            <a:ext cx="9174088" cy="3240360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至聖救主降臨會中，求祢施恩全會眾；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恩典相續萬民同享，保全賜福無限量；</a:t>
            </a:r>
          </a:p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統治權柄佇祢手中，榮光</a:t>
            </a:r>
            <a:r>
              <a:rPr lang="zh-TW" altLang="zh-TW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廢永無窮。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16670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53999" y="520393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基督做咱堅固地基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87E2CFA0-03D9-F649-B1F6-83F1C26BA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13" y="1419622"/>
            <a:ext cx="9174088" cy="3240360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謳咾至尊聖父上帝，感謝聖子來降世；</a:t>
            </a:r>
          </a:p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稱呼聖神三位一體，永遠不變到萬世；</a:t>
            </a:r>
          </a:p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恩典慈悲榮光權勢，自古及今攏無替。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51566962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20634</TotalTime>
  <Words>233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4695</cp:revision>
  <dcterms:created xsi:type="dcterms:W3CDTF">2009-02-27T08:32:01Z</dcterms:created>
  <dcterms:modified xsi:type="dcterms:W3CDTF">2025-07-26T00:59:05Z</dcterms:modified>
</cp:coreProperties>
</file>