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417" r:id="rId2"/>
    <p:sldId id="25418" r:id="rId3"/>
    <p:sldId id="25419" r:id="rId4"/>
    <p:sldId id="25420" r:id="rId5"/>
    <p:sldId id="2542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1" autoAdjust="0"/>
    <p:restoredTop sz="92287" autoAdjust="0"/>
  </p:normalViewPr>
  <p:slideViewPr>
    <p:cSldViewPr>
      <p:cViewPr varScale="1">
        <p:scale>
          <a:sx n="146" d="100"/>
          <a:sy n="146" d="100"/>
        </p:scale>
        <p:origin x="168" y="4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2026/1/10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5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105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507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994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52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人對我講，今咱來去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06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人對我講，今咱來去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上主美妙的厝；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彼時我心到極歡喜，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煩惱一盡消除。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344666"/>
            <a:ext cx="900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246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人對我講，今咱來去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06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上帝聖城耶路撒冷，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阮來徛你殿內；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城受起造連絡齊整，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選民謳咾敬拜。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344666"/>
            <a:ext cx="900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2735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人對我講，今咱來去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06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佇遐主設審判寶座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是屬大闢的家；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著替聖城祈求平和，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疼你，興旺無替。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344666"/>
            <a:ext cx="900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07192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人對我講，今咱來去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06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願你城內享受平安，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願你宮內安樂，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為阮同伴佇彼中間，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願主施恩賜福。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344666"/>
            <a:ext cx="900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33098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人對我講，今咱來去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06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為咱上主錫安聖山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至聖的厝緣故，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我欲替你求主無息，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願祂賜福幫助。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344666"/>
            <a:ext cx="900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1655264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227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2026-01-10T10:24:41Z</dcterms:modified>
</cp:coreProperties>
</file>