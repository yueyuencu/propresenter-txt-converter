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2" r:id="rId2"/>
    <p:sldId id="5273" r:id="rId3"/>
    <p:sldId id="5274" r:id="rId4"/>
    <p:sldId id="5275" r:id="rId5"/>
    <p:sldId id="5276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02" y="-1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2017/1/15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感謝主，賜水、土地、空氣，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祢賞賜萬物，攏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有好旨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意；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赦免阮霸佔、污染閣破壞，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助阮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更新全地上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生態。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289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感謝主，賜阮礦物、金屬，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互阮發展交通，起造房屋；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赦免阮搶奪、惡用閣毀壞，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助阮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更新全地上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生態。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4387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感謝主，賜阮無價能源，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原子能豐富，太陽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能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安全；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赦免阮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浪費，誤用惹災害，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助阮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更新全地上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生態。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583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感謝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主，編織自然生態，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成做地球一領外衫可愛；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赦免阮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急性，無意中破壞，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助阮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更新全地上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生態。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174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感謝主，為阮創造地球，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互阮代代倚起，久長享受；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使求主助阮節儉、分享、關懷，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請來更新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全地上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生態。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545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214</Words>
  <Application>Microsoft Office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投影片 1</vt:lpstr>
      <vt:lpstr>投影片 2</vt:lpstr>
      <vt:lpstr>投影片 3</vt:lpstr>
      <vt:lpstr>投影片 4</vt:lpstr>
      <vt:lpstr>投影片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CWD</cp:lastModifiedBy>
  <cp:revision>4702</cp:revision>
  <dcterms:created xsi:type="dcterms:W3CDTF">2009-02-27T08:32:01Z</dcterms:created>
  <dcterms:modified xsi:type="dcterms:W3CDTF">2017-01-14T16:22:46Z</dcterms:modified>
</cp:coreProperties>
</file>