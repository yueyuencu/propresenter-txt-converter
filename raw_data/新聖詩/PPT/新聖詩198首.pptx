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5277" r:id="rId2"/>
    <p:sldId id="5278" r:id="rId3"/>
    <p:sldId id="5279" r:id="rId4"/>
    <p:sldId id="5280" r:id="rId5"/>
    <p:sldId id="5281" r:id="rId6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544" y="-5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interSettings" Target="printerSettings/printerSettings1.bin"/><Relationship Id="rId9" Type="http://schemas.openxmlformats.org/officeDocument/2006/relationships/presProps" Target="presProps.xml"/><Relationship Id="rId1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15/8/1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5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15/8/1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15/8/1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15/8/1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15/8/1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15/8/1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15/8/1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15/8/1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15/8/1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15/8/1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15/8/1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15/8/1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15/8/1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>
                <a:solidFill>
                  <a:schemeClr val="tx1"/>
                </a:solidFill>
                <a:latin typeface="華康中圓體"/>
                <a:ea typeface="華康中圓體"/>
              </a:rPr>
              <a:t>1</a:t>
            </a:r>
            <a:r>
              <a:rPr lang="en-US" altLang="zh-TW" dirty="0" smtClean="0">
                <a:solidFill>
                  <a:schemeClr val="tx1"/>
                </a:solidFill>
                <a:latin typeface="華康中圓體"/>
                <a:ea typeface="華康中圓體"/>
              </a:rPr>
              <a:t>.</a:t>
            </a:r>
            <a:r>
              <a:rPr lang="zh-TW" altLang="zh-TW" dirty="0">
                <a:solidFill>
                  <a:schemeClr val="tx1"/>
                </a:solidFill>
                <a:ea typeface="華康中圓體"/>
              </a:rPr>
              <a:t>謳咾稱呼至大上帝，</a:t>
            </a:r>
          </a:p>
          <a:p>
            <a:r>
              <a:rPr lang="zh-TW" altLang="zh-TW" dirty="0">
                <a:solidFill>
                  <a:srgbClr val="0000CC"/>
                </a:solidFill>
                <a:ea typeface="華康中圓體"/>
              </a:rPr>
              <a:t>祢名流傳萬世！</a:t>
            </a:r>
          </a:p>
          <a:p>
            <a:r>
              <a:rPr lang="zh-TW" altLang="zh-TW" dirty="0">
                <a:solidFill>
                  <a:schemeClr val="tx1"/>
                </a:solidFill>
                <a:ea typeface="華康中圓體"/>
              </a:rPr>
              <a:t>祢將榮光排設佇天，</a:t>
            </a:r>
          </a:p>
          <a:p>
            <a:r>
              <a:rPr lang="zh-TW" altLang="zh-TW" dirty="0">
                <a:solidFill>
                  <a:srgbClr val="0000CC"/>
                </a:solidFill>
                <a:ea typeface="華康中圓體"/>
              </a:rPr>
              <a:t>真正偉大奇異</a:t>
            </a:r>
            <a:r>
              <a:rPr lang="zh-TW" altLang="zh-TW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19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8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</a:t>
            </a:r>
            <a:r>
              <a:rPr lang="zh-TW" altLang="en-US" u="sng" dirty="0">
                <a:solidFill>
                  <a:srgbClr val="000000"/>
                </a:solidFill>
                <a:latin typeface="華康中圓體"/>
                <a:ea typeface="華康中圓體"/>
              </a:rPr>
              <a:t>（</a:t>
            </a:r>
            <a:r>
              <a:rPr lang="en-US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164362806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2.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祢對兇猛的大對敵，</a:t>
            </a:r>
          </a:p>
          <a:p>
            <a:r>
              <a:rPr lang="zh-TW" altLang="zh-TW" dirty="0">
                <a:solidFill>
                  <a:srgbClr val="0000CC"/>
                </a:solidFill>
                <a:ea typeface="華康中圓體"/>
              </a:rPr>
              <a:t>顯出奇妙能力，</a:t>
            </a:r>
          </a:p>
          <a:p>
            <a:r>
              <a:rPr lang="zh-TW" altLang="zh-TW" dirty="0">
                <a:solidFill>
                  <a:srgbClr val="000000"/>
                </a:solidFill>
                <a:ea typeface="華康中圓體"/>
              </a:rPr>
              <a:t>對食奶嬰仔來顯明，</a:t>
            </a:r>
          </a:p>
          <a:p>
            <a:r>
              <a:rPr lang="zh-TW" altLang="zh-TW" dirty="0">
                <a:solidFill>
                  <a:srgbClr val="0000CC"/>
                </a:solidFill>
                <a:ea typeface="華康中圓體"/>
              </a:rPr>
              <a:t>會互對敵靜靜。</a:t>
            </a: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19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8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346104220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zh-TW" altLang="zh-TW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攑目看主所造的天，</a:t>
            </a:r>
          </a:p>
          <a:p>
            <a:r>
              <a:rPr lang="zh-TW" altLang="zh-TW" dirty="0">
                <a:solidFill>
                  <a:srgbClr val="0000CC"/>
                </a:solidFill>
                <a:ea typeface="華康中圓體"/>
              </a:rPr>
              <a:t>祢排列月及星，</a:t>
            </a:r>
          </a:p>
          <a:p>
            <a:r>
              <a:rPr lang="en-US" altLang="zh-TW" dirty="0">
                <a:solidFill>
                  <a:srgbClr val="000000"/>
                </a:solidFill>
                <a:ea typeface="華康中圓體"/>
              </a:rPr>
              <a:t>  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人是甚麼祢數念伊，</a:t>
            </a:r>
          </a:p>
          <a:p>
            <a:r>
              <a:rPr lang="zh-TW" altLang="zh-TW" dirty="0">
                <a:solidFill>
                  <a:srgbClr val="0000CC"/>
                </a:solidFill>
                <a:ea typeface="華康中圓體"/>
              </a:rPr>
              <a:t>也眷顧伊子兒</a:t>
            </a:r>
            <a:r>
              <a:rPr lang="zh-TW" altLang="zh-TW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19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8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243366695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zh-TW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伊比天使小可卡輸， </a:t>
            </a:r>
          </a:p>
          <a:p>
            <a:r>
              <a:rPr lang="zh-TW" altLang="zh-TW" dirty="0">
                <a:solidFill>
                  <a:srgbClr val="0000CC"/>
                </a:solidFill>
                <a:ea typeface="華康中圓體"/>
              </a:rPr>
              <a:t>尊榮冕旒攏有，</a:t>
            </a:r>
          </a:p>
          <a:p>
            <a:r>
              <a:rPr lang="zh-TW" altLang="zh-TW" dirty="0">
                <a:solidFill>
                  <a:srgbClr val="000000"/>
                </a:solidFill>
                <a:ea typeface="華康中圓體"/>
              </a:rPr>
              <a:t>  祢設立伊管理一切，</a:t>
            </a:r>
          </a:p>
          <a:p>
            <a:r>
              <a:rPr lang="zh-TW" altLang="zh-TW" dirty="0">
                <a:solidFill>
                  <a:srgbClr val="0000CC"/>
                </a:solidFill>
                <a:ea typeface="華康中圓體"/>
              </a:rPr>
              <a:t>萬物下伊腳下</a:t>
            </a:r>
            <a:r>
              <a:rPr lang="zh-TW" altLang="zh-TW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19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8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318357870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zh-TW" altLang="zh-TW" dirty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飛鳥走獸海內的魚，</a:t>
            </a:r>
          </a:p>
          <a:p>
            <a:r>
              <a:rPr lang="zh-TW" altLang="zh-TW" dirty="0">
                <a:solidFill>
                  <a:srgbClr val="0000CC"/>
                </a:solidFill>
                <a:ea typeface="華康中圓體"/>
              </a:rPr>
              <a:t>攏總降服佇伊，</a:t>
            </a:r>
          </a:p>
          <a:p>
            <a:r>
              <a:rPr lang="zh-TW" altLang="zh-TW" dirty="0">
                <a:solidFill>
                  <a:srgbClr val="000000"/>
                </a:solidFill>
                <a:ea typeface="華康中圓體"/>
              </a:rPr>
              <a:t>  宇宙主宰至大上帝，</a:t>
            </a:r>
          </a:p>
          <a:p>
            <a:r>
              <a:rPr lang="zh-TW" altLang="zh-TW" dirty="0">
                <a:solidFill>
                  <a:srgbClr val="0000CC"/>
                </a:solidFill>
                <a:ea typeface="華康中圓體"/>
              </a:rPr>
              <a:t>祢名流傳萬世</a:t>
            </a:r>
            <a:r>
              <a:rPr lang="zh-TW" altLang="zh-TW" dirty="0" smtClean="0">
                <a:solidFill>
                  <a:srgbClr val="0000CC"/>
                </a:solidFill>
                <a:ea typeface="華康中圓體"/>
              </a:rPr>
              <a:t>！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19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8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351929555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20629</TotalTime>
  <Words>132</Words>
  <Application>Microsoft Macintosh PowerPoint</Application>
  <PresentationFormat>如螢幕大小 (4:3)</PresentationFormat>
  <Paragraphs>30</Paragraphs>
  <Slides>5</Slides>
  <Notes>5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6" baseType="lpstr">
      <vt:lpstr>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4693</cp:revision>
  <dcterms:created xsi:type="dcterms:W3CDTF">2009-02-27T08:32:01Z</dcterms:created>
  <dcterms:modified xsi:type="dcterms:W3CDTF">2015-08-01T15:57:24Z</dcterms:modified>
</cp:coreProperties>
</file>