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183" r:id="rId2"/>
    <p:sldId id="27184" r:id="rId3"/>
    <p:sldId id="27185" r:id="rId4"/>
    <p:sldId id="27186" r:id="rId5"/>
    <p:sldId id="27187" r:id="rId6"/>
    <p:sldId id="27188" r:id="rId7"/>
    <p:sldId id="27189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782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822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974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007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716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523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055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1978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38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79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96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48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25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8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562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42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77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025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82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AD40234-BAA1-9C4C-8C34-B6DDA29A7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8809673" cy="3024336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(啟)創世以前就有道，道及上帝同在，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(應)道是上帝。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(啟)伊佇創世以前就及上帝同在。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(應)上帝通過伊來創造萬有；</a:t>
            </a:r>
          </a:p>
        </p:txBody>
      </p:sp>
    </p:spTree>
    <p:extLst>
      <p:ext uri="{BB962C8B-B14F-4D97-AF65-F5344CB8AC3E}">
        <p14:creationId xmlns:p14="http://schemas.microsoft.com/office/powerpoint/2010/main" val="97589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C7C5DC0-2AB1-AB49-98D0-D9AA326F6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7986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(啟)一切受造的逐項攏是通過道來創造。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(應)佇祂內面有活命；此個活命是人類的光。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(啟)此個光佇黑暗中啲照，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(應)黑暗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識贏過光。</a:t>
            </a:r>
          </a:p>
        </p:txBody>
      </p:sp>
    </p:spTree>
    <p:extLst>
      <p:ext uri="{BB962C8B-B14F-4D97-AF65-F5344CB8AC3E}">
        <p14:creationId xmlns:p14="http://schemas.microsoft.com/office/powerpoint/2010/main" val="349925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152731-B439-8B46-8C7F-EE48F2A84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8809673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(啟)祂佇世間；世間通過祂來創造，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拘世間人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識祂。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(應)祂來到家己的所在，家己的人無接納祂。</a:t>
            </a:r>
          </a:p>
        </p:txBody>
      </p:sp>
    </p:spTree>
    <p:extLst>
      <p:ext uri="{BB962C8B-B14F-4D97-AF65-F5344CB8AC3E}">
        <p14:creationId xmlns:p14="http://schemas.microsoft.com/office/powerpoint/2010/main" val="266929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EB53B5-4683-E244-82DA-2D7AA8D29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7986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(啟)許個接納祂的，就是信祂的人，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(應)祂賜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有權成做上帝的子兒。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𪜶呣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是對</a:t>
            </a:r>
            <a:r>
              <a:rPr lang="zh-TW" altLang="en-US" sz="3800" b="1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血統，</a:t>
            </a:r>
            <a:r>
              <a:rPr lang="zh-TW" altLang="zh-TW" sz="3800" b="1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對肉慾，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(應)嘛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是對查甫人的意念，是對上帝生的。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231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B968DB-DF5E-3946-AE55-2B9D9D70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7986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(啟)道成做人，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佇咱中間，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(應)充滿恩典及真理；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(啟)阮有看見祂的榮耀，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(應)是天父獨一的子才有的榮耀。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503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51705B-217E-D447-BC46-12703F067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7986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(啟)祂對祂滿滿的恩典，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(應)恩上加恩賜福互咱大家。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(啟)律法通過摩西頒佈；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(應)恩典及真理是通過耶穌基督來的。</a:t>
            </a:r>
          </a:p>
        </p:txBody>
      </p:sp>
    </p:spTree>
    <p:extLst>
      <p:ext uri="{BB962C8B-B14F-4D97-AF65-F5344CB8AC3E}">
        <p14:creationId xmlns:p14="http://schemas.microsoft.com/office/powerpoint/2010/main" val="261133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56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D177F-453C-8F43-B156-4324AE32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7614"/>
            <a:ext cx="8809673" cy="357986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(啟)無人曾看見上帝，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(應)只有父心懷中獨一的子有給祂顯示出來。</a:t>
            </a:r>
          </a:p>
        </p:txBody>
      </p:sp>
    </p:spTree>
    <p:extLst>
      <p:ext uri="{BB962C8B-B14F-4D97-AF65-F5344CB8AC3E}">
        <p14:creationId xmlns:p14="http://schemas.microsoft.com/office/powerpoint/2010/main" val="116083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353</Words>
  <Application>Microsoft Macintosh PowerPoint</Application>
  <PresentationFormat>如螢幕大小 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啟應文56(1/7)</vt:lpstr>
      <vt:lpstr>啟應文56(2/7)</vt:lpstr>
      <vt:lpstr>啟應文56(3/7)</vt:lpstr>
      <vt:lpstr>啟應文56(4/7)</vt:lpstr>
      <vt:lpstr>啟應文56(5/7)</vt:lpstr>
      <vt:lpstr>啟應文56(6/7)</vt:lpstr>
      <vt:lpstr>啟應文56(7/7)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2025-12-13T04:12:17Z</dcterms:modified>
</cp:coreProperties>
</file>