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869" r:id="rId2"/>
    <p:sldId id="25870" r:id="rId3"/>
    <p:sldId id="25871" r:id="rId4"/>
    <p:sldId id="25872" r:id="rId5"/>
    <p:sldId id="25873" r:id="rId6"/>
    <p:sldId id="25874" r:id="rId7"/>
    <p:sldId id="25875" r:id="rId8"/>
    <p:sldId id="25876" r:id="rId9"/>
    <p:sldId id="25877" r:id="rId10"/>
    <p:sldId id="25878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104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689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274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965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539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816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628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098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826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50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45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38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67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929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61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38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2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05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78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61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20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79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607405D-EDF3-7949-82B4-6B2B7BF6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我有看見新的天新的地，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因為前的天前的地已經過去，海嘛無去。</a:t>
            </a:r>
          </a:p>
        </p:txBody>
      </p:sp>
    </p:spTree>
    <p:extLst>
      <p:ext uri="{BB962C8B-B14F-4D97-AF65-F5344CB8AC3E}">
        <p14:creationId xmlns:p14="http://schemas.microsoft.com/office/powerpoint/2010/main" val="106723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C0CC1CA-4668-F645-8D45-057E9F719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我閣看見聖城，新的耶路撒冷，對天頂上帝遐降落來，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親像新娘粧飾好勢欲迎接丈夫。 </a:t>
            </a:r>
          </a:p>
        </p:txBody>
      </p:sp>
    </p:spTree>
    <p:extLst>
      <p:ext uri="{BB962C8B-B14F-4D97-AF65-F5344CB8AC3E}">
        <p14:creationId xmlns:p14="http://schemas.microsoft.com/office/powerpoint/2010/main" val="92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69EC945-D22D-6243-8CC7-2468B6B8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我閣聽著有大的聲對寶座發出，講：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看啊，上帝的會幕佇人的中間！</a:t>
            </a:r>
          </a:p>
        </p:txBody>
      </p:sp>
    </p:spTree>
    <p:extLst>
      <p:ext uri="{BB962C8B-B14F-4D97-AF65-F5344CB8AC3E}">
        <p14:creationId xmlns:p14="http://schemas.microsoft.com/office/powerpoint/2010/main" val="24791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ED2F481-14E0-7246-9E11-816A159C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上帝欲及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做伙徛起；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欲做祂的子民；</a:t>
            </a:r>
          </a:p>
        </p:txBody>
      </p:sp>
    </p:spTree>
    <p:extLst>
      <p:ext uri="{BB962C8B-B14F-4D97-AF65-F5344CB8AC3E}">
        <p14:creationId xmlns:p14="http://schemas.microsoft.com/office/powerpoint/2010/main" val="100894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1941FEA-2212-E84E-82B8-B65042D9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上帝欲親身及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同在，做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的上帝。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祂欲擦去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目睭攏總的目屎；</a:t>
            </a:r>
          </a:p>
        </p:txBody>
      </p:sp>
    </p:spTree>
    <p:extLst>
      <p:ext uri="{BB962C8B-B14F-4D97-AF65-F5344CB8AC3E}">
        <p14:creationId xmlns:p14="http://schemas.microsoft.com/office/powerpoint/2010/main" val="373209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AE9FA4E-89BE-B742-9591-09AC62DF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無閣有死失，嘛無閣有哀傷、喉叫、痛疼，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因為前的代誌已經過去。</a:t>
            </a:r>
          </a:p>
        </p:txBody>
      </p:sp>
    </p:spTree>
    <p:extLst>
      <p:ext uri="{BB962C8B-B14F-4D97-AF65-F5344CB8AC3E}">
        <p14:creationId xmlns:p14="http://schemas.microsoft.com/office/powerpoint/2010/main" val="222003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6845834-C44C-F744-9653-BF3EA565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後來，坐佇寶座彼位講：「看啊，我將萬物攏換新！」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祂閣講：「著寫起來，因為諸個話真實可靠。」 </a:t>
            </a:r>
          </a:p>
        </p:txBody>
      </p:sp>
    </p:spTree>
    <p:extLst>
      <p:ext uri="{BB962C8B-B14F-4D97-AF65-F5344CB8AC3E}">
        <p14:creationId xmlns:p14="http://schemas.microsoft.com/office/powerpoint/2010/main" val="287876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3CAC1BB-3DDC-6E46-A29A-19E41D47E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祂閣給我講：「完成啦！」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我是阿爾法及亞米茄，是開始及結束。</a:t>
            </a:r>
          </a:p>
        </p:txBody>
      </p:sp>
    </p:spTree>
    <p:extLst>
      <p:ext uri="{BB962C8B-B14F-4D97-AF65-F5344CB8AC3E}">
        <p14:creationId xmlns:p14="http://schemas.microsoft.com/office/powerpoint/2010/main" val="410377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96B1285-77E1-3743-AE97-B0EE79E42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嘴焦的人我欲將活命水的水泉白白互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飲。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得勝的人會承接諸個；</a:t>
            </a:r>
          </a:p>
        </p:txBody>
      </p:sp>
    </p:spTree>
    <p:extLst>
      <p:ext uri="{BB962C8B-B14F-4D97-AF65-F5344CB8AC3E}">
        <p14:creationId xmlns:p14="http://schemas.microsoft.com/office/powerpoint/2010/main" val="22259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CD60109-3960-4846-AC25-0035E0DC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我欲做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的上帝，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欲做我的子兒。</a:t>
            </a:r>
          </a:p>
        </p:txBody>
      </p:sp>
    </p:spTree>
    <p:extLst>
      <p:ext uri="{BB962C8B-B14F-4D97-AF65-F5344CB8AC3E}">
        <p14:creationId xmlns:p14="http://schemas.microsoft.com/office/powerpoint/2010/main" val="13705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20682</TotalTime>
  <Words>368</Words>
  <Application>Microsoft Macintosh PowerPoint</Application>
  <PresentationFormat>如螢幕大小 (16:9)</PresentationFormat>
  <Paragraphs>40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全宋體-2</vt:lpstr>
      <vt:lpstr>全宋體(調和)</vt:lpstr>
      <vt:lpstr>新細明體</vt:lpstr>
      <vt:lpstr>Arial</vt:lpstr>
      <vt:lpstr>Calibri</vt:lpstr>
      <vt:lpstr>Office 佈景主題</vt:lpstr>
      <vt:lpstr>啟應文65(1/10)</vt:lpstr>
      <vt:lpstr>啟應文65(2/10)</vt:lpstr>
      <vt:lpstr>啟應文65(3/10)</vt:lpstr>
      <vt:lpstr>啟應文65(4/10)</vt:lpstr>
      <vt:lpstr>啟應文65(5/10)</vt:lpstr>
      <vt:lpstr>啟應文65(6/10)</vt:lpstr>
      <vt:lpstr>啟應文65(7/10)</vt:lpstr>
      <vt:lpstr>啟應文65(8/10)</vt:lpstr>
      <vt:lpstr>啟應文65(9/10)</vt:lpstr>
      <vt:lpstr>啟應文65(10/10)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2024-08-31T00:23:51Z</dcterms:modified>
</cp:coreProperties>
</file>