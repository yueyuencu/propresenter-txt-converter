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6"/>
  </p:notesMasterIdLst>
  <p:sldIdLst>
    <p:sldId id="25910" r:id="rId2"/>
    <p:sldId id="25911" r:id="rId3"/>
    <p:sldId id="25912" r:id="rId4"/>
    <p:sldId id="25913" r:id="rId5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2024/9/6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5649089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1977176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18256218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投影片圖像版面配置區 1"/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7827" name="備忘稿版面配置區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zh-TW" altLang="en-US"/>
          </a:p>
        </p:txBody>
      </p:sp>
      <p:sp>
        <p:nvSpPr>
          <p:cNvPr id="61444" name="投影片編號版面配置區 3"/>
          <p:cNvSpPr>
            <a:spLocks noGrp="1"/>
          </p:cNvSpPr>
          <p:nvPr>
            <p:ph type="sldNum" sz="quarter" idx="5"/>
          </p:nvPr>
        </p:nvSpPr>
        <p:spPr bwMode="auto">
          <a:ln>
            <a:miter lim="800000"/>
            <a:headEnd/>
            <a:tailEnd/>
          </a:ln>
        </p:spPr>
        <p:txBody>
          <a:bodyPr wrap="square" numCol="1" anchorCtr="0" compatLnSpc="1">
            <a:prstTxWarp prst="textNoShape">
              <a:avLst/>
            </a:prstTxWarp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9EF2EFCE-8EF1-474F-AAD8-D9284D275089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1101949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42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03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08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1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16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20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22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19928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6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/>
              <a:pPr>
                <a:defRPr/>
              </a:pPr>
              <a:t>2024/9/6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564950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/>
              <a:pPr>
                <a:defRPr/>
              </a:pPr>
              <a:t>2024/9/6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25842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9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03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08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12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16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20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223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19928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6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/>
              <a:pPr>
                <a:defRPr/>
              </a:pPr>
              <a:t>2024/9/6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74531629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4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/>
              <a:pPr>
                <a:defRPr/>
              </a:pPr>
              <a:t>2024/9/6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1351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46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034" indent="0">
              <a:buNone/>
              <a:defRPr sz="2000" b="1"/>
            </a:lvl2pPr>
            <a:lvl3pPr marL="914084" indent="0">
              <a:buNone/>
              <a:defRPr sz="1800" b="1"/>
            </a:lvl3pPr>
            <a:lvl4pPr marL="1371124" indent="0">
              <a:buNone/>
              <a:defRPr sz="1600" b="1"/>
            </a:lvl4pPr>
            <a:lvl5pPr marL="1828169" indent="0">
              <a:buNone/>
              <a:defRPr sz="1600" b="1"/>
            </a:lvl5pPr>
            <a:lvl6pPr marL="2285202" indent="0">
              <a:buNone/>
              <a:defRPr sz="1600" b="1"/>
            </a:lvl6pPr>
            <a:lvl7pPr marL="2742236" indent="0">
              <a:buNone/>
              <a:defRPr sz="1600" b="1"/>
            </a:lvl7pPr>
            <a:lvl8pPr marL="3199280" indent="0">
              <a:buNone/>
              <a:defRPr sz="1600" b="1"/>
            </a:lvl8pPr>
            <a:lvl9pPr marL="365632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46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/>
              <a:pPr>
                <a:defRPr/>
              </a:pPr>
              <a:t>2024/9/6</a:t>
            </a:fld>
            <a:endParaRPr lang="zh-TW" altLang="en-US"/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374515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/>
              <a:pPr>
                <a:defRPr/>
              </a:pPr>
              <a:t>2024/9/6</a:t>
            </a:fld>
            <a:endParaRPr lang="zh-TW" altLang="en-US"/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72342924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/>
              <a:pPr>
                <a:defRPr/>
              </a:pPr>
              <a:t>2024/9/6</a:t>
            </a:fld>
            <a:endParaRPr lang="zh-TW" altLang="en-US"/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86017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17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811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17" y="1076328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/>
              <a:pPr>
                <a:defRPr/>
              </a:pPr>
              <a:t>2024/9/6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97248260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034" indent="0">
              <a:buNone/>
              <a:defRPr sz="2800"/>
            </a:lvl2pPr>
            <a:lvl3pPr marL="914084" indent="0">
              <a:buNone/>
              <a:defRPr sz="2400"/>
            </a:lvl3pPr>
            <a:lvl4pPr marL="1371124" indent="0">
              <a:buNone/>
              <a:defRPr sz="2000"/>
            </a:lvl4pPr>
            <a:lvl5pPr marL="1828169" indent="0">
              <a:buNone/>
              <a:defRPr sz="2000"/>
            </a:lvl5pPr>
            <a:lvl6pPr marL="2285202" indent="0">
              <a:buNone/>
              <a:defRPr sz="2000"/>
            </a:lvl6pPr>
            <a:lvl7pPr marL="2742236" indent="0">
              <a:buNone/>
              <a:defRPr sz="2000"/>
            </a:lvl7pPr>
            <a:lvl8pPr marL="3199280" indent="0">
              <a:buNone/>
              <a:defRPr sz="2000"/>
            </a:lvl8pPr>
            <a:lvl9pPr marL="3656320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23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034" indent="0">
              <a:buNone/>
              <a:defRPr sz="1200"/>
            </a:lvl2pPr>
            <a:lvl3pPr marL="914084" indent="0">
              <a:buNone/>
              <a:defRPr sz="1000"/>
            </a:lvl3pPr>
            <a:lvl4pPr marL="1371124" indent="0">
              <a:buNone/>
              <a:defRPr sz="900"/>
            </a:lvl4pPr>
            <a:lvl5pPr marL="1828169" indent="0">
              <a:buNone/>
              <a:defRPr sz="900"/>
            </a:lvl5pPr>
            <a:lvl6pPr marL="2285202" indent="0">
              <a:buNone/>
              <a:defRPr sz="900"/>
            </a:lvl6pPr>
            <a:lvl7pPr marL="2742236" indent="0">
              <a:buNone/>
              <a:defRPr sz="900"/>
            </a:lvl7pPr>
            <a:lvl8pPr marL="3199280" indent="0">
              <a:buNone/>
              <a:defRPr sz="900"/>
            </a:lvl8pPr>
            <a:lvl9pPr marL="365632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/>
              <a:pPr>
                <a:defRPr/>
              </a:pPr>
              <a:t>2024/9/6</a:t>
            </a:fld>
            <a:endParaRPr lang="zh-TW" altLang="en-US"/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507876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/>
              <a:pPr>
                <a:defRPr/>
              </a:pPr>
              <a:t>2024/9/6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59590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3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3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/>
              <a:pPr>
                <a:defRPr/>
              </a:pPr>
              <a:t>2024/9/6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5083386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4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14" tIns="45707" rIns="91414" bIns="457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/>
              <a:pPr>
                <a:defRPr/>
              </a:pPr>
              <a:t>2024/9/6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7"/>
            <a:ext cx="2895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7"/>
            <a:ext cx="2133600" cy="273844"/>
          </a:xfrm>
          <a:prstGeom prst="rect">
            <a:avLst/>
          </a:prstGeom>
        </p:spPr>
        <p:txBody>
          <a:bodyPr vert="horz" lIns="91414" tIns="45707" rIns="91414" bIns="45707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533936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03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08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12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16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776" indent="-34277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697" indent="-28565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60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599640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6685" indent="-228516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3718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0764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780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4842" indent="-228516" algn="l" defTabSz="914084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03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08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124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169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202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236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19928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6320" algn="l" defTabSz="914084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8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(1/4)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EDB43FB0-6BBA-BA47-80B1-D13CD49E96C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419622"/>
            <a:ext cx="8280000" cy="3384375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(啟)上主是我的牧者，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(應)我無欠半項。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(啟)祂互我倒佇青翠的草埔，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(應)導我到清靜的水邊。</a:t>
            </a:r>
          </a:p>
        </p:txBody>
      </p:sp>
    </p:spTree>
    <p:extLst>
      <p:ext uri="{BB962C8B-B14F-4D97-AF65-F5344CB8AC3E}">
        <p14:creationId xmlns:p14="http://schemas.microsoft.com/office/powerpoint/2010/main" val="12611598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8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(2/4)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191BAE48-62A7-C440-806D-E10F67640B3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419622"/>
            <a:ext cx="8280000" cy="3384375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(啟)祂互我新的氣力，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(應)因為祂的名，導我行正直的路。</a:t>
            </a:r>
            <a:endParaRPr lang="en-US" altLang="zh-TW" sz="40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Heiti TC Light"/>
            </a:endParaRP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(啟)我雖然經過死蔭的山谷，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(應)嘛</a:t>
            </a:r>
            <a:r>
              <a:rPr lang="zh-TW" altLang="zh-TW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呣</a:t>
            </a: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驚災害，</a:t>
            </a:r>
          </a:p>
        </p:txBody>
      </p:sp>
    </p:spTree>
    <p:extLst>
      <p:ext uri="{BB962C8B-B14F-4D97-AF65-F5344CB8AC3E}">
        <p14:creationId xmlns:p14="http://schemas.microsoft.com/office/powerpoint/2010/main" val="3780650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8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(3/4)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7" name="內容版面配置區 2">
            <a:extLst>
              <a:ext uri="{FF2B5EF4-FFF2-40B4-BE49-F238E27FC236}">
                <a16:creationId xmlns:a16="http://schemas.microsoft.com/office/drawing/2014/main" id="{746455CB-D9F1-2A4F-A78C-84D1E5A8734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419622"/>
            <a:ext cx="8280000" cy="3384375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(啟)因為祢及我同在；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(應)祢的棍、祢的枴互我安穩自在。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latin typeface="全宋體-2" pitchFamily="18" charset="-120"/>
                <a:ea typeface="全宋體-2" pitchFamily="18" charset="-120"/>
                <a:cs typeface="Heiti TC Light"/>
              </a:rPr>
              <a:t>(啟)佇我對敵的面前，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(應)祢為著我擺設宴席；</a:t>
            </a:r>
          </a:p>
        </p:txBody>
      </p:sp>
    </p:spTree>
    <p:extLst>
      <p:ext uri="{BB962C8B-B14F-4D97-AF65-F5344CB8AC3E}">
        <p14:creationId xmlns:p14="http://schemas.microsoft.com/office/powerpoint/2010/main" val="2076850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標題 1"/>
          <p:cNvSpPr>
            <a:spLocks noGrp="1"/>
          </p:cNvSpPr>
          <p:nvPr>
            <p:ph type="title"/>
          </p:nvPr>
        </p:nvSpPr>
        <p:spPr>
          <a:xfrm>
            <a:off x="7269" y="195489"/>
            <a:ext cx="9136732" cy="1136470"/>
          </a:xfrm>
        </p:spPr>
        <p:txBody>
          <a:bodyPr/>
          <a:lstStyle/>
          <a:p>
            <a:pPr eaLnBrk="1" hangingPunct="1"/>
            <a:r>
              <a:rPr lang="zh-TW" altLang="en-US" sz="6000" b="1" u="sng" dirty="0">
                <a:latin typeface="全宋體-2" pitchFamily="18" charset="-120"/>
                <a:ea typeface="全宋體-2" pitchFamily="18" charset="-120"/>
              </a:rPr>
              <a:t>啟應文</a:t>
            </a:r>
            <a:r>
              <a:rPr lang="en-US" altLang="zh-TW" sz="6000" b="1" u="sng" dirty="0">
                <a:latin typeface="全宋體-2" pitchFamily="18" charset="-120"/>
                <a:ea typeface="全宋體-2" pitchFamily="18" charset="-120"/>
              </a:rPr>
              <a:t>8</a:t>
            </a:r>
            <a:r>
              <a:rPr lang="en-US" altLang="zh-TW" sz="3200" b="1" dirty="0">
                <a:latin typeface="全宋體-2" pitchFamily="18" charset="-120"/>
                <a:ea typeface="全宋體-2" pitchFamily="18" charset="-120"/>
              </a:rPr>
              <a:t>(4/4)</a:t>
            </a:r>
            <a:endParaRPr lang="zh-TW" altLang="en-US" sz="3200" b="1" dirty="0">
              <a:latin typeface="全宋體-2" pitchFamily="18" charset="-120"/>
              <a:ea typeface="全宋體-2" pitchFamily="18" charset="-120"/>
            </a:endParaRPr>
          </a:p>
        </p:txBody>
      </p:sp>
      <p:sp>
        <p:nvSpPr>
          <p:cNvPr id="6" name="內容版面配置區 2">
            <a:extLst>
              <a:ext uri="{FF2B5EF4-FFF2-40B4-BE49-F238E27FC236}">
                <a16:creationId xmlns:a16="http://schemas.microsoft.com/office/drawing/2014/main" id="{9F2F238D-BD02-CF44-AE0C-F48BA6C5701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7504" y="1419622"/>
            <a:ext cx="8856984" cy="3723878"/>
          </a:xfrm>
        </p:spPr>
        <p:txBody>
          <a:bodyPr/>
          <a:lstStyle/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900" b="1" dirty="0">
                <a:latin typeface="全宋體-2" pitchFamily="18" charset="-120"/>
                <a:ea typeface="全宋體-2" pitchFamily="18" charset="-120"/>
                <a:cs typeface="Heiti TC Light"/>
              </a:rPr>
              <a:t>(啟)祢用油抹我的頭殼，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(應)斟我的杯到滿出來。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900" b="1" dirty="0">
                <a:latin typeface="全宋體-2" pitchFamily="18" charset="-120"/>
                <a:ea typeface="全宋體-2" pitchFamily="18" charset="-120"/>
                <a:cs typeface="Heiti TC Light"/>
              </a:rPr>
              <a:t>(啟)祢的恩典慈愛一定及我一世人做伴；</a:t>
            </a:r>
          </a:p>
          <a:p>
            <a:pPr marL="215995" indent="0" eaLnBrk="1" hangingPunct="1">
              <a:spcBef>
                <a:spcPts val="1200"/>
              </a:spcBef>
              <a:buNone/>
            </a:pP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(應)我欲永遠</a:t>
            </a:r>
            <a:r>
              <a:rPr lang="en-US" altLang="zh-TW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</a:rPr>
              <a:t>𫢶</a:t>
            </a:r>
            <a:r>
              <a:rPr lang="zh-TW" altLang="en-US" sz="39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Heiti TC Light"/>
              </a:rPr>
              <a:t>佇上主的厝。</a:t>
            </a:r>
          </a:p>
        </p:txBody>
      </p:sp>
    </p:spTree>
    <p:extLst>
      <p:ext uri="{BB962C8B-B14F-4D97-AF65-F5344CB8AC3E}">
        <p14:creationId xmlns:p14="http://schemas.microsoft.com/office/powerpoint/2010/main" val="40252982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cut/>
      </p:transition>
    </mc:Choice>
    <mc:Fallback xmlns="">
      <p:transition spd="slow">
        <p:cut/>
      </p:transition>
    </mc:Fallback>
  </mc:AlternateContent>
</p:sld>
</file>

<file path=ppt/theme/theme1.xml><?xml version="1.0" encoding="utf-8"?>
<a:theme xmlns:a="http://schemas.openxmlformats.org/drawingml/2006/main" name="1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20648</TotalTime>
  <Words>203</Words>
  <Application>Microsoft Macintosh PowerPoint</Application>
  <PresentationFormat>如螢幕大小 (16:9)</PresentationFormat>
  <Paragraphs>24</Paragraphs>
  <Slides>4</Slides>
  <Notes>4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4</vt:i4>
      </vt:variant>
    </vt:vector>
  </HeadingPairs>
  <TitlesOfParts>
    <vt:vector size="10" baseType="lpstr">
      <vt:lpstr>全宋體-2</vt:lpstr>
      <vt:lpstr>新細明體</vt:lpstr>
      <vt:lpstr>Heiti TC Light</vt:lpstr>
      <vt:lpstr>Arial</vt:lpstr>
      <vt:lpstr>Calibri</vt:lpstr>
      <vt:lpstr>1_Office 佈景主題</vt:lpstr>
      <vt:lpstr>啟應文8(1/4)</vt:lpstr>
      <vt:lpstr>啟應文8(2/4)</vt:lpstr>
      <vt:lpstr>啟應文8(3/4)</vt:lpstr>
      <vt:lpstr>啟應文8(4/4)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4700</cp:revision>
  <dcterms:created xsi:type="dcterms:W3CDTF">2009-02-27T08:32:01Z</dcterms:created>
  <dcterms:modified xsi:type="dcterms:W3CDTF">2024-09-06T15:06:39Z</dcterms:modified>
</cp:coreProperties>
</file>