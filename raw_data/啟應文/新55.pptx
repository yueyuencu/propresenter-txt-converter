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353" r:id="rId2"/>
    <p:sldId id="25354" r:id="rId3"/>
    <p:sldId id="25355" r:id="rId4"/>
    <p:sldId id="25356" r:id="rId5"/>
    <p:sldId id="25357" r:id="rId6"/>
    <p:sldId id="25358" r:id="rId7"/>
    <p:sldId id="25359" r:id="rId8"/>
    <p:sldId id="25360" r:id="rId9"/>
    <p:sldId id="25361" r:id="rId10"/>
    <p:sldId id="25362" r:id="rId11"/>
    <p:sldId id="25363" r:id="rId12"/>
    <p:sldId id="25364" r:id="rId1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634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448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841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98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149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4562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97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5769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649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189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1553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714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385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99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766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06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406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3658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977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578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97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9888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209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625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DC26E48-BB8B-6A4F-9E10-459801DC8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 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通為著恁的性命欲食甚麼，欲飲甚麼啲操煩。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嘛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通為著恁的身軀欲穿甚麼啲操煩。</a:t>
            </a:r>
          </a:p>
        </p:txBody>
      </p:sp>
    </p:spTree>
    <p:extLst>
      <p:ext uri="{BB962C8B-B14F-4D97-AF65-F5344CB8AC3E}">
        <p14:creationId xmlns:p14="http://schemas.microsoft.com/office/powerpoint/2010/main" val="354911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7A3D7E-34D1-AB4E-A1CC-0D52E5ED4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性命豈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是比食物卡重要？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身軀豈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是比衣服卡重要？</a:t>
            </a:r>
          </a:p>
        </p:txBody>
      </p:sp>
    </p:spTree>
    <p:extLst>
      <p:ext uri="{BB962C8B-B14F-4D97-AF65-F5344CB8AC3E}">
        <p14:creationId xmlns:p14="http://schemas.microsoft.com/office/powerpoint/2010/main" val="406977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E2C3DE-B3E7-AE42-A225-E955C9FA6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恁看空中的飛鳥，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無種作，無收成，嘛無囤積糧食佇倉庫，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恁的天父嘛啲給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養飼。</a:t>
            </a:r>
          </a:p>
        </p:txBody>
      </p:sp>
    </p:spTree>
    <p:extLst>
      <p:ext uri="{BB962C8B-B14F-4D97-AF65-F5344CB8AC3E}">
        <p14:creationId xmlns:p14="http://schemas.microsoft.com/office/powerpoint/2010/main" val="380262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0B3F06-B8D7-1B4E-8331-A95A59ADC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恁豈無比</a:t>
            </a:r>
            <a:r>
              <a:rPr lang="zh-TW" altLang="en-US" sz="39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卡貴重？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恁豈有人想講操煩會當互家己的性命加活一時仔久？</a:t>
            </a:r>
          </a:p>
        </p:txBody>
      </p:sp>
    </p:spTree>
    <p:extLst>
      <p:ext uri="{BB962C8B-B14F-4D97-AF65-F5344CB8AC3E}">
        <p14:creationId xmlns:p14="http://schemas.microsoft.com/office/powerpoint/2010/main" val="204965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D038E1-F65F-5846-B4DE-F7DB3FB5E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恁哪著因為欲穿甚麼操煩？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恁想看山野的花按怎啲大欉；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無勞苦，嘛無紡織。</a:t>
            </a:r>
          </a:p>
        </p:txBody>
      </p:sp>
    </p:spTree>
    <p:extLst>
      <p:ext uri="{BB962C8B-B14F-4D97-AF65-F5344CB8AC3E}">
        <p14:creationId xmlns:p14="http://schemas.microsoft.com/office/powerpoint/2010/main" val="1250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0CFEE1-2CF9-0C4D-8FB9-5E8F4AC1F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不過我給恁講，連所羅門上榮華的時， 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伊穿的衫都無比諸個花的一蕊閣卡媠。</a:t>
            </a:r>
          </a:p>
        </p:txBody>
      </p:sp>
    </p:spTree>
    <p:extLst>
      <p:ext uri="{BB962C8B-B14F-4D97-AF65-F5344CB8AC3E}">
        <p14:creationId xmlns:p14="http://schemas.microsoft.com/office/powerpoint/2010/main" val="8475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FE1474-2CEE-814D-B567-8B7D37A65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山野的花草今仔日啲活，明仔哉互人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㧒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落火爐，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上帝都按呢給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妝飾，</a:t>
            </a:r>
          </a:p>
        </p:txBody>
      </p:sp>
    </p:spTree>
    <p:extLst>
      <p:ext uri="{BB962C8B-B14F-4D97-AF65-F5344CB8AC3E}">
        <p14:creationId xmlns:p14="http://schemas.microsoft.com/office/powerpoint/2010/main" val="217119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347957-816F-F047-9117-6708B7D44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祂豈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閣卡給恁壯飾？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恁哪會即呢無信心！</a:t>
            </a:r>
          </a:p>
        </p:txBody>
      </p:sp>
    </p:spTree>
    <p:extLst>
      <p:ext uri="{BB962C8B-B14F-4D97-AF65-F5344CB8AC3E}">
        <p14:creationId xmlns:p14="http://schemas.microsoft.com/office/powerpoint/2010/main" val="61953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E1D748-E28F-2C4F-9321-1C12D90C0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所以，恁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免操煩講：阮欲食甚麼？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抑是阮欲飲甚麼，欲穿甚麼？</a:t>
            </a:r>
          </a:p>
        </p:txBody>
      </p:sp>
    </p:spTree>
    <p:extLst>
      <p:ext uri="{BB962C8B-B14F-4D97-AF65-F5344CB8AC3E}">
        <p14:creationId xmlns:p14="http://schemas.microsoft.com/office/powerpoint/2010/main" val="38887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C516D6-7574-414F-B623-51DBBC245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諸個攏是外邦人啲追求的。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恁的天父知諸個攏是恁所需要的。</a:t>
            </a:r>
          </a:p>
        </p:txBody>
      </p:sp>
    </p:spTree>
    <p:extLst>
      <p:ext uri="{BB962C8B-B14F-4D97-AF65-F5344CB8AC3E}">
        <p14:creationId xmlns:p14="http://schemas.microsoft.com/office/powerpoint/2010/main" val="386083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DDDF21-2C5C-5243-9E81-B8686EDCD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著先追求祂的主權及祂的旨意實現，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諸個物件就會續攏互恁。</a:t>
            </a:r>
          </a:p>
        </p:txBody>
      </p:sp>
    </p:spTree>
    <p:extLst>
      <p:ext uri="{BB962C8B-B14F-4D97-AF65-F5344CB8AC3E}">
        <p14:creationId xmlns:p14="http://schemas.microsoft.com/office/powerpoint/2010/main" val="239486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84078E-7641-954B-A37C-96CA17AC1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啟</a:t>
            </a:r>
            <a:r>
              <a:rPr lang="en-US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所以，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通為著明仔哉操煩；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應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明仔哉的代誌明仔哉才操煩。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齊聲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 一日的艱苦一日當。</a:t>
            </a:r>
          </a:p>
        </p:txBody>
      </p:sp>
    </p:spTree>
    <p:extLst>
      <p:ext uri="{BB962C8B-B14F-4D97-AF65-F5344CB8AC3E}">
        <p14:creationId xmlns:p14="http://schemas.microsoft.com/office/powerpoint/2010/main" val="64221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20682</TotalTime>
  <Words>461</Words>
  <Application>Microsoft Macintosh PowerPoint</Application>
  <PresentationFormat>如螢幕大小 (16:9)</PresentationFormat>
  <Paragraphs>49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全宋體-2</vt:lpstr>
      <vt:lpstr>全宋體(調和)</vt:lpstr>
      <vt:lpstr>新細明體</vt:lpstr>
      <vt:lpstr>Arial</vt:lpstr>
      <vt:lpstr>Calibri</vt:lpstr>
      <vt:lpstr>Office 佈景主題</vt:lpstr>
      <vt:lpstr>啟應文55(1/12)</vt:lpstr>
      <vt:lpstr>啟應文55(2/12)</vt:lpstr>
      <vt:lpstr>啟應文55(3/12)</vt:lpstr>
      <vt:lpstr>啟應文55(4/12)</vt:lpstr>
      <vt:lpstr>啟應文55(5/12)</vt:lpstr>
      <vt:lpstr>啟應文55(6/12)</vt:lpstr>
      <vt:lpstr>啟應文55(7/12)</vt:lpstr>
      <vt:lpstr>啟應文55(8/12)</vt:lpstr>
      <vt:lpstr>啟應文55(9/12)</vt:lpstr>
      <vt:lpstr>啟應文55(10/12)</vt:lpstr>
      <vt:lpstr>啟應文55(11/12)</vt:lpstr>
      <vt:lpstr>啟應文55(12/12)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4717</cp:revision>
  <dcterms:created xsi:type="dcterms:W3CDTF">2009-02-27T08:32:01Z</dcterms:created>
  <dcterms:modified xsi:type="dcterms:W3CDTF">2025-03-21T14:43:14Z</dcterms:modified>
</cp:coreProperties>
</file>