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68" r:id="rId2"/>
    <p:sldId id="5269" r:id="rId3"/>
    <p:sldId id="5270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76" y="-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14/10/26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華康儷粗黑" pitchFamily="49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華康儷粗黑" pitchFamily="49" charset="-120"/>
                <a:ea typeface="華康中圓體"/>
              </a:rPr>
              <a:t>文</a:t>
            </a:r>
            <a:r>
              <a:rPr lang="en-US" altLang="zh-TW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22</a:t>
            </a:r>
            <a:r>
              <a:rPr lang="zh-TW" altLang="en-US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（</a:t>
            </a:r>
            <a:r>
              <a:rPr lang="en-US" altLang="zh-TW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1/3</a:t>
            </a:r>
            <a:r>
              <a:rPr lang="zh-TW" altLang="en-US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） 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（啟）來啊，咱來唱歌謳咾上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主！</a:t>
            </a:r>
            <a:endParaRPr lang="zh-TW" altLang="en-US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（應）咱來稱讚拯救咱的</a:t>
            </a: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保護者！</a:t>
            </a:r>
            <a:endParaRPr lang="zh-TW" altLang="en-US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（啟）咱著用感謝來到祂的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面前！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（應）著對祂唱歡喜的</a:t>
            </a: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歌！</a:t>
            </a:r>
            <a:endParaRPr lang="zh-TW" altLang="en-US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（啟）因為上主是偉大的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上帝，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（應）是贏過一切神明的大</a:t>
            </a: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君王。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5688938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 smtClean="0">
                <a:solidFill>
                  <a:srgbClr val="000000"/>
                </a:solidFill>
                <a:latin typeface="華康儷粗黑" pitchFamily="49" charset="-120"/>
                <a:ea typeface="華康中圓體"/>
              </a:rPr>
              <a:t>新啟應文</a:t>
            </a:r>
            <a:r>
              <a:rPr lang="en-US" altLang="zh-TW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22</a:t>
            </a:r>
            <a:r>
              <a:rPr lang="zh-TW" altLang="en-US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（</a:t>
            </a:r>
            <a:r>
              <a:rPr lang="en-US" altLang="zh-TW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2/3</a:t>
            </a:r>
            <a:r>
              <a:rPr lang="zh-TW" altLang="en-US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） 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（啟）祂統轄地極深的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所在；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（應）極高的山峰嘛佇祂手</a:t>
            </a: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內。</a:t>
            </a:r>
            <a:endParaRPr lang="zh-TW" altLang="en-US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（啟）祂創造海洋，大海屬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祂；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（應）祂嘛親手創造</a:t>
            </a: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陸地。</a:t>
            </a:r>
            <a:endParaRPr lang="zh-TW" altLang="en-US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（啟）來啊，咱來鞠躬敬拜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祂！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（應）咱來跪拜創造咱的上</a:t>
            </a: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主！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47189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 smtClean="0">
                <a:solidFill>
                  <a:srgbClr val="000000"/>
                </a:solidFill>
                <a:latin typeface="華康儷粗黑" pitchFamily="49" charset="-120"/>
                <a:ea typeface="華康中圓體"/>
              </a:rPr>
              <a:t>新啟應文</a:t>
            </a:r>
            <a:r>
              <a:rPr lang="en-US" altLang="zh-TW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22</a:t>
            </a:r>
            <a:r>
              <a:rPr lang="zh-TW" altLang="en-US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（</a:t>
            </a:r>
            <a:r>
              <a:rPr lang="en-US" altLang="zh-TW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3/3</a:t>
            </a:r>
            <a:r>
              <a:rPr lang="zh-TW" altLang="en-US" u="sng" dirty="0" smtClean="0">
                <a:latin typeface="華康中圓體" pitchFamily="49" charset="-120"/>
                <a:ea typeface="華康中圓體" pitchFamily="49" charset="-120"/>
                <a:cs typeface="Heiti TC Light"/>
              </a:rPr>
              <a:t>） 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啟）因為祂是咱的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上帝；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（應）咱是祂牧養的羊群，是祂照顧的子</a:t>
            </a:r>
            <a:r>
              <a:rPr lang="zh-TW" altLang="en-US" dirty="0" smtClean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民。</a:t>
            </a:r>
            <a:endParaRPr lang="zh-TW" altLang="en-US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164514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139</Words>
  <Application>Microsoft Macintosh PowerPoint</Application>
  <PresentationFormat>如螢幕大小 (4:3)</PresentationFormat>
  <Paragraphs>20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新啟應文22（1/3） </vt:lpstr>
      <vt:lpstr>新啟應文22（2/3） </vt:lpstr>
      <vt:lpstr>新啟應文22（3/3）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2014-10-25T16:30:53Z</dcterms:modified>
</cp:coreProperties>
</file>