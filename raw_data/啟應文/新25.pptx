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025" r:id="rId2"/>
    <p:sldId id="26026" r:id="rId3"/>
    <p:sldId id="26027" r:id="rId4"/>
    <p:sldId id="26028" r:id="rId5"/>
    <p:sldId id="26029" r:id="rId6"/>
    <p:sldId id="26030" r:id="rId7"/>
    <p:sldId id="26031" r:id="rId8"/>
    <p:sldId id="26032" r:id="rId9"/>
    <p:sldId id="26033" r:id="rId10"/>
    <p:sldId id="26034" r:id="rId11"/>
    <p:sldId id="26035" r:id="rId12"/>
    <p:sldId id="26036" r:id="rId1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920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39070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6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62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18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6173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773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466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53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9072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918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2977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671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33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46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7655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818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699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7970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570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66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121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6565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69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CF13E05-B576-0B4A-B97A-3034AC07C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(啟)我的心神啊，著稱讚上主！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(應)著用全部的心神謳咾祂的聖名！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(啟)我的心神啊，著稱讚上主！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通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記得祂一切的恩惠。</a:t>
            </a:r>
          </a:p>
        </p:txBody>
      </p:sp>
    </p:spTree>
    <p:extLst>
      <p:ext uri="{BB962C8B-B14F-4D97-AF65-F5344CB8AC3E}">
        <p14:creationId xmlns:p14="http://schemas.microsoft.com/office/powerpoint/2010/main" val="2977936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E735A328-545F-3C4E-9EFC-AFEBC94A9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(啟)祂赦免你攏總的罪，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(應)醫好你一切的病。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(啟)祂救你脫離死亡的陷坑，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(應)用慈悲仁愛作花冠賜互你。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678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093D188-0509-BC44-901D-F12647003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(啟)祂用逐款好物互你一世人滿足，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(應)互你回復少年，親像鷹鳥勇壯。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(啟)上主施行公義；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(應)祂為著一切受壓制的人申冤。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893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B251B4AC-6995-064D-A48E-9CB49CADB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(啟)上主有慈悲，有仁愛，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快受氣，有豐盛的慈愛。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(啟)祂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久長責備，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永遠囥受氣。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406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8ED06F1-741B-7744-85CA-7BB1742B7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)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祂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照咱的罪過責備咱，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(應)嘛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照咱的罪孽報應咱。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(啟)天離開地有偌高，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(應)祂的慈愛對敬畏祂的人嘛赫呢大。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006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8E1356D0-169F-534B-AFFC-4DA631EA2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(啟)東離開西有偌遠，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(應)祂互咱的罪過離開咱嘛赫呢遠。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(啟)老父按怎疼惜家己的子兒，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(應)上主嘛會按呢疼惜敬畏祂的人。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968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401BA98-AC7B-3A49-97BB-BD1B6BC75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(啟)因為祂知影咱受造的本質；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(應)祂記得咱不過是土粉。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(啟)人咧，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的性命親像草；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親像野花生長茂盛；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814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A41BC847-1FAB-2342-8537-1201C6BBE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(啟)風一下吹就消失，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(應)無人會閣看著。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拘上主永遠疼惜敬畏祂的人；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(應)祂用公義對待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的子子孫孫；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534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2E98134-6320-2249-B327-FB0823984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(啟)就是許個遵守祂的約，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(應)忠實遵行祂誡命的人。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(啟)上主佇天頂設立寶座；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(應)祂的主權普及萬有。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5348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27CE4FD-1106-824D-8848-BAF846789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(啟)有大權能的天使，聽趁上帝的話，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(應)執行祂命令的使者啊，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(齊聲)恁攏著稱讚上主！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878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5E28090-4D4A-3445-884C-163A38459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(啟)所有的天軍，執行祂旨意的差使啊，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(應)恁攏著稱讚上主！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225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A78B3624-9730-2A4C-91D1-58F590C97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9" y="195488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25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8F9EB7C3-6E11-4B42-B9FE-173721F58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6" y="1491630"/>
            <a:ext cx="8809673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(啟)佇祂掌權逐所在所有的被造物啊！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(應)恁攏著稱讚上主！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(齊聲)我的心神啊，著稱讚上主！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6293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20659</TotalTime>
  <Words>572</Words>
  <Application>Microsoft Macintosh PowerPoint</Application>
  <PresentationFormat>如螢幕大小 (16:9)</PresentationFormat>
  <Paragraphs>73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全宋體-2</vt:lpstr>
      <vt:lpstr>全宋體(調和)</vt:lpstr>
      <vt:lpstr>新細明體</vt:lpstr>
      <vt:lpstr>Arial</vt:lpstr>
      <vt:lpstr>Calibri</vt:lpstr>
      <vt:lpstr>1_Office 佈景主題</vt:lpstr>
      <vt:lpstr>啟應文25(1/12)</vt:lpstr>
      <vt:lpstr>啟應文25(2/12)</vt:lpstr>
      <vt:lpstr>啟應文25(3/12)</vt:lpstr>
      <vt:lpstr>啟應文25(4/12)</vt:lpstr>
      <vt:lpstr>啟應文25(5/12)</vt:lpstr>
      <vt:lpstr>啟應文25(6/12)</vt:lpstr>
      <vt:lpstr>啟應文25(7/12)</vt:lpstr>
      <vt:lpstr>啟應文25(8/12)</vt:lpstr>
      <vt:lpstr>啟應文25(9/12)</vt:lpstr>
      <vt:lpstr>啟應文25(10/12)</vt:lpstr>
      <vt:lpstr>啟應文25(11/12)</vt:lpstr>
      <vt:lpstr>啟應文25(12/12)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2024-10-05T00:13:46Z</dcterms:modified>
</cp:coreProperties>
</file>