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413" r:id="rId2"/>
    <p:sldId id="26414" r:id="rId3"/>
    <p:sldId id="26415" r:id="rId4"/>
    <p:sldId id="26416" r:id="rId5"/>
    <p:sldId id="26417" r:id="rId6"/>
    <p:sldId id="26418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6" autoAdjust="0"/>
    <p:restoredTop sz="92314" autoAdjust="0"/>
  </p:normalViewPr>
  <p:slideViewPr>
    <p:cSldViewPr>
      <p:cViewPr varScale="1">
        <p:scale>
          <a:sx n="127" d="100"/>
          <a:sy n="127" d="100"/>
        </p:scale>
        <p:origin x="97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716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029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686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519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047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07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78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18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7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34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323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70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15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14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80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70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69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2025/1/11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86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著稱讚上主！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上主的僕人啊，著稱讚，稱讚上主的名。</a:t>
            </a:r>
          </a:p>
        </p:txBody>
      </p:sp>
    </p:spTree>
    <p:extLst>
      <p:ext uri="{BB962C8B-B14F-4D97-AF65-F5344CB8AC3E}">
        <p14:creationId xmlns:p14="http://schemas.microsoft.com/office/powerpoint/2010/main" val="17100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上主的名應該受稱讚，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對現在到永遠。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對日出到日落的所在，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上主的名應該受稱讚。</a:t>
            </a:r>
          </a:p>
        </p:txBody>
      </p:sp>
    </p:spTree>
    <p:extLst>
      <p:ext uri="{BB962C8B-B14F-4D97-AF65-F5344CB8AC3E}">
        <p14:creationId xmlns:p14="http://schemas.microsoft.com/office/powerpoint/2010/main" val="88049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上主統轄萬國；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祂的榮光超越穹蒼。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0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啥人會當及上主咱的上帝相比？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祂坐佇至高的所在，俯落來看天及地。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98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祂對塵埃提拔散赤人，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對糞圾堆高升欠缺的人。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互𪜶及貴族排做伙，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及本國的貴族做伙坐。</a:t>
            </a:r>
          </a:p>
        </p:txBody>
      </p:sp>
    </p:spTree>
    <p:extLst>
      <p:ext uri="{BB962C8B-B14F-4D97-AF65-F5344CB8AC3E}">
        <p14:creationId xmlns:p14="http://schemas.microsoft.com/office/powerpoint/2010/main" val="317891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27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祂互𣍐生的婦仁人有大家庭，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成做有真多子的老母來歡喜。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著稱讚上主！</a:t>
            </a:r>
          </a:p>
        </p:txBody>
      </p:sp>
    </p:spTree>
    <p:extLst>
      <p:ext uri="{BB962C8B-B14F-4D97-AF65-F5344CB8AC3E}">
        <p14:creationId xmlns:p14="http://schemas.microsoft.com/office/powerpoint/2010/main" val="110070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20688</TotalTime>
  <Words>228</Words>
  <Application>Microsoft Macintosh PowerPoint</Application>
  <PresentationFormat>如螢幕大小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啟應文27(1/6)</vt:lpstr>
      <vt:lpstr>啟應文27(2/6)</vt:lpstr>
      <vt:lpstr>啟應文27(3/6)</vt:lpstr>
      <vt:lpstr>啟應文27(4/6)</vt:lpstr>
      <vt:lpstr>啟應文27(5/6)</vt:lpstr>
      <vt:lpstr>啟應文27(6/6)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4711</cp:revision>
  <dcterms:created xsi:type="dcterms:W3CDTF">2009-02-27T08:32:01Z</dcterms:created>
  <dcterms:modified xsi:type="dcterms:W3CDTF">2025-01-11T10:52:19Z</dcterms:modified>
</cp:coreProperties>
</file>