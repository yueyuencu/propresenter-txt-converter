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5285" r:id="rId2"/>
    <p:sldId id="5286" r:id="rId3"/>
    <p:sldId id="5287" r:id="rId4"/>
    <p:sldId id="5288" r:id="rId5"/>
    <p:sldId id="5289" r:id="rId6"/>
    <p:sldId id="5290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328" y="-130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21/12/11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5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6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21/12/11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21/12/11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21/12/11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21/12/11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21/12/11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21/12/11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21/12/11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21/12/11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21/12/11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21/12/11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21/12/11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21/12/11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 smtClean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000" b="1" u="sng" dirty="0" smtClean="0">
                <a:latin typeface="全宋體-2" pitchFamily="18" charset="-120"/>
                <a:ea typeface="全宋體-2" pitchFamily="18" charset="-120"/>
              </a:rPr>
              <a:t>4</a:t>
            </a:r>
            <a:r>
              <a:rPr lang="en-US" altLang="zh-TW" sz="6000" b="1" u="sng" dirty="0" smtClean="0">
                <a:latin typeface="全宋體-2" pitchFamily="18" charset="-120"/>
                <a:ea typeface="全宋體-2" pitchFamily="18" charset="-120"/>
              </a:rPr>
              <a:t>5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(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6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-35272" y="1275606"/>
            <a:ext cx="8809673" cy="3867894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(啟)至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聖者問：恁有甚麼人親像我？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(應)有甚麼人通及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我比？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(啟)恁攑目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看天，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(應)甚麼人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創造諸個星？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(齊聲)是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上主！</a:t>
            </a:r>
          </a:p>
        </p:txBody>
      </p:sp>
    </p:spTree>
    <p:extLst>
      <p:ext uri="{BB962C8B-B14F-4D97-AF65-F5344CB8AC3E}">
        <p14:creationId xmlns:p14="http://schemas.microsoft.com/office/powerpoint/2010/main" val="4199419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 smtClean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000" b="1" u="sng" dirty="0" smtClean="0">
                <a:latin typeface="全宋體-2" pitchFamily="18" charset="-120"/>
                <a:ea typeface="全宋體-2" pitchFamily="18" charset="-120"/>
              </a:rPr>
              <a:t>4</a:t>
            </a:r>
            <a:r>
              <a:rPr lang="en-US" altLang="zh-TW" sz="6000" b="1" u="sng" dirty="0" smtClean="0">
                <a:latin typeface="全宋體-2" pitchFamily="18" charset="-120"/>
                <a:ea typeface="全宋體-2" pitchFamily="18" charset="-120"/>
              </a:rPr>
              <a:t>5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(2/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6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0" y="1419622"/>
            <a:ext cx="8809673" cy="3240360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(啟)祂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召集萬軍，</a:t>
            </a:r>
            <a:r>
              <a:rPr lang="zh-TW" altLang="en-US" sz="38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算𪜶的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數額；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(應)祂一個一個點𪜶的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名</a:t>
            </a: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。</a:t>
            </a:r>
            <a:endParaRPr lang="en-US" altLang="zh-TW" sz="38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(啟)因為祂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有大氣力，有大權能；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(應)無一個無來。</a:t>
            </a: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53898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 smtClean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000" b="1" u="sng" dirty="0" smtClean="0">
                <a:latin typeface="全宋體-2" pitchFamily="18" charset="-120"/>
                <a:ea typeface="全宋體-2" pitchFamily="18" charset="-120"/>
              </a:rPr>
              <a:t>4</a:t>
            </a:r>
            <a:r>
              <a:rPr lang="en-US" altLang="zh-TW" sz="6000" b="1" u="sng" dirty="0" smtClean="0">
                <a:latin typeface="全宋體-2" pitchFamily="18" charset="-120"/>
                <a:ea typeface="全宋體-2" pitchFamily="18" charset="-120"/>
              </a:rPr>
              <a:t>5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(3/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6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0" y="1419622"/>
            <a:ext cx="8809673" cy="3240360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(啟)雅各啊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，你是按怎怨嘆講；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(應)「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上主無看著我的困境？」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(啟)以色列啊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，你是按怎埋怨講：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(應)「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上帝無關心我的訴願？」</a:t>
            </a:r>
          </a:p>
        </p:txBody>
      </p:sp>
    </p:spTree>
    <p:extLst>
      <p:ext uri="{BB962C8B-B14F-4D97-AF65-F5344CB8AC3E}">
        <p14:creationId xmlns:p14="http://schemas.microsoft.com/office/powerpoint/2010/main" val="2658281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 smtClean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000" b="1" u="sng" dirty="0" smtClean="0">
                <a:latin typeface="全宋體-2" pitchFamily="18" charset="-120"/>
                <a:ea typeface="全宋體-2" pitchFamily="18" charset="-120"/>
              </a:rPr>
              <a:t>4</a:t>
            </a:r>
            <a:r>
              <a:rPr lang="en-US" altLang="zh-TW" sz="6000" b="1" u="sng" dirty="0" smtClean="0">
                <a:latin typeface="全宋體-2" pitchFamily="18" charset="-120"/>
                <a:ea typeface="全宋體-2" pitchFamily="18" charset="-120"/>
              </a:rPr>
              <a:t>5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(4/6)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0" y="1419622"/>
            <a:ext cx="8809673" cy="3240360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(啟)你豈呣知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，上主是永遠的上帝？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(應)你豈呣識聽見祂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是全地的創造主？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(啟)祂𣍐厭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，</a:t>
            </a:r>
            <a:r>
              <a:rPr lang="zh-TW" altLang="en-US" sz="38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嘛𣍐倦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(應)祂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的智慧無法度了解。</a:t>
            </a:r>
          </a:p>
        </p:txBody>
      </p:sp>
    </p:spTree>
    <p:extLst>
      <p:ext uri="{BB962C8B-B14F-4D97-AF65-F5344CB8AC3E}">
        <p14:creationId xmlns:p14="http://schemas.microsoft.com/office/powerpoint/2010/main" val="3955981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 smtClean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000" b="1" u="sng" dirty="0" smtClean="0">
                <a:latin typeface="全宋體-2" pitchFamily="18" charset="-120"/>
                <a:ea typeface="全宋體-2" pitchFamily="18" charset="-120"/>
              </a:rPr>
              <a:t>4</a:t>
            </a:r>
            <a:r>
              <a:rPr lang="en-US" altLang="zh-TW" sz="6000" b="1" u="sng" dirty="0" smtClean="0">
                <a:latin typeface="全宋體-2" pitchFamily="18" charset="-120"/>
                <a:ea typeface="全宋體-2" pitchFamily="18" charset="-120"/>
              </a:rPr>
              <a:t>5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(5/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6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0" y="1275606"/>
            <a:ext cx="9324528" cy="367240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7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(啟)厭倦的人，祂互</a:t>
            </a:r>
            <a:r>
              <a:rPr lang="zh-TW" altLang="en-US" sz="36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𪜶</a:t>
            </a:r>
            <a:r>
              <a:rPr lang="zh-TW" altLang="en-US" sz="37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有元氣；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7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(應)軟茈的人，祂給</a:t>
            </a:r>
            <a:r>
              <a:rPr lang="zh-TW" altLang="en-US" sz="36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𪜶</a:t>
            </a:r>
            <a:r>
              <a:rPr lang="zh-TW" altLang="en-US" sz="37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加添氣力。</a:t>
            </a:r>
            <a:endParaRPr lang="en-US" altLang="zh-TW" sz="37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7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(啟)少年人都會厭倦</a:t>
            </a:r>
            <a:r>
              <a:rPr lang="zh-TW" altLang="en-US" sz="37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7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(應)勇壯</a:t>
            </a:r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的人嘛會跋倒；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7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(齊聲)呣拘</a:t>
            </a:r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倚靠上主的人會重新得著氣力。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7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89661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 smtClean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000" b="1" u="sng" dirty="0" smtClean="0">
                <a:latin typeface="全宋體-2" pitchFamily="18" charset="-120"/>
                <a:ea typeface="全宋體-2" pitchFamily="18" charset="-120"/>
              </a:rPr>
              <a:t>4</a:t>
            </a:r>
            <a:r>
              <a:rPr lang="en-US" altLang="zh-TW" sz="6000" b="1" u="sng" dirty="0" smtClean="0">
                <a:latin typeface="全宋體-2" pitchFamily="18" charset="-120"/>
                <a:ea typeface="全宋體-2" pitchFamily="18" charset="-120"/>
              </a:rPr>
              <a:t>5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(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6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/6)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0" y="1419622"/>
            <a:ext cx="9324528" cy="3240360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 smtClean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(啟)𪜶會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親像鷹鳥搋翅飛高；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(應)𪜶行，𣍐厭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；走</a:t>
            </a:r>
            <a:r>
              <a:rPr lang="zh-TW" altLang="en-US" sz="38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，𣍐倦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86956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20650</TotalTime>
  <Words>257</Words>
  <Application>Microsoft Macintosh PowerPoint</Application>
  <PresentationFormat>如螢幕大小 (16:9)</PresentationFormat>
  <Paragraphs>36</Paragraphs>
  <Slides>6</Slides>
  <Notes>6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7" baseType="lpstr">
      <vt:lpstr>Office 佈景主題</vt:lpstr>
      <vt:lpstr>啟應文45(1/6)</vt:lpstr>
      <vt:lpstr>啟應文45(2/6)</vt:lpstr>
      <vt:lpstr>啟應文45(3/6)</vt:lpstr>
      <vt:lpstr>啟應文45(4/6)</vt:lpstr>
      <vt:lpstr>啟應文45(5/6)</vt:lpstr>
      <vt:lpstr>啟應文45(6/6)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4700</cp:revision>
  <dcterms:created xsi:type="dcterms:W3CDTF">2009-02-27T08:32:01Z</dcterms:created>
  <dcterms:modified xsi:type="dcterms:W3CDTF">2021-12-11T13:56:45Z</dcterms:modified>
</cp:coreProperties>
</file>