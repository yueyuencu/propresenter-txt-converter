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8012" r:id="rId2"/>
    <p:sldId id="28013" r:id="rId3"/>
    <p:sldId id="28014" r:id="rId4"/>
    <p:sldId id="28015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6868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7257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7431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3014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899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4867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74454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448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412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397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0660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1096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0470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3998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4836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2026/2/21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0297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ED34648-D5DB-1449-9EF3-43146467E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(啟)上主按呢講：倚靠人，倚靠會死的人的氣力，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(應)心離開上主此款人著受咒詛。</a:t>
            </a:r>
          </a:p>
        </p:txBody>
      </p:sp>
    </p:spTree>
    <p:extLst>
      <p:ext uri="{BB962C8B-B14F-4D97-AF65-F5344CB8AC3E}">
        <p14:creationId xmlns:p14="http://schemas.microsoft.com/office/powerpoint/2010/main" val="382713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B31252BA-94C9-DC41-88F2-8FDD9C268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佇曠野焦燥的所在，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(應)無人徛起的鹹地。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</a:t>
            </a: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𪜶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會親像荒埔</a:t>
            </a:r>
            <a:r>
              <a:rPr lang="zh-TW" altLang="zh-TW" sz="3900" kern="100" dirty="0">
                <a:latin typeface="Calibri" panose="020F0502020204030204" pitchFamily="34" charset="0"/>
                <a:ea typeface="全宋體-2" panose="02020500000000000000" pitchFamily="18" charset="-120"/>
                <a:cs typeface="新細明體-ExtB" panose="02020500000000000000" pitchFamily="18" charset="-120"/>
              </a:rPr>
              <a:t>𣍐</a:t>
            </a: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大欉的樹，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(應)福氣到的時看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著。</a:t>
            </a:r>
          </a:p>
        </p:txBody>
      </p:sp>
    </p:spTree>
    <p:extLst>
      <p:ext uri="{BB962C8B-B14F-4D97-AF65-F5344CB8AC3E}">
        <p14:creationId xmlns:p14="http://schemas.microsoft.com/office/powerpoint/2010/main" val="969088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E6D47EF-18AD-0E43-87CD-48899F973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(啟)總是信靠上主，全心倚靠祂的，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(應)彼款人真有福氣！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(啟)伊親像樹栽佇水邊，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(應)根旋到溪邊；</a:t>
            </a:r>
          </a:p>
        </p:txBody>
      </p:sp>
    </p:spTree>
    <p:extLst>
      <p:ext uri="{BB962C8B-B14F-4D97-AF65-F5344CB8AC3E}">
        <p14:creationId xmlns:p14="http://schemas.microsoft.com/office/powerpoint/2010/main" val="245427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51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014B5360-2654-0E4A-BCC0-000682A42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18255" y="1491630"/>
            <a:ext cx="8809673" cy="3168352"/>
          </a:xfrm>
        </p:spPr>
        <p:txBody>
          <a:bodyPr/>
          <a:lstStyle/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(啟)炎熱到亦無驚，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(應)葉猶原青翠；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(啟)曠旱的年攏無掛慮，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全宋體(調和)" pitchFamily="18" charset="-120"/>
              </a:rPr>
              <a:t>(應)照常結果子。</a:t>
            </a:r>
          </a:p>
          <a:p>
            <a:pPr marL="215918" indent="0" eaLnBrk="1" hangingPunct="1">
              <a:spcBef>
                <a:spcPts val="1200"/>
              </a:spcBef>
              <a:buNone/>
            </a:pPr>
            <a:endParaRPr lang="zh-TW" altLang="en-US" sz="4000" b="1" dirty="0">
              <a:latin typeface="全宋體-2" pitchFamily="18" charset="-120"/>
              <a:ea typeface="全宋體-2" pitchFamily="18" charset="-120"/>
              <a:cs typeface="全宋體(調和)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2022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20656</TotalTime>
  <Words>181</Words>
  <Application>Microsoft Macintosh PowerPoint</Application>
  <PresentationFormat>如螢幕大小 (16:9)</PresentationFormat>
  <Paragraphs>22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全宋體-2</vt:lpstr>
      <vt:lpstr>全宋體(調和)</vt:lpstr>
      <vt:lpstr>新細明體</vt:lpstr>
      <vt:lpstr>新細明體-ExtB</vt:lpstr>
      <vt:lpstr>Arial</vt:lpstr>
      <vt:lpstr>Calibri</vt:lpstr>
      <vt:lpstr>1_Office 佈景主題</vt:lpstr>
      <vt:lpstr>啟應文51(1/4)</vt:lpstr>
      <vt:lpstr>啟應文51(2/4)</vt:lpstr>
      <vt:lpstr>啟應文51(3/4)</vt:lpstr>
      <vt:lpstr>啟應文51(4/4)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4697</cp:revision>
  <dcterms:created xsi:type="dcterms:W3CDTF">2009-02-27T08:32:01Z</dcterms:created>
  <dcterms:modified xsi:type="dcterms:W3CDTF">2026-02-21T09:33:05Z</dcterms:modified>
</cp:coreProperties>
</file>