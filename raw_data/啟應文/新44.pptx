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413" r:id="rId2"/>
    <p:sldId id="26414" r:id="rId3"/>
    <p:sldId id="26415" r:id="rId4"/>
    <p:sldId id="26416" r:id="rId5"/>
    <p:sldId id="26417" r:id="rId6"/>
    <p:sldId id="26418" r:id="rId7"/>
    <p:sldId id="26419" r:id="rId8"/>
    <p:sldId id="26420" r:id="rId9"/>
    <p:sldId id="26421" r:id="rId10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675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44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295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409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352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366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498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072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099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97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07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115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717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96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50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88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95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86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12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18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98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360A6C2-5117-5C41-81C2-BF2877CEA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(啟)恁的上帝講：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(應)著安慰，安慰我的子民！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(啟)著溫柔對耶路撒冷宣佈：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受壓迫勞苦的日子已經滿，</a:t>
            </a:r>
          </a:p>
        </p:txBody>
      </p:sp>
    </p:spTree>
    <p:extLst>
      <p:ext uri="{BB962C8B-B14F-4D97-AF65-F5344CB8AC3E}">
        <p14:creationId xmlns:p14="http://schemas.microsoft.com/office/powerpoint/2010/main" val="333845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8ED1CEE-DBF6-7241-8E1F-6789D977C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</a:t>
            </a:r>
            <a:r>
              <a:rPr lang="zh-TW" altLang="zh-TW" sz="3600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的罪債已經還清楚；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6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為著家己的罪已經受著上主加倍的刑罰。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(啟)有聲喝講：著佇曠野準備上主的路，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(應)佇荒埔修平咱的上帝的大路。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52265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BB37F86-7380-0D42-8F30-DAFACC2D5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逐個山谷攏欲填互淀，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(應)大細的山頭攏欲掘互低；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(啟)彎越的欲改互直，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(應)堪硈的欲修互平。</a:t>
            </a:r>
          </a:p>
        </p:txBody>
      </p:sp>
    </p:spTree>
    <p:extLst>
      <p:ext uri="{BB962C8B-B14F-4D97-AF65-F5344CB8AC3E}">
        <p14:creationId xmlns:p14="http://schemas.microsoft.com/office/powerpoint/2010/main" val="318170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E44E3F-283D-C547-81A8-926A644E4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(啟)上主的榮光一定顯現；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(應)所有的人攏會看見。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(齊聲)上主有按呢親嘴宣佈。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(啟)有聲講：你著宣佈！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(應)我講：欲宣佈甚麼？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47252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7A915E3-00CF-064A-894E-89C72D06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(啟)著講：人攏親像草，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6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的榮光親像山野的花。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(啟)草會焦，花會謝，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(應)因為上主的氣吹佇頂面。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(齊聲)人攏真正親像草。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929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C8EBAF-F354-6548-B2BB-0AA04C470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5479" y="1347614"/>
            <a:ext cx="8809673" cy="357986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(啟)草會焦，花會謝，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8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拘咱上帝的話永遠</a:t>
            </a:r>
            <a:r>
              <a:rPr lang="zh-TW" altLang="zh-TW" sz="40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改變。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(啟)報好消息互錫安的人啊，著上高山；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(應)報好消息互耶路撒冷的人啊，著大聲喝。</a:t>
            </a:r>
          </a:p>
        </p:txBody>
      </p:sp>
    </p:spTree>
    <p:extLst>
      <p:ext uri="{BB962C8B-B14F-4D97-AF65-F5344CB8AC3E}">
        <p14:creationId xmlns:p14="http://schemas.microsoft.com/office/powerpoint/2010/main" val="194729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A53ED6-7C55-AB45-A188-059CA8601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(啟)著大聲喝，</a:t>
            </a:r>
            <a:r>
              <a:rPr lang="zh-TW" altLang="zh-TW" sz="3600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免驚，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(應)對猶大的城講：恁的上帝來啦！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(啟)看，至高的上主欲帶大權能來臨，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(應)欲用權力治理；</a:t>
            </a:r>
          </a:p>
        </p:txBody>
      </p:sp>
    </p:spTree>
    <p:extLst>
      <p:ext uri="{BB962C8B-B14F-4D97-AF65-F5344CB8AC3E}">
        <p14:creationId xmlns:p14="http://schemas.microsoft.com/office/powerpoint/2010/main" val="251731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6B0132-D2AA-9B45-AF3C-8482D7041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7654"/>
            <a:ext cx="8809673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(啟)看，祂搶轉來的人欲及祂做伙來，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(應)祂拯救的子民行佇祂頭前。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286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AA8266-000A-D44C-9F91-CCE4CF8E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280831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(啟)祂欲親像牧者顧祂的羊群，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(應)欲用手擁倚羊仔子，抱佇胸前；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(齊聲)祂欲導許個互羊仔吸奶的羊母勻勻仔行。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9524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20664</TotalTime>
  <Words>482</Words>
  <Application>Microsoft Macintosh PowerPoint</Application>
  <PresentationFormat>如螢幕大小 (16:9)</PresentationFormat>
  <Paragraphs>53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全宋體-2</vt:lpstr>
      <vt:lpstr>全宋體(調和)</vt:lpstr>
      <vt:lpstr>微軟正黑體</vt:lpstr>
      <vt:lpstr>新細明體</vt:lpstr>
      <vt:lpstr>Heiti TC Light</vt:lpstr>
      <vt:lpstr>Arial</vt:lpstr>
      <vt:lpstr>Calibri</vt:lpstr>
      <vt:lpstr>1_Office 佈景主題</vt:lpstr>
      <vt:lpstr>啟應文44(1/9)</vt:lpstr>
      <vt:lpstr>啟應文44(2/9)</vt:lpstr>
      <vt:lpstr>啟應文44(3/9)</vt:lpstr>
      <vt:lpstr>啟應文44(4/9)</vt:lpstr>
      <vt:lpstr>啟應文44(5/9)</vt:lpstr>
      <vt:lpstr>啟應文44(6/9)</vt:lpstr>
      <vt:lpstr>啟應文44(7/9)</vt:lpstr>
      <vt:lpstr>啟應文44(8/9)</vt:lpstr>
      <vt:lpstr>啟應文44(9/9)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4712</cp:revision>
  <dcterms:created xsi:type="dcterms:W3CDTF">2009-02-27T08:32:01Z</dcterms:created>
  <dcterms:modified xsi:type="dcterms:W3CDTF">2024-12-20T17:55:05Z</dcterms:modified>
</cp:coreProperties>
</file>