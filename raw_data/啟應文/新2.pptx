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7" r:id="rId2"/>
    <p:sldId id="5278" r:id="rId3"/>
    <p:sldId id="5279" r:id="rId4"/>
    <p:sldId id="5280" r:id="rId5"/>
    <p:sldId id="5281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92" y="-6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24/1/6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24/1/6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24/1/6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24/1/6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24/1/6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24/1/6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24/1/6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24/1/6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24/1/6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24/1/6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24/1/6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24/1/6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24/1/6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</a:t>
            </a:r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2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/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(啟)無趁歹人的計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謀，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(應)無行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罪人的路，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(啟)無坐褻瀆者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的位，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(應)此款人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真有福氣！</a:t>
            </a:r>
          </a:p>
        </p:txBody>
      </p:sp>
    </p:spTree>
    <p:extLst>
      <p:ext uri="{BB962C8B-B14F-4D97-AF65-F5344CB8AC3E}">
        <p14:creationId xmlns:p14="http://schemas.microsoft.com/office/powerpoint/2010/main" val="2185370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</a:t>
            </a:r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2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(2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(啟)伊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愛慕上主的律法，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(應)瞑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日勤讀祂的律法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(啟)伊親像果籽樹栽佇溪邊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(應)照時結果籽，</a:t>
            </a: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62411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</a:t>
            </a:r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2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)葉嘛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𣍐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焦去；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(應)伊所做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的一切攏興旺。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歹人就</a:t>
            </a:r>
            <a:r>
              <a:rPr lang="zh-TW" altLang="en-US" sz="39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呣</a:t>
            </a: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是按呢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(應)伊親像粗糠互風吹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散去。</a:t>
            </a:r>
          </a:p>
        </p:txBody>
      </p:sp>
    </p:spTree>
    <p:extLst>
      <p:ext uri="{BB962C8B-B14F-4D97-AF65-F5344CB8AC3E}">
        <p14:creationId xmlns:p14="http://schemas.microsoft.com/office/powerpoint/2010/main" val="2030088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</a:t>
            </a:r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2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(啟)所以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，審判的時，歹人會互上帝算數；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(應)佇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義人的會中，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罪人徛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𣍐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住。</a:t>
            </a: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8488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</a:t>
            </a:r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2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(啟)因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為義人的道路有上主啲看顧；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(應)歹人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只有滅亡一條路。</a:t>
            </a:r>
          </a:p>
        </p:txBody>
      </p:sp>
    </p:spTree>
    <p:extLst>
      <p:ext uri="{BB962C8B-B14F-4D97-AF65-F5344CB8AC3E}">
        <p14:creationId xmlns:p14="http://schemas.microsoft.com/office/powerpoint/2010/main" val="1224892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20648</TotalTime>
  <Words>160</Words>
  <Application>Microsoft Macintosh PowerPoint</Application>
  <PresentationFormat>如螢幕大小 (16:9)</PresentationFormat>
  <Paragraphs>26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啟應文2(1/5)</vt:lpstr>
      <vt:lpstr>啟應文2(2/5)</vt:lpstr>
      <vt:lpstr>啟應文2(3/5)</vt:lpstr>
      <vt:lpstr>啟應文2(4/5)</vt:lpstr>
      <vt:lpstr>啟應文2(5/5)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4698</cp:revision>
  <dcterms:created xsi:type="dcterms:W3CDTF">2009-02-27T08:32:01Z</dcterms:created>
  <dcterms:modified xsi:type="dcterms:W3CDTF">2024-01-06T12:38:40Z</dcterms:modified>
</cp:coreProperties>
</file>