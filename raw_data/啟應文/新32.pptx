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1" r:id="rId2"/>
    <p:sldId id="5272" r:id="rId3"/>
    <p:sldId id="5273" r:id="rId4"/>
    <p:sldId id="527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6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28228" y="1491630"/>
            <a:ext cx="8809673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上主啊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，我對深淵求叫祢。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主啊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，求祢聽我的聲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！求祢俯耳孔聽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我的懇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求！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4568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上主啊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，祢若記得人的罪過，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主啊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，甚麼人徛會住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？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總是祢會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赦免人，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互人通敬畏祢。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009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32053"/>
            <a:ext cx="8809673" cy="3795886"/>
          </a:xfrm>
        </p:spPr>
        <p:txBody>
          <a:bodyPr/>
          <a:lstStyle/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(啟)我迫切聽候上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主；</a:t>
            </a: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(應)我仰望祢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的話。</a:t>
            </a: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(啟)我的心神聽候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主，比守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望的人迫切聽候天光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，</a:t>
            </a: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(應)比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守望的人卡迫切聽候天光。</a:t>
            </a:r>
          </a:p>
        </p:txBody>
      </p:sp>
    </p:spTree>
    <p:extLst>
      <p:ext uri="{BB962C8B-B14F-4D97-AF65-F5344CB8AC3E}">
        <p14:creationId xmlns:p14="http://schemas.microsoft.com/office/powerpoint/2010/main" val="334879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32053"/>
            <a:ext cx="8809673" cy="3795886"/>
          </a:xfrm>
        </p:spPr>
        <p:txBody>
          <a:bodyPr/>
          <a:lstStyle/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(啟)以色列啊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，著仰望上主！</a:t>
            </a: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為上主有不變的慈愛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(啟)祂有救贖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的大權能。</a:t>
            </a:r>
          </a:p>
          <a:p>
            <a:pPr marL="215995" indent="0" eaLnBrk="1" hangingPunct="1">
              <a:spcBef>
                <a:spcPts val="10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)只有祂會救贖以色列脫離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一切的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罪過！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664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20654</TotalTime>
  <Words>147</Words>
  <Application>Microsoft Macintosh PowerPoint</Application>
  <PresentationFormat>如螢幕大小 (16:9)</PresentationFormat>
  <Paragraphs>22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啟應文32(1/4)</vt:lpstr>
      <vt:lpstr>啟應文32(2/4)</vt:lpstr>
      <vt:lpstr>啟應文32(3/4)</vt:lpstr>
      <vt:lpstr>啟應文32(4/4)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2023-12-02T13:34:17Z</dcterms:modified>
</cp:coreProperties>
</file>