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155" r:id="rId2"/>
    <p:sldId id="25156" r:id="rId3"/>
    <p:sldId id="25157" r:id="rId4"/>
    <p:sldId id="25158" r:id="rId5"/>
    <p:sldId id="25159" r:id="rId6"/>
    <p:sldId id="25160" r:id="rId7"/>
    <p:sldId id="25161" r:id="rId8"/>
    <p:sldId id="25162" r:id="rId9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80" autoAdjust="0"/>
    <p:restoredTop sz="92277" autoAdjust="0"/>
  </p:normalViewPr>
  <p:slideViewPr>
    <p:cSldViewPr>
      <p:cViewPr varScale="1">
        <p:scale>
          <a:sx n="137" d="100"/>
          <a:sy n="137" d="100"/>
        </p:scale>
        <p:origin x="200" y="5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2024/4/25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9630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23560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43688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52641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44845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88490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02544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4236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2024/4/25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528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2024/4/25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9230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2024/4/25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075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2024/4/25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3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2024/4/25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5096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2024/4/25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3069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2024/4/25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3218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2024/4/25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4062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2024/4/25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7456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2024/4/25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5202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2024/4/25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4394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2024/4/25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5630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62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8B9D420C-B5CA-FB49-A066-6E7EFD90D5AB}"/>
              </a:ext>
            </a:extLst>
          </p:cNvPr>
          <p:cNvSpPr txBox="1">
            <a:spLocks/>
          </p:cNvSpPr>
          <p:nvPr/>
        </p:nvSpPr>
        <p:spPr bwMode="auto">
          <a:xfrm>
            <a:off x="107504" y="1419622"/>
            <a:ext cx="8280000" cy="338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>
            <a:lvl1pPr marL="342776" indent="-342776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697" indent="-285653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600" indent="-228516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99640" indent="-228516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6685" indent="-228516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3718" indent="-228516" algn="l" defTabSz="91408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764" indent="-228516" algn="l" defTabSz="91408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802" indent="-228516" algn="l" defTabSz="91408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842" indent="-228516" algn="l" defTabSz="914084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5995" indent="0" eaLnBrk="1" hangingPunct="1">
              <a:spcBef>
                <a:spcPts val="1200"/>
              </a:spcBef>
              <a:buFont typeface="Arial" charset="0"/>
              <a:buNone/>
            </a:pPr>
            <a:r>
              <a:rPr kumimoji="0" lang="zh-TW" altLang="en-US" sz="4000" b="1">
                <a:latin typeface="全宋體-2" pitchFamily="18" charset="-120"/>
                <a:ea typeface="全宋體-2" pitchFamily="18" charset="-120"/>
                <a:cs typeface="Heiti TC Light"/>
              </a:rPr>
              <a:t>(啟)既然恁及基督結連有得著激勵；</a:t>
            </a:r>
          </a:p>
          <a:p>
            <a:pPr marL="215995" indent="0" eaLnBrk="1" hangingPunct="1">
              <a:spcBef>
                <a:spcPts val="1200"/>
              </a:spcBef>
              <a:buFont typeface="Arial" charset="0"/>
              <a:buNone/>
            </a:pPr>
            <a:r>
              <a:rPr kumimoji="0" lang="zh-TW" altLang="en-US" sz="4000" b="1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(應)既然恁對祂的疼有得著安慰；</a:t>
            </a:r>
          </a:p>
          <a:p>
            <a:pPr marL="215995" indent="0" eaLnBrk="1" hangingPunct="1">
              <a:spcBef>
                <a:spcPts val="1200"/>
              </a:spcBef>
              <a:buFont typeface="Arial" charset="0"/>
              <a:buNone/>
            </a:pPr>
            <a:r>
              <a:rPr kumimoji="0" lang="zh-TW" altLang="en-US" sz="4000" b="1">
                <a:latin typeface="全宋體-2" pitchFamily="18" charset="-120"/>
                <a:ea typeface="全宋體-2" pitchFamily="18" charset="-120"/>
                <a:cs typeface="Heiti TC Light"/>
              </a:rPr>
              <a:t>(啟)既然恁及聖神有交誼；</a:t>
            </a:r>
          </a:p>
          <a:p>
            <a:pPr marL="215995" indent="0" eaLnBrk="1" hangingPunct="1">
              <a:spcBef>
                <a:spcPts val="1200"/>
              </a:spcBef>
              <a:buFont typeface="Arial" charset="0"/>
              <a:buNone/>
            </a:pPr>
            <a:r>
              <a:rPr kumimoji="0" lang="zh-TW" altLang="en-US" sz="4000" b="1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(應)既然恁有經驗上帝的慈悲憐憫；</a:t>
            </a:r>
            <a:endParaRPr kumimoji="0"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2179599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62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63758D8B-FD71-6740-99B2-0108E4E0C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419622"/>
            <a:ext cx="8280000" cy="3384375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(啟)恁著有像款的心志，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(應)像款的疼心，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(啟)和諧的感情，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(應)一致的想法，通互我充滿歡喜。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262179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62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6F5EBC09-73B5-BC44-A4CF-9A1567A77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419622"/>
            <a:ext cx="8280000" cy="3384375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</a:t>
            </a:r>
            <a:r>
              <a:rPr lang="zh-TW" altLang="zh-TW" sz="4000" b="1" dirty="0"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通自私自利，嘛</a:t>
            </a:r>
            <a:r>
              <a:rPr lang="zh-TW" altLang="zh-TW" sz="4000" b="1" dirty="0"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通追求虛榮；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(應)反轉著有謙遜的心，看別人比自己卡</a:t>
            </a:r>
            <a:r>
              <a:rPr lang="zh-TW" altLang="zh-TW" sz="4000" b="1" kern="100" dirty="0">
                <a:solidFill>
                  <a:srgbClr val="0000CC"/>
                </a:solidFill>
                <a:latin typeface="Calibri" panose="020F0502020204030204" pitchFamily="34" charset="0"/>
                <a:ea typeface="新細明體-ExtB" panose="02020500000000000000" pitchFamily="18" charset="-120"/>
                <a:cs typeface="新細明體-ExtB" panose="02020500000000000000" pitchFamily="18" charset="-120"/>
              </a:rPr>
              <a:t>𠢕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672165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62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348E8371-DDE0-764C-8869-D03122C28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419622"/>
            <a:ext cx="8280000" cy="3384375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(啟)恁逐個人</a:t>
            </a:r>
            <a:r>
              <a:rPr lang="zh-TW" altLang="zh-TW" sz="4000" b="1" dirty="0"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通只有顧家己的代誌，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(應)嘛著顧別人的代誌。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2645837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62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(5/8)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81462775-04E3-FE42-BAFC-CA5663CEC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419622"/>
            <a:ext cx="8280000" cy="3384375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(啟)恁著有基督耶穌的心志；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(應)祂原本有上帝的身分，卻無濫用及上帝平等的地位。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4117884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62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(6/8)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332CE236-28D6-0F44-B835-3A34A9F23D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419622"/>
            <a:ext cx="8784976" cy="3384375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(啟)祂反轉拼空家己，取奴僕的身分，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(應)出世及人仝款，用人的形體出現。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(啟)祂自願謙卑，順服到死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(應)甚至死佇十字架頂。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3802484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62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(7/8)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3021298C-49A9-8343-AF70-06FD66AA9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419622"/>
            <a:ext cx="8784976" cy="3384375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(啟)因為按呢，上帝提升祂到上高的地位，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(應)賜祂超越萬名的名號。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3741752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62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(8/8)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D4E06D61-0615-F048-B351-A4D83532E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419622"/>
            <a:ext cx="8784976" cy="3384375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(啟)按呢，為著敬重耶穌的名，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(應)天頂、地上、地下，一切的腳頭窩攏會跪拜，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(齊聲)一切的嘴攏宣認：「耶穌基督是主」，來榮耀父上帝。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endParaRPr lang="zh-TW" altLang="en-US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</p:txBody>
      </p:sp>
    </p:spTree>
    <p:extLst>
      <p:ext uri="{BB962C8B-B14F-4D97-AF65-F5344CB8AC3E}">
        <p14:creationId xmlns:p14="http://schemas.microsoft.com/office/powerpoint/2010/main" val="455546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20651</TotalTime>
  <Words>349</Words>
  <Application>Microsoft Macintosh PowerPoint</Application>
  <PresentationFormat>如螢幕大小 (16:9)</PresentationFormat>
  <Paragraphs>39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5" baseType="lpstr">
      <vt:lpstr>全宋體-2</vt:lpstr>
      <vt:lpstr>新細明體</vt:lpstr>
      <vt:lpstr>新細明體-ExtB</vt:lpstr>
      <vt:lpstr>Heiti TC Light</vt:lpstr>
      <vt:lpstr>Arial</vt:lpstr>
      <vt:lpstr>Calibri</vt:lpstr>
      <vt:lpstr>1_Office 佈景主題</vt:lpstr>
      <vt:lpstr>啟應文62(1/8)</vt:lpstr>
      <vt:lpstr>啟應文62(2/8)</vt:lpstr>
      <vt:lpstr>啟應文62(3/8)</vt:lpstr>
      <vt:lpstr>啟應文62(4/8)</vt:lpstr>
      <vt:lpstr>啟應文62(5/8)</vt:lpstr>
      <vt:lpstr>啟應文62(6/8)</vt:lpstr>
      <vt:lpstr>啟應文62(7/8)</vt:lpstr>
      <vt:lpstr>啟應文62(8/8)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4704</cp:revision>
  <dcterms:created xsi:type="dcterms:W3CDTF">2009-02-27T08:32:01Z</dcterms:created>
  <dcterms:modified xsi:type="dcterms:W3CDTF">2024-04-25T13:54:01Z</dcterms:modified>
</cp:coreProperties>
</file>