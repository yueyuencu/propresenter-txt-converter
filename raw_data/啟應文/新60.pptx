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057" r:id="rId2"/>
    <p:sldId id="25058" r:id="rId3"/>
    <p:sldId id="25059" r:id="rId4"/>
    <p:sldId id="25060" r:id="rId5"/>
    <p:sldId id="25061" r:id="rId6"/>
    <p:sldId id="25062" r:id="rId7"/>
    <p:sldId id="25063" r:id="rId8"/>
    <p:sldId id="25064" r:id="rId9"/>
    <p:sldId id="25065" r:id="rId10"/>
    <p:sldId id="25066" r:id="rId11"/>
    <p:sldId id="25067" r:id="rId12"/>
    <p:sldId id="25068" r:id="rId1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2024/4/12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4796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5168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1317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8019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640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9654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2597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6377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9374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78768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057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064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4984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357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3285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2024/4/12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373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2024/4/12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7598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2024/4/12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335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2024/4/12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759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2024/4/12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5739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2024/4/12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5471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0217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4472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9991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D77C973-8DED-CD4B-A8A2-E964195AC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啟)我若會曉講人的語言，甚至天使的語言，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(應)若無仁愛，我就親像鑼啲鳴，鐃鈸啲響。</a:t>
            </a:r>
          </a:p>
        </p:txBody>
      </p:sp>
    </p:spTree>
    <p:extLst>
      <p:ext uri="{BB962C8B-B14F-4D97-AF65-F5344CB8AC3E}">
        <p14:creationId xmlns:p14="http://schemas.microsoft.com/office/powerpoint/2010/main" val="383068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F68769DF-F4DE-AB4C-AC05-02AF29948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(啟)我若有傳達上帝信息的恩賜，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(應)會了解逐款的奧秘及逐款的智識；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(啟)我若有夠額的信心通移山倒海，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(應)若無仁愛，我就無路用。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823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ABCF880-A72E-DE4D-A5AC-93E2CFB8F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(啟)我若提所有的財產去救濟，抑是獻身軀互火燒，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(應)若無仁愛，對我攏無利益。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12130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D6CB58B2-D3F9-8A49-8722-0F65C9E9C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啟)仁愛是寬容；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(應)仁愛是慈悲；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(啟)有仁愛就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嫉妒；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誇口，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驕傲，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4925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BC3D118-21C8-B245-80AB-C9B7BAB54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做見誚的代誌，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求家己的利益，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快受氣，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撿恨，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74709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A53077F0-6CA2-084D-A280-5FCE9083F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愛不義，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(應)只有愛真理。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(啟)仁愛會包容一切，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(應)對一切有信心。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57780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572C7018-F2AB-AD4E-BFB6-A173EB10F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(啟)對一切有向望，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(應)對一切有耐心。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(齊聲)仁愛永遠存在。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0159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CFB33AE-56BC-8641-A574-05C821966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(啟)傳達上帝信息的恩賜是暫時；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(應)講靈語的恩賜會無去；智識嘛會無去。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130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(9/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14F5F0A-920A-384B-9177-F751B5F34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(啟)咱所識的有限；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(應)咱傳達上帝信息的恩賜嘛有限。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拘彼個完全的一下來，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(應)彼的有限的就消失。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297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(10/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1F7179C4-F9DF-5A4E-A801-F25E716FF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(啟)我作囝仔的時，講話親像囝仔，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(應)意見親像囝仔，想法嘛親像囝仔。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(啟)今我已經成人，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(應)就將囝仔的事攏放拺。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39786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(11/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05E7A79-0B2D-EA48-812B-2FC43BDE0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(啟)咱現在親像照鏡啲看，霧霧無明，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(應)將來會面對面看清楚。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27551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(12/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CB84DB2-8A60-8146-96ED-6002C1197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7429" y="1347614"/>
            <a:ext cx="8809673" cy="352839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(啟)我現在只有知一部份，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(應)將來會完全了解，親像上帝完全了解我。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(齊聲)按呢，信、向望、仁愛此三項永遠存在，其中上重要的是仁愛。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15954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20671</TotalTime>
  <Words>522</Words>
  <Application>Microsoft Macintosh PowerPoint</Application>
  <PresentationFormat>如螢幕大小 (16:9)</PresentationFormat>
  <Paragraphs>72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啟應文60(1/12)</vt:lpstr>
      <vt:lpstr>啟應文60(2/12)</vt:lpstr>
      <vt:lpstr>啟應文60(3/12)</vt:lpstr>
      <vt:lpstr>啟應文60(4/12)</vt:lpstr>
      <vt:lpstr>啟應文60(5/12)</vt:lpstr>
      <vt:lpstr>啟應文60(6/12)</vt:lpstr>
      <vt:lpstr>啟應文60(7/12)</vt:lpstr>
      <vt:lpstr>啟應文60(8/12)</vt:lpstr>
      <vt:lpstr>啟應文60(9/12)</vt:lpstr>
      <vt:lpstr>啟應文60(10/12)</vt:lpstr>
      <vt:lpstr>啟應文60(11/12)</vt:lpstr>
      <vt:lpstr>啟應文60(12/12)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4712</cp:revision>
  <dcterms:created xsi:type="dcterms:W3CDTF">2009-02-27T08:32:01Z</dcterms:created>
  <dcterms:modified xsi:type="dcterms:W3CDTF">2024-04-12T14:56:17Z</dcterms:modified>
</cp:coreProperties>
</file>