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452" r:id="rId2"/>
    <p:sldId id="25453" r:id="rId3"/>
    <p:sldId id="25454" r:id="rId4"/>
    <p:sldId id="25455" r:id="rId5"/>
    <p:sldId id="25456" r:id="rId6"/>
    <p:sldId id="25457" r:id="rId7"/>
    <p:sldId id="25458" r:id="rId8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055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144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659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6644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2488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1789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1395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1736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0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2158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2024/8/2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98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2024/8/2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1645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2024/8/2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631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2024/8/2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083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2024/8/2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5917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2024/8/2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9688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323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4566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2024/8/2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7306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DA30D85-6E5C-1B46-8328-962E189BB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(啟)厝宅若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是上主建造，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(應)建造的人就空空著磨。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(啟)城若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是上主顧守，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(應)守望的人就白白儆醒。</a:t>
            </a:r>
          </a:p>
        </p:txBody>
      </p:sp>
    </p:spTree>
    <p:extLst>
      <p:ext uri="{BB962C8B-B14F-4D97-AF65-F5344CB8AC3E}">
        <p14:creationId xmlns:p14="http://schemas.microsoft.com/office/powerpoint/2010/main" val="97743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512C748D-AF1C-A449-8367-C96C2EC3D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(啟)恁早早起來，晏晏才睏，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(應)拖磨趁食嘛無彩工。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(啟)上主所疼的人，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(應)祂互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好睏。</a:t>
            </a:r>
          </a:p>
        </p:txBody>
      </p:sp>
    </p:spTree>
    <p:extLst>
      <p:ext uri="{BB962C8B-B14F-4D97-AF65-F5344CB8AC3E}">
        <p14:creationId xmlns:p14="http://schemas.microsoft.com/office/powerpoint/2010/main" val="361585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1751C218-8301-5A48-92EC-1311ABE59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(啟)子兒是上主所賜的產業；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(應)嬰仔是祂的報賞。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(啟)少年的時所生的子兒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(應)親像勇士手中的箭。</a:t>
            </a:r>
          </a:p>
        </p:txBody>
      </p:sp>
    </p:spTree>
    <p:extLst>
      <p:ext uri="{BB962C8B-B14F-4D97-AF65-F5344CB8AC3E}">
        <p14:creationId xmlns:p14="http://schemas.microsoft.com/office/powerpoint/2010/main" val="216586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991B8D5-A4F6-2444-AE6A-E4CFAAAC4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(啟)箭袋飽飽的人真有福氣！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佇城門口及對敵爭辯攏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致到見誚。</a:t>
            </a:r>
          </a:p>
        </p:txBody>
      </p:sp>
    </p:spTree>
    <p:extLst>
      <p:ext uri="{BB962C8B-B14F-4D97-AF65-F5344CB8AC3E}">
        <p14:creationId xmlns:p14="http://schemas.microsoft.com/office/powerpoint/2010/main" val="53775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175C1620-092C-1142-A942-0FB0D3810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敬畏上主的人真有福氣！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遵行祂道路的人真有福氣！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你會當食雙手拍拼得著的食物，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事事順利，真正幸福！</a:t>
            </a:r>
          </a:p>
        </p:txBody>
      </p:sp>
    </p:spTree>
    <p:extLst>
      <p:ext uri="{BB962C8B-B14F-4D97-AF65-F5344CB8AC3E}">
        <p14:creationId xmlns:p14="http://schemas.microsoft.com/office/powerpoint/2010/main" val="78015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ABB752F-F10A-7344-8352-03586A61D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(啟)你的某佇厝內親像結果籽的葡萄樹；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(應)你的子兒圍佇你的桌，親像橄欖栽。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(齊聲)敬畏上主的人一定即呢幸福！</a:t>
            </a:r>
          </a:p>
        </p:txBody>
      </p:sp>
    </p:spTree>
    <p:extLst>
      <p:ext uri="{BB962C8B-B14F-4D97-AF65-F5344CB8AC3E}">
        <p14:creationId xmlns:p14="http://schemas.microsoft.com/office/powerpoint/2010/main" val="1744730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31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(7/7)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003C865-6CD1-9145-A7CA-918D74A87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(啟)願上主對錫安賜福互你！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(應)願你一生會看著耶路撒冷繁榮！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(啟)願你會看著子子孫孫！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(應)願以色列平安和平！</a:t>
            </a:r>
          </a:p>
        </p:txBody>
      </p:sp>
    </p:spTree>
    <p:extLst>
      <p:ext uri="{BB962C8B-B14F-4D97-AF65-F5344CB8AC3E}">
        <p14:creationId xmlns:p14="http://schemas.microsoft.com/office/powerpoint/2010/main" val="291678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20665</TotalTime>
  <Words>335</Words>
  <Application>Microsoft Macintosh PowerPoint</Application>
  <PresentationFormat>如螢幕大小 (16:9)</PresentationFormat>
  <Paragraphs>39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啟應文31(1/7)</vt:lpstr>
      <vt:lpstr>啟應文31(2/7)</vt:lpstr>
      <vt:lpstr>啟應文31(3/7)</vt:lpstr>
      <vt:lpstr>啟應文31(4/7)</vt:lpstr>
      <vt:lpstr>啟應文31(5/7)</vt:lpstr>
      <vt:lpstr>啟應文31(6/7)</vt:lpstr>
      <vt:lpstr>啟應文31(7/7)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4707</cp:revision>
  <dcterms:created xsi:type="dcterms:W3CDTF">2009-02-27T08:32:01Z</dcterms:created>
  <dcterms:modified xsi:type="dcterms:W3CDTF">2024-08-02T14:57:30Z</dcterms:modified>
</cp:coreProperties>
</file>