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4848" r:id="rId2"/>
    <p:sldId id="24849" r:id="rId3"/>
    <p:sldId id="24850" r:id="rId4"/>
    <p:sldId id="24851" r:id="rId5"/>
    <p:sldId id="24852" r:id="rId6"/>
    <p:sldId id="24853" r:id="rId7"/>
    <p:sldId id="24854" r:id="rId8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2024/7/20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8696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346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6747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4576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3136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6337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7188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9369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4623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5418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2024/7/19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1105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2024/7/19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9291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2024/7/19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7880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2024/7/19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1550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2024/7/19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431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2024/7/19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3055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6227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868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8789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C71A9384-E549-D644-99E7-F7B43B096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280000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(啟)關係諸個代誌，咱欲按怎講？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(應)上帝若為咱，啥人會當抵敵咱？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(啟)祂既然無惜家己的子，互祂為著咱眾人犧牲，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(應)豈</a:t>
            </a:r>
            <a:r>
              <a:rPr lang="zh-TW" altLang="zh-TW" sz="3800" b="1" kern="100" dirty="0">
                <a:solidFill>
                  <a:srgbClr val="0000CC"/>
                </a:solidFill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𣍐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將萬物嘛白白賜互咱？</a:t>
            </a:r>
          </a:p>
        </p:txBody>
      </p:sp>
    </p:spTree>
    <p:extLst>
      <p:ext uri="{BB962C8B-B14F-4D97-AF65-F5344CB8AC3E}">
        <p14:creationId xmlns:p14="http://schemas.microsoft.com/office/powerpoint/2010/main" val="3516574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093B7D7-3558-D945-B7A6-0123E4250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280000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(啟)啥人會當控告上帝的選民？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(應)宣判</a:t>
            </a:r>
            <a:r>
              <a:rPr lang="zh-TW" altLang="zh-TW" sz="3800" b="1" kern="100" dirty="0">
                <a:solidFill>
                  <a:srgbClr val="0000CC"/>
                </a:solidFill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𪜶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做義人的是上帝！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(啟)若按呢，啥人會當給</a:t>
            </a:r>
            <a:r>
              <a:rPr lang="zh-TW" altLang="zh-TW" sz="3800" b="1" kern="100" dirty="0"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𪜶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定罪？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</a:t>
            </a:r>
            <a:r>
              <a:rPr lang="zh-TW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是基督耶穌！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304723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BE1E0472-F6DC-6944-9C4D-D49569914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280000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啟)祂已經死，閣上帝有互祂對死人中復活，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(應)今坐佇上帝的正旁啲替咱祈求。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(啟)啥人會當切斷基督對咱的疼？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(應)是患難，是困苦，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314025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7CFE5CD6-86BF-B74C-98BE-88967CF6E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280000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(啟)是迫害，是枵餓，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(應)是散赤，是危險，抑是慘死？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(啟)照聖經所記載：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(應)為著恁的緣故，阮歸日面對死的威脅；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29811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529AF548-3193-4F42-A806-1BC761673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280000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(啟)阮互人看做啲欲刣的羊。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(應)攏</a:t>
            </a:r>
            <a:r>
              <a:rPr lang="zh-TW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是！佇諸個一切的代誌，咱靠疼咱的上帝贏到有賰！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2901052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22F72301-14CF-8C47-805C-4F412B1A4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280000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(啟)因為我確信，無論是死、是活，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(應)是天使，是靈界的統領者抑是權力者，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674703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9EA22E07-9D1F-E54D-A432-C7118AE3C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280000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(啟)是現今抑是將來的，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(應)是天頂抑是地下的神靈，抑是其他的被造物，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(齊聲)攏</a:t>
            </a:r>
            <a:r>
              <a:rPr lang="zh-TW" altLang="zh-TW" sz="3800" b="1" kern="100" dirty="0">
                <a:solidFill>
                  <a:srgbClr val="0000CC"/>
                </a:solidFill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𣍐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當切斷上帝通過咱的主基督耶穌對咱的疼！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024692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20658</TotalTime>
  <Words>367</Words>
  <Application>Microsoft Macintosh PowerPoint</Application>
  <PresentationFormat>如螢幕大小 (16:9)</PresentationFormat>
  <Paragraphs>37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4" baseType="lpstr">
      <vt:lpstr>全宋體-2</vt:lpstr>
      <vt:lpstr>新細明體</vt:lpstr>
      <vt:lpstr>新細明體-ExtB</vt:lpstr>
      <vt:lpstr>Heiti TC Light</vt:lpstr>
      <vt:lpstr>Arial</vt:lpstr>
      <vt:lpstr>Calibri</vt:lpstr>
      <vt:lpstr>1_Office 佈景主題</vt:lpstr>
      <vt:lpstr>啟應文58(1/7)</vt:lpstr>
      <vt:lpstr>啟應文58(2/7)</vt:lpstr>
      <vt:lpstr>啟應文58(3/7)</vt:lpstr>
      <vt:lpstr>啟應文58(4/7)</vt:lpstr>
      <vt:lpstr>啟應文58(5/7)</vt:lpstr>
      <vt:lpstr>啟應文58(6/7)</vt:lpstr>
      <vt:lpstr>啟應文58(7/7)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4698</cp:revision>
  <dcterms:created xsi:type="dcterms:W3CDTF">2009-02-27T08:32:01Z</dcterms:created>
  <dcterms:modified xsi:type="dcterms:W3CDTF">2024-07-19T16:49:45Z</dcterms:modified>
</cp:coreProperties>
</file>