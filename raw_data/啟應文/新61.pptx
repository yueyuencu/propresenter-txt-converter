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452" r:id="rId2"/>
    <p:sldId id="25453" r:id="rId3"/>
    <p:sldId id="25454" r:id="rId4"/>
    <p:sldId id="25455" r:id="rId5"/>
    <p:sldId id="25456" r:id="rId6"/>
    <p:sldId id="25457" r:id="rId7"/>
    <p:sldId id="25458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02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80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75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969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729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472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722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05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6124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014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298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7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99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1063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902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396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890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14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71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DF0A439-3234-EA43-8C93-57406E822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2839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(啟)恁諸個以前離開上帝遠遠的外邦人，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(應)現在靠基督耶穌，通過祂的死，已經及上帝親近。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(啟)基督促進咱的和平；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(應)祂有互猶太人及外邦人成做一個。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87091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F5D0257-D7E0-3243-B0C6-718DF7C1D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2839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(啟)祂用家己的身軀拆毀給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隔開的牆，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(應)消除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中間的敵對。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(啟)祂廢除猶太律法的誡命及規例，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(應)互兩旁通過祂通創造一個新的人來促進和平。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32454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29D002C-DB2D-834A-9EA5-C38ABC896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230425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(啟)基督通過十字架消滅彼此的敵對，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(應)互兩旁成做一體，通及上帝和好。</a:t>
            </a:r>
          </a:p>
        </p:txBody>
      </p:sp>
    </p:spTree>
    <p:extLst>
      <p:ext uri="{BB962C8B-B14F-4D97-AF65-F5344CB8AC3E}">
        <p14:creationId xmlns:p14="http://schemas.microsoft.com/office/powerpoint/2010/main" val="163567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BA885E8-06CA-6549-A7C1-19CA605BD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2839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(啟)按呢，基督來是欲傳和平的福音互所有的人，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(應)包括恁諸個以前離開上帝遠遠的外邦人及親近上帝的猶太人。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52258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358C4CC-A070-B949-BF5D-84564004B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2839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(啟)通過基督，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(應)咱兩旁的人攏會當對仝一位聖神來親近父。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(啟)所以，恁外邦人已經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是外國人，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是出外人，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99366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7E1CB4C-1026-C441-BE71-97F825C9D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2839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(啟)是及上帝的子民平平作國民，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(應)作上帝的家族，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(啟)建立佇先知及使徒所下的地基頂，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(應)用基督耶穌本身做上重要的基石，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68343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EF037F25-9C39-DE46-836B-9312F89BA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237626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(啟)歸個建築物靠祂來連接結合，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(應)漸漸擴大成做聖的殿歸屬主。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20087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338</Words>
  <Application>Microsoft Macintosh PowerPoint</Application>
  <PresentationFormat>如螢幕大小 (16:9)</PresentationFormat>
  <Paragraphs>36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全宋體-2</vt:lpstr>
      <vt:lpstr>新細明體</vt:lpstr>
      <vt:lpstr>Heiti TC Light</vt:lpstr>
      <vt:lpstr>Arial</vt:lpstr>
      <vt:lpstr>Calibri</vt:lpstr>
      <vt:lpstr>1_Office 佈景主題</vt:lpstr>
      <vt:lpstr>啟應文61(1/7)</vt:lpstr>
      <vt:lpstr>啟應文61(2/7)</vt:lpstr>
      <vt:lpstr>啟應文61(3/7)</vt:lpstr>
      <vt:lpstr>啟應文61(4/7)</vt:lpstr>
      <vt:lpstr>啟應文61(5/7)</vt:lpstr>
      <vt:lpstr>啟應文61(6/7)</vt:lpstr>
      <vt:lpstr>啟應文61(7/7)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4696</cp:revision>
  <dcterms:created xsi:type="dcterms:W3CDTF">2009-02-27T08:32:01Z</dcterms:created>
  <dcterms:modified xsi:type="dcterms:W3CDTF">2024-06-21T14:07:28Z</dcterms:modified>
</cp:coreProperties>
</file>