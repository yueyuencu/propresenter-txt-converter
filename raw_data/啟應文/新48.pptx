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4848" r:id="rId2"/>
    <p:sldId id="24849" r:id="rId3"/>
    <p:sldId id="24850" r:id="rId4"/>
    <p:sldId id="24851" r:id="rId5"/>
    <p:sldId id="24852" r:id="rId6"/>
    <p:sldId id="24853" r:id="rId7"/>
    <p:sldId id="24854" r:id="rId8"/>
    <p:sldId id="24855" r:id="rId9"/>
    <p:sldId id="24856" r:id="rId10"/>
    <p:sldId id="24857" r:id="rId11"/>
    <p:sldId id="24858" r:id="rId12"/>
    <p:sldId id="24859" r:id="rId1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3769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172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893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205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950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0309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9054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2706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6783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574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9473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2933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0653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609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0277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3994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4501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29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073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8218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8369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6560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974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2024/3/21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29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320792"/>
            <a:ext cx="8820472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啟)咱所聽著的，啥人會相信？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(應)上主的氣力曾對啥人顯示？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(啟)上主互伊的僕人親像新的芛</a:t>
            </a:r>
            <a:r>
              <a:rPr lang="en-US" altLang="zh-TW" sz="3800" b="1" dirty="0" err="1">
                <a:latin typeface="全宋體-2" pitchFamily="18" charset="-120"/>
                <a:ea typeface="全宋體-2" pitchFamily="18" charset="-120"/>
                <a:cs typeface="Heiti TC Light"/>
              </a:rPr>
              <a:t>puh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出來，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(應)親像根對焦地發出來。</a:t>
            </a:r>
          </a:p>
        </p:txBody>
      </p:sp>
    </p:spTree>
    <p:extLst>
      <p:ext uri="{BB962C8B-B14F-4D97-AF65-F5344CB8AC3E}">
        <p14:creationId xmlns:p14="http://schemas.microsoft.com/office/powerpoint/2010/main" val="560365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367855"/>
            <a:ext cx="8820472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(啟)伊無好形狀，無好看頭通吸引咱；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(應)嘛無好看的外貌互咱通欣慕。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(啟)伊互人看輕，受人棄拺，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(應)受真多苦難，經歷逐款病疼。</a:t>
            </a:r>
          </a:p>
        </p:txBody>
      </p:sp>
    </p:spTree>
    <p:extLst>
      <p:ext uri="{BB962C8B-B14F-4D97-AF65-F5344CB8AC3E}">
        <p14:creationId xmlns:p14="http://schemas.microsoft.com/office/powerpoint/2010/main" val="213664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367855"/>
            <a:ext cx="8820472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(啟)人掩面</a:t>
            </a:r>
            <a:r>
              <a:rPr lang="zh-TW" altLang="zh-TW" sz="38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看伊；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(應)咱藐視伊，無給尊重。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(啟)伊確實有擔當咱的憂悶，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(應)替咱忍受苦難。</a:t>
            </a:r>
          </a:p>
        </p:txBody>
      </p:sp>
    </p:spTree>
    <p:extLst>
      <p:ext uri="{BB962C8B-B14F-4D97-AF65-F5344CB8AC3E}">
        <p14:creationId xmlns:p14="http://schemas.microsoft.com/office/powerpoint/2010/main" val="34031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367855"/>
            <a:ext cx="8820472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(啟)總是咱想講伊受責罰，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(應)互上帝拍，受苦楚。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(啟)伊為著咱的過失互槍鑿，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(應)為著咱的罪過受硩碎；</a:t>
            </a:r>
          </a:p>
        </p:txBody>
      </p:sp>
    </p:spTree>
    <p:extLst>
      <p:ext uri="{BB962C8B-B14F-4D97-AF65-F5344CB8AC3E}">
        <p14:creationId xmlns:p14="http://schemas.microsoft.com/office/powerpoint/2010/main" val="4940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288342"/>
            <a:ext cx="8820472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(啟)伊擔當刑罰，咱得著平安；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(應)伊受拍傷，咱得著醫好。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(啟)咱攏親像羊迷路；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(應)逐個人行家己的路。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(齊聲)上主將咱眾人的罪攏歸佇伊身上。</a:t>
            </a:r>
          </a:p>
        </p:txBody>
      </p:sp>
    </p:spTree>
    <p:extLst>
      <p:ext uri="{BB962C8B-B14F-4D97-AF65-F5344CB8AC3E}">
        <p14:creationId xmlns:p14="http://schemas.microsoft.com/office/powerpoint/2010/main" val="28435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288342"/>
            <a:ext cx="8820472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(啟)伊受壓迫，受苦楚，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(應)總是伊忍受無出聲；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(啟)伊親像羊羔互人牽去刣，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(應)親像羊母互人剪毛；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(齊聲)伊攏無出聲。</a:t>
            </a:r>
          </a:p>
        </p:txBody>
      </p:sp>
    </p:spTree>
    <p:extLst>
      <p:ext uri="{BB962C8B-B14F-4D97-AF65-F5344CB8AC3E}">
        <p14:creationId xmlns:p14="http://schemas.microsoft.com/office/powerpoint/2010/main" val="148462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367855"/>
            <a:ext cx="8820472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(啟)伊受無公道的審判，互人掠去；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(應)豈有人關心伊的遭遇？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(啟)伊為著我的子民的罪過受鞭拍；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(應)伊受處死，對人間消失。</a:t>
            </a:r>
          </a:p>
        </p:txBody>
      </p:sp>
    </p:spTree>
    <p:extLst>
      <p:ext uri="{BB962C8B-B14F-4D97-AF65-F5344CB8AC3E}">
        <p14:creationId xmlns:p14="http://schemas.microsoft.com/office/powerpoint/2010/main" val="216138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367855"/>
            <a:ext cx="8820472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(啟)雖然伊無用暴力，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(應)無講詭詐的話，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(啟)人將伊及歹人埋做堆，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(應)互伊及好額人仝墓地。</a:t>
            </a:r>
          </a:p>
        </p:txBody>
      </p:sp>
    </p:spTree>
    <p:extLst>
      <p:ext uri="{BB962C8B-B14F-4D97-AF65-F5344CB8AC3E}">
        <p14:creationId xmlns:p14="http://schemas.microsoft.com/office/powerpoint/2010/main" val="176842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(9/12)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288342"/>
            <a:ext cx="8820472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(啟)總是上主的旨意互伊受鞭拍，受苦楚，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(應)互伊通獻性命贖人的罪。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(啟)伊會長歲壽，看著子子孫孫，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(應)互上主的旨意通通過伊來實現。</a:t>
            </a:r>
          </a:p>
        </p:txBody>
      </p:sp>
    </p:spTree>
    <p:extLst>
      <p:ext uri="{BB962C8B-B14F-4D97-AF65-F5344CB8AC3E}">
        <p14:creationId xmlns:p14="http://schemas.microsoft.com/office/powerpoint/2010/main" val="409310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(10/12)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367855"/>
            <a:ext cx="8820472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(啟)經過受苦，伊會看見光；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(應)對伊的體驗，伊會心滿意足。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(啟)我義的僕人欲互真多人成做義人；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(應)伊欲擔當</a:t>
            </a:r>
            <a:r>
              <a:rPr lang="zh-TW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𪜶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的罪過。</a:t>
            </a:r>
          </a:p>
        </p:txBody>
      </p:sp>
    </p:spTree>
    <p:extLst>
      <p:ext uri="{BB962C8B-B14F-4D97-AF65-F5344CB8AC3E}">
        <p14:creationId xmlns:p14="http://schemas.microsoft.com/office/powerpoint/2010/main" val="52394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(11/12)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288342"/>
            <a:ext cx="8820472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(啟)所以，我欲互伊及有地位的人分所得著的份額，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en-US" altLang="zh-TW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應)互伊及強猛的人分戰利品。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(啟)因為伊放拺性命到死，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(應)列入罪人的名單。</a:t>
            </a:r>
          </a:p>
        </p:txBody>
      </p:sp>
    </p:spTree>
    <p:extLst>
      <p:ext uri="{BB962C8B-B14F-4D97-AF65-F5344CB8AC3E}">
        <p14:creationId xmlns:p14="http://schemas.microsoft.com/office/powerpoint/2010/main" val="272097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48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(12/12)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23555" name="內容版面配置區 2"/>
          <p:cNvSpPr>
            <a:spLocks noGrp="1"/>
          </p:cNvSpPr>
          <p:nvPr>
            <p:ph idx="1"/>
          </p:nvPr>
        </p:nvSpPr>
        <p:spPr>
          <a:xfrm>
            <a:off x="0" y="1367855"/>
            <a:ext cx="8820472" cy="3168352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(啟)總是伊擔當真多人的罪，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(應)替罪犯求赦免。</a:t>
            </a:r>
          </a:p>
        </p:txBody>
      </p:sp>
    </p:spTree>
    <p:extLst>
      <p:ext uri="{BB962C8B-B14F-4D97-AF65-F5344CB8AC3E}">
        <p14:creationId xmlns:p14="http://schemas.microsoft.com/office/powerpoint/2010/main" val="222661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20669</TotalTime>
  <Words>642</Words>
  <Application>Microsoft Macintosh PowerPoint</Application>
  <PresentationFormat>如螢幕大小 (16:9)</PresentationFormat>
  <Paragraphs>72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全宋體-2</vt:lpstr>
      <vt:lpstr>新細明體</vt:lpstr>
      <vt:lpstr>Heiti TC Light</vt:lpstr>
      <vt:lpstr>Arial</vt:lpstr>
      <vt:lpstr>Calibri</vt:lpstr>
      <vt:lpstr>1_Office 佈景主題</vt:lpstr>
      <vt:lpstr>啟應文48(1/12)</vt:lpstr>
      <vt:lpstr>啟應文48(2/12)</vt:lpstr>
      <vt:lpstr>啟應文48(3/12)</vt:lpstr>
      <vt:lpstr>啟應文48(4/12)</vt:lpstr>
      <vt:lpstr>啟應文48(5/12)</vt:lpstr>
      <vt:lpstr>啟應文48(6/12)</vt:lpstr>
      <vt:lpstr>啟應文48(7/12)</vt:lpstr>
      <vt:lpstr>啟應文48(8/12)</vt:lpstr>
      <vt:lpstr>啟應文48(9/12)</vt:lpstr>
      <vt:lpstr>啟應文48(10/12)</vt:lpstr>
      <vt:lpstr>啟應文48(11/12)</vt:lpstr>
      <vt:lpstr>啟應文48(12/12)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2024-03-21T13:28:36Z</dcterms:modified>
</cp:coreProperties>
</file>