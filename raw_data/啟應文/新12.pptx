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509" r:id="rId2"/>
    <p:sldId id="26510" r:id="rId3"/>
    <p:sldId id="26511" r:id="rId4"/>
    <p:sldId id="26512" r:id="rId5"/>
    <p:sldId id="26513" r:id="rId6"/>
    <p:sldId id="26514" r:id="rId7"/>
    <p:sldId id="26515" r:id="rId8"/>
    <p:sldId id="26516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542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933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217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77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6269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95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849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14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0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356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03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86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00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76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932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30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14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2370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9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803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F463549-C795-3F4B-8D7C-8C77F6BDB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(啟)我耐心聽候上主；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(應)祂有俯耳孔聽我的哀求。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341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F05A3DB-697C-8A41-B1B3-155998F63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(啟)祂對死亡的陷坑，對土糜中給我牽起來；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(應)祂互我徛佇石磐頂，互我的腳步安穩。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326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0F3F05A-B480-C641-AF40-90FD34CAD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(啟)祂教我吟新的詩，唱歌謳咾咱的上帝；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(應)真多人看著就敬畏來信靠上主。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(齊聲)專心信靠上主的人真有福氣！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367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7424108-0C3B-5D43-A242-2E8928814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(啟)伊無拜偶像，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(應)無及拜假神的人做伙。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635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F530A01-73D0-774F-BA9D-B791FCA48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(啟)上主我的上帝啊，祢有為阮成就真多奇事；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(應)啥人會當及祢比？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27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B185046-200B-D445-9302-417D36DE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(啟)祢為阮安排的計畫赫呢多，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(應)欲講嘛講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(啟)祭祀及禮物祢無愛；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(應)燒化祭及贖罪祭祢嘛無愛。</a:t>
            </a:r>
          </a:p>
        </p:txBody>
      </p:sp>
    </p:spTree>
    <p:extLst>
      <p:ext uri="{BB962C8B-B14F-4D97-AF65-F5344CB8AC3E}">
        <p14:creationId xmlns:p14="http://schemas.microsoft.com/office/powerpoint/2010/main" val="41291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CA2769B-FE1C-9D48-BD3E-F91F05796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(啟)祢有開我的耳孔通聽，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(應)所以我應講：我佇遮！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(齊聲)祢對我的指示攏記佇律法。</a:t>
            </a:r>
          </a:p>
        </p:txBody>
      </p:sp>
    </p:spTree>
    <p:extLst>
      <p:ext uri="{BB962C8B-B14F-4D97-AF65-F5344CB8AC3E}">
        <p14:creationId xmlns:p14="http://schemas.microsoft.com/office/powerpoint/2010/main" val="117018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12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9F1228B-9C66-A549-AA8E-8E96419E6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(啟)我的上帝啊，祢的旨意我歡喜聽趁；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(應)祢的律法佇我心內。</a:t>
            </a:r>
          </a:p>
        </p:txBody>
      </p:sp>
    </p:spTree>
    <p:extLst>
      <p:ext uri="{BB962C8B-B14F-4D97-AF65-F5344CB8AC3E}">
        <p14:creationId xmlns:p14="http://schemas.microsoft.com/office/powerpoint/2010/main" val="201247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20661</TotalTime>
  <Words>309</Words>
  <Application>Microsoft Macintosh PowerPoint</Application>
  <PresentationFormat>如螢幕大小 (16:9)</PresentationFormat>
  <Paragraphs>36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啟應文12(1/8)</vt:lpstr>
      <vt:lpstr>啟應文12(2/8)</vt:lpstr>
      <vt:lpstr>啟應文12(3/8)</vt:lpstr>
      <vt:lpstr>啟應文12(4/8)</vt:lpstr>
      <vt:lpstr>啟應文12(5/8)</vt:lpstr>
      <vt:lpstr>啟應文12(6/8)</vt:lpstr>
      <vt:lpstr>啟應文12(7/8)</vt:lpstr>
      <vt:lpstr>啟應文12(8/8)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2025-01-18T10:01:32Z</dcterms:modified>
</cp:coreProperties>
</file>