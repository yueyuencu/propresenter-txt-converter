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68" r:id="rId2"/>
    <p:sldId id="5269" r:id="rId3"/>
    <p:sldId id="5270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52" y="-10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19/11/10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19/11/10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19/11/10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19/11/10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19/11/10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19/11/10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19/11/10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19/11/10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19/11/10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19/11/10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19/11/10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19/11/10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19/11/10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文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43(1/3)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9513" y="1916832"/>
            <a:ext cx="9144000" cy="4217333"/>
          </a:xfrm>
        </p:spPr>
        <p:txBody>
          <a:bodyPr/>
          <a:lstStyle/>
          <a:p>
            <a:pPr algn="l"/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（啟）佇彼日，你會講：</a:t>
            </a: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（應）上主啊，我欲感謝祢；</a:t>
            </a:r>
          </a:p>
          <a:p>
            <a:pPr algn="l"/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（啟）雖然祢有對我受氣，</a:t>
            </a: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（應）祢的受氣已經息，祢有安慰我。</a:t>
            </a:r>
          </a:p>
          <a:p>
            <a:pPr algn="l"/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（啟）看啊，上帝是我的拯救者；</a:t>
            </a: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（應）我倚靠祂就攏免驚；</a:t>
            </a:r>
          </a:p>
        </p:txBody>
      </p:sp>
    </p:spTree>
    <p:extLst>
      <p:ext uri="{BB962C8B-B14F-4D97-AF65-F5344CB8AC3E}">
        <p14:creationId xmlns:p14="http://schemas.microsoft.com/office/powerpoint/2010/main" val="21795649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文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43(2/</a:t>
            </a:r>
            <a:r>
              <a:rPr lang="zh-TW" altLang="zh-TW" b="1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)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26971" y="1916832"/>
            <a:ext cx="9144000" cy="4680520"/>
          </a:xfrm>
        </p:spPr>
        <p:txBody>
          <a:bodyPr/>
          <a:lstStyle/>
          <a:p>
            <a:pPr algn="l"/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（啟）主上帝是我的氣力，我欲唱歌稱讚；</a:t>
            </a: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（應）祂是我的救主。</a:t>
            </a:r>
          </a:p>
          <a:p>
            <a:pPr algn="l"/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（啟）祂是我的上帝，我欲稱讚祂；</a:t>
            </a: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（應）祂是我祖先的上帝，我欲尊祂做大。</a:t>
            </a: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（齊聲）恁會對救恩的水泉歡喜汲水。</a:t>
            </a:r>
          </a:p>
          <a:p>
            <a:pPr algn="l"/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（啟）佇彼日，恁會講：</a:t>
            </a: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（應）著感謝上主，求叫祂的名，</a:t>
            </a:r>
          </a:p>
        </p:txBody>
      </p:sp>
    </p:spTree>
    <p:extLst>
      <p:ext uri="{BB962C8B-B14F-4D97-AF65-F5344CB8AC3E}">
        <p14:creationId xmlns:p14="http://schemas.microsoft.com/office/powerpoint/2010/main" val="10924547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文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43(3/</a:t>
            </a:r>
            <a:r>
              <a:rPr lang="zh-TW" altLang="zh-TW" b="1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)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916832"/>
            <a:ext cx="9612560" cy="4217333"/>
          </a:xfrm>
        </p:spPr>
        <p:txBody>
          <a:bodyPr/>
          <a:lstStyle/>
          <a:p>
            <a:pPr algn="l"/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（啟）將祂的所做佇列邦報揚，</a:t>
            </a: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（應）講起祂的名已經受尊崇。</a:t>
            </a:r>
          </a:p>
          <a:p>
            <a:pPr algn="l"/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（啟）恁著唱歌稱讚上主，祂的作為真顯赫；</a:t>
            </a: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（應）願此個代誌遍傳普天下。</a:t>
            </a:r>
          </a:p>
          <a:p>
            <a:pPr algn="l"/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（啟）住佇錫安的人啊，著歡呼唱歌；</a:t>
            </a:r>
          </a:p>
          <a:p>
            <a:pPr algn="l"/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（應）以色列聖的上帝佇恁中間真偉大！</a:t>
            </a:r>
          </a:p>
        </p:txBody>
      </p:sp>
    </p:spTree>
    <p:extLst>
      <p:ext uri="{BB962C8B-B14F-4D97-AF65-F5344CB8AC3E}">
        <p14:creationId xmlns:p14="http://schemas.microsoft.com/office/powerpoint/2010/main" val="20944367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20641</TotalTime>
  <Words>185</Words>
  <Application>Microsoft Macintosh PowerPoint</Application>
  <PresentationFormat>如螢幕大小 (4:3)</PresentationFormat>
  <Paragraphs>25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新啟應文43(1/3)</vt:lpstr>
      <vt:lpstr>新啟應文43(2/3)</vt:lpstr>
      <vt:lpstr>新啟應文43(3/3)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4695</cp:revision>
  <dcterms:created xsi:type="dcterms:W3CDTF">2009-02-27T08:32:01Z</dcterms:created>
  <dcterms:modified xsi:type="dcterms:W3CDTF">2019-11-09T17:39:10Z</dcterms:modified>
</cp:coreProperties>
</file>