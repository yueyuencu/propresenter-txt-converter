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68" r:id="rId2"/>
    <p:sldId id="5269" r:id="rId3"/>
    <p:sldId id="5270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00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(1/3)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04864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上主阮的主啊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祢的威嚴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普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遍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全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地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！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稱讚祢的聲透到天頂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對囝仔及嬰仔的嘴唱出來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祢起造要塞防備敵人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欲消滅對敵，消除冤仇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。</a:t>
            </a:r>
            <a:endParaRPr lang="zh-TW" altLang="zh-TW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0657574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04864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看著祢親手創造的天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祢所安排的月娘、星辰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啊！人算甚麼，祢猶赫呢關心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！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土做的人算甚麼，祢猶赫呢照顧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！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祢創造人，互伊比天使小可卡低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祢賜伊王的榮光及尊貴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。</a:t>
            </a:r>
            <a:endParaRPr lang="zh-TW" altLang="zh-TW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12761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04864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祢指派伊管理祢親手創造的萬物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祢互伊有權柄支配一切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：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一切的羊及牛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、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山野的走獸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、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空中的飛鳥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海洋的魚類及活物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上主阮的主啊，祢的威嚴普遍全地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！</a:t>
            </a:r>
            <a:endParaRPr lang="zh-TW" altLang="zh-TW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39246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172</Words>
  <Application>Microsoft Macintosh PowerPoint</Application>
  <PresentationFormat>如螢幕大小 (4:3)</PresentationFormat>
  <Paragraphs>25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新啟應文5(1/3)</vt:lpstr>
      <vt:lpstr>新啟應文5(2/3)</vt:lpstr>
      <vt:lpstr>新啟應文5(3/3)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4691</cp:revision>
  <dcterms:created xsi:type="dcterms:W3CDTF">2009-02-27T08:32:01Z</dcterms:created>
  <dcterms:modified xsi:type="dcterms:W3CDTF">2014-07-12T08:36:54Z</dcterms:modified>
</cp:coreProperties>
</file>