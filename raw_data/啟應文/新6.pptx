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079" r:id="rId2"/>
    <p:sldId id="26080" r:id="rId3"/>
    <p:sldId id="26081" r:id="rId4"/>
    <p:sldId id="26082" r:id="rId5"/>
    <p:sldId id="26083" r:id="rId6"/>
    <p:sldId id="26084" r:id="rId7"/>
    <p:sldId id="26085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067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063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18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369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450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30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76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45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72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23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1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14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86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58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03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13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36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7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95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4C7BC51D-7BEE-1844-A642-B09A3D6B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(啟)上帝啊，求祢保護我，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(應)因為祢是我的避難所。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(啟)我曾對上主講，祢是我的主；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(應)只有祢是我幸福的源頭。</a:t>
            </a:r>
          </a:p>
        </p:txBody>
      </p:sp>
    </p:spTree>
    <p:extLst>
      <p:ext uri="{BB962C8B-B14F-4D97-AF65-F5344CB8AC3E}">
        <p14:creationId xmlns:p14="http://schemas.microsoft.com/office/powerpoint/2010/main" val="333453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2E250-5149-E04A-80A4-A4F6B36CE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(啟)地上的聖徒實在真尊貴；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(應)及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做伙是我上大的歡喜。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(齊聲)去隨別的神明的人一定加添痛苦！</a:t>
            </a:r>
          </a:p>
        </p:txBody>
      </p:sp>
    </p:spTree>
    <p:extLst>
      <p:ext uri="{BB962C8B-B14F-4D97-AF65-F5344CB8AC3E}">
        <p14:creationId xmlns:p14="http://schemas.microsoft.com/office/powerpoint/2010/main" val="108144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7DE6850-B3D8-4B43-9CE5-3BF91E9D1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參與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的獻祭，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敬拜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的神明。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(啟)上主，祢是我的產業、我的福杯；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(應)祢顧守我應得的份額。</a:t>
            </a:r>
          </a:p>
        </p:txBody>
      </p:sp>
    </p:spTree>
    <p:extLst>
      <p:ext uri="{BB962C8B-B14F-4D97-AF65-F5344CB8AC3E}">
        <p14:creationId xmlns:p14="http://schemas.microsoft.com/office/powerpoint/2010/main" val="44872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1CB26C7-AB4C-EB48-B66B-7F715E9B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(啟)祢將真媠的土地分互我，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(應)我得著的產業實在真好！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(啟)我欲稱讚教示我的上主；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(應)暝時，我的心指點我。</a:t>
            </a:r>
          </a:p>
        </p:txBody>
      </p:sp>
    </p:spTree>
    <p:extLst>
      <p:ext uri="{BB962C8B-B14F-4D97-AF65-F5344CB8AC3E}">
        <p14:creationId xmlns:p14="http://schemas.microsoft.com/office/powerpoint/2010/main" val="146109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163639-1AFC-DA45-ACC9-07B7261EE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(啟)我不時感受上主的同在；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(應)祂佇我正旁，我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動搖。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(啟)所以，我的心歡喜，我的神快樂；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(應)我的肉體嘛安然自在。</a:t>
            </a:r>
          </a:p>
        </p:txBody>
      </p:sp>
    </p:spTree>
    <p:extLst>
      <p:ext uri="{BB962C8B-B14F-4D97-AF65-F5344CB8AC3E}">
        <p14:creationId xmlns:p14="http://schemas.microsoft.com/office/powerpoint/2010/main" val="52431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45AD10-B4F1-1C44-A192-7949DC621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(啟)因為祢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給我放拺佇陰間，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互祢忠誠的子民落去深淵。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(齊聲)祢會指示我人生的道路。</a:t>
            </a:r>
          </a:p>
        </p:txBody>
      </p:sp>
    </p:spTree>
    <p:extLst>
      <p:ext uri="{BB962C8B-B14F-4D97-AF65-F5344CB8AC3E}">
        <p14:creationId xmlns:p14="http://schemas.microsoft.com/office/powerpoint/2010/main" val="129238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35BD5E7-0279-C641-B9F5-A5EFF6EE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94DDAE6-8E6E-164E-8C68-DE2FC54C9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(啟)佇祢面前，我有滿滿的歡喜；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(應)佇祢正旁，我有永遠的快樂。</a:t>
            </a:r>
          </a:p>
        </p:txBody>
      </p:sp>
    </p:spTree>
    <p:extLst>
      <p:ext uri="{BB962C8B-B14F-4D97-AF65-F5344CB8AC3E}">
        <p14:creationId xmlns:p14="http://schemas.microsoft.com/office/powerpoint/2010/main" val="146044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352</Words>
  <Application>Microsoft Macintosh PowerPoint</Application>
  <PresentationFormat>如螢幕大小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啟應文6(1/7)</vt:lpstr>
      <vt:lpstr>啟應文6(2/7)</vt:lpstr>
      <vt:lpstr>啟應文6(3/7)</vt:lpstr>
      <vt:lpstr>啟應文6(4/7)</vt:lpstr>
      <vt:lpstr>啟應文6(5/7)</vt:lpstr>
      <vt:lpstr>啟應文6(6/7)</vt:lpstr>
      <vt:lpstr>啟應文6(7/7)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2024-10-18T16:38:25Z</dcterms:modified>
</cp:coreProperties>
</file>