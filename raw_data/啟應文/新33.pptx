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491" r:id="rId2"/>
    <p:sldId id="25492" r:id="rId3"/>
    <p:sldId id="25493" r:id="rId4"/>
    <p:sldId id="25494" r:id="rId5"/>
    <p:sldId id="25495" r:id="rId6"/>
    <p:sldId id="25496" r:id="rId7"/>
    <p:sldId id="25497" r:id="rId8"/>
    <p:sldId id="25498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2025/3/29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5359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7253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1636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5403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0894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358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37285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429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2025/3/29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5993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2025/3/29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8806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2025/3/29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0420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2025/3/29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9723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2025/3/29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4634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2025/3/29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6249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2025/3/29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3256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2025/3/29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9714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2025/3/29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9845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2025/3/29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7132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2025/3/29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2625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2025/3/29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4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11363D81-5449-CF42-848E-F7233B59F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3024336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(啟)上主啊，祢有鑑察我，識我。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(應)我的一舉一動祢攏知；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(啟)對真遠祢嘛看會出我的心思。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(應)我行路歇睏，祢攏啲看；</a:t>
            </a:r>
          </a:p>
        </p:txBody>
      </p:sp>
    </p:spTree>
    <p:extLst>
      <p:ext uri="{BB962C8B-B14F-4D97-AF65-F5344CB8AC3E}">
        <p14:creationId xmlns:p14="http://schemas.microsoft.com/office/powerpoint/2010/main" val="1588281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F1C41B4A-8803-D943-A5E9-101A51767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3024336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(啟)我的所行所做，祢嘛攏知。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(應)上主啊，我猶未開嘴，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(啟)祢已經知我欲講甚麼。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(應)祢佇我的前後照顧我；</a:t>
            </a:r>
          </a:p>
        </p:txBody>
      </p:sp>
    </p:spTree>
    <p:extLst>
      <p:ext uri="{BB962C8B-B14F-4D97-AF65-F5344CB8AC3E}">
        <p14:creationId xmlns:p14="http://schemas.microsoft.com/office/powerpoint/2010/main" val="315311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2033468-9104-124A-81D6-75088B185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3024336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(啟)祢親手保護我。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(應)祢的知識赫呢奇妙，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(啟)赫呢高深，超過我的了解。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(應)去叨位，我才會當逃避祢？</a:t>
            </a:r>
          </a:p>
        </p:txBody>
      </p:sp>
    </p:spTree>
    <p:extLst>
      <p:ext uri="{BB962C8B-B14F-4D97-AF65-F5344CB8AC3E}">
        <p14:creationId xmlns:p14="http://schemas.microsoft.com/office/powerpoint/2010/main" val="955500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B321DDDE-0958-A340-A755-216B30171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3024336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(啟)走到叨位，我才會當逃閃祢？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(應)我若爬上天，祢佇遐；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(啟)我若落陰間，祢嘛佇遐。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(應)我若飛到日出此旁，</a:t>
            </a:r>
          </a:p>
        </p:txBody>
      </p:sp>
    </p:spTree>
    <p:extLst>
      <p:ext uri="{BB962C8B-B14F-4D97-AF65-F5344CB8AC3E}">
        <p14:creationId xmlns:p14="http://schemas.microsoft.com/office/powerpoint/2010/main" val="359573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9A93461-BFE5-B740-86EC-4C4FA1AE1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3024336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(啟)抑是去到日落彼旁，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(應)就若佇遐，祢的手嘛會引導我，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(啟)祢的正手嘛會扶持我。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(應)我若求烏暗給我蓋起來，</a:t>
            </a:r>
          </a:p>
        </p:txBody>
      </p:sp>
    </p:spTree>
    <p:extLst>
      <p:ext uri="{BB962C8B-B14F-4D97-AF65-F5344CB8AC3E}">
        <p14:creationId xmlns:p14="http://schemas.microsoft.com/office/powerpoint/2010/main" val="1546127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62B6196-94DB-E44F-8041-F24D1AB4D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3024336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(啟)叫暗暝給我遮截，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(應)對祢來講，烏暗無算是暗，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(啟)暗時親像日時赫呢光；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(應)對祢來講，烏暗及光明攏仝款。</a:t>
            </a:r>
          </a:p>
        </p:txBody>
      </p:sp>
    </p:spTree>
    <p:extLst>
      <p:ext uri="{BB962C8B-B14F-4D97-AF65-F5344CB8AC3E}">
        <p14:creationId xmlns:p14="http://schemas.microsoft.com/office/powerpoint/2010/main" val="1806577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CC37E6D-CC1A-5247-95E5-3646F2D85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3024336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(啟)上帝啊，祢的意念實在真</a:t>
            </a:r>
            <a:r>
              <a:rPr lang="zh-TW" altLang="en-US" sz="3700" b="1" dirty="0">
                <a:latin typeface="全宋體-2" pitchFamily="18" charset="-120"/>
                <a:ea typeface="全宋體-2" pitchFamily="18" charset="-120"/>
                <a:cs typeface="Heiti TC Light"/>
              </a:rPr>
              <a:t>𬿪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了解！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(應)祢的心思實在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𣍐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算得！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(啟)我若欲算，比海沙卡多；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(應)若算會了，嘛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𣍐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當透徹祢的奧妙。</a:t>
            </a:r>
          </a:p>
        </p:txBody>
      </p:sp>
    </p:spTree>
    <p:extLst>
      <p:ext uri="{BB962C8B-B14F-4D97-AF65-F5344CB8AC3E}">
        <p14:creationId xmlns:p14="http://schemas.microsoft.com/office/powerpoint/2010/main" val="31351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C5D8B6A2-0290-6B4B-9876-CAF53DCA7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8809673" cy="3024336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(啟)上帝啊，求祢鑑察我，知我的心思，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(應)考驗我，知我的意念。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(啟)求祢指點我，互我無歹行為，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(應)導我行永遠的道路。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524060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20671</TotalTime>
  <Words>454</Words>
  <Application>Microsoft Macintosh PowerPoint</Application>
  <PresentationFormat>如螢幕大小 (16:9)</PresentationFormat>
  <Paragraphs>48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全宋體-2</vt:lpstr>
      <vt:lpstr>新細明體</vt:lpstr>
      <vt:lpstr>Heiti TC Light</vt:lpstr>
      <vt:lpstr>Arial</vt:lpstr>
      <vt:lpstr>Calibri</vt:lpstr>
      <vt:lpstr>1_Office 佈景主題</vt:lpstr>
      <vt:lpstr>啟應文33(1/8)</vt:lpstr>
      <vt:lpstr>啟應文33(2/8)</vt:lpstr>
      <vt:lpstr>啟應文33(3/8)</vt:lpstr>
      <vt:lpstr>啟應文33(4/8)</vt:lpstr>
      <vt:lpstr>啟應文33(5/8)</vt:lpstr>
      <vt:lpstr>啟應文33(6/8)</vt:lpstr>
      <vt:lpstr>啟應文33(7/8)</vt:lpstr>
      <vt:lpstr>啟應文33(8/8)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4707</cp:revision>
  <dcterms:created xsi:type="dcterms:W3CDTF">2009-02-27T08:32:01Z</dcterms:created>
  <dcterms:modified xsi:type="dcterms:W3CDTF">2025-03-28T23:49:03Z</dcterms:modified>
</cp:coreProperties>
</file>