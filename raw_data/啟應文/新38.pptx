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869" r:id="rId2"/>
    <p:sldId id="25870" r:id="rId3"/>
    <p:sldId id="25871" r:id="rId4"/>
    <p:sldId id="25872" r:id="rId5"/>
    <p:sldId id="25873" r:id="rId6"/>
    <p:sldId id="25874" r:id="rId7"/>
    <p:sldId id="25875" r:id="rId8"/>
    <p:sldId id="25876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2025/10/25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9286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513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8670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576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578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1179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88967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4137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2025/10/25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2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2025/10/25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3954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2025/10/25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39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2025/10/25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8982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2025/10/25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1054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2025/10/25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0782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2025/10/25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1297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2025/10/25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7288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2025/10/25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910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2025/10/25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334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2025/10/25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633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2025/10/25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99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5A86715-AF96-BC4B-9349-5797A645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天下萬項攏有伊的期；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事事攏有伊的時：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生有時，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死有時；</a:t>
            </a:r>
          </a:p>
        </p:txBody>
      </p:sp>
    </p:spTree>
    <p:extLst>
      <p:ext uri="{BB962C8B-B14F-4D97-AF65-F5344CB8AC3E}">
        <p14:creationId xmlns:p14="http://schemas.microsoft.com/office/powerpoint/2010/main" val="99455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5A86715-AF96-BC4B-9349-5797A645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栽種有時，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摳所栽種的有時；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哭有時，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笑有時；</a:t>
            </a:r>
          </a:p>
        </p:txBody>
      </p:sp>
    </p:spTree>
    <p:extLst>
      <p:ext uri="{BB962C8B-B14F-4D97-AF65-F5344CB8AC3E}">
        <p14:creationId xmlns:p14="http://schemas.microsoft.com/office/powerpoint/2010/main" val="45427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5A86715-AF96-BC4B-9349-5797A645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哀傷有時，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跳舞有時；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同房有時，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分房有時；</a:t>
            </a:r>
          </a:p>
        </p:txBody>
      </p:sp>
    </p:spTree>
    <p:extLst>
      <p:ext uri="{BB962C8B-B14F-4D97-AF65-F5344CB8AC3E}">
        <p14:creationId xmlns:p14="http://schemas.microsoft.com/office/powerpoint/2010/main" val="163797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5A86715-AF96-BC4B-9349-5797A645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親熱有時，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冷淡有時；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搜尋有時，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失落有時；</a:t>
            </a:r>
          </a:p>
        </p:txBody>
      </p:sp>
    </p:spTree>
    <p:extLst>
      <p:ext uri="{BB962C8B-B14F-4D97-AF65-F5344CB8AC3E}">
        <p14:creationId xmlns:p14="http://schemas.microsoft.com/office/powerpoint/2010/main" val="214202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5A86715-AF96-BC4B-9349-5797A645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保存有時，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放拺有時；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拆有時，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補有時；</a:t>
            </a:r>
          </a:p>
        </p:txBody>
      </p:sp>
    </p:spTree>
    <p:extLst>
      <p:ext uri="{BB962C8B-B14F-4D97-AF65-F5344CB8AC3E}">
        <p14:creationId xmlns:p14="http://schemas.microsoft.com/office/powerpoint/2010/main" val="385866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5A86715-AF96-BC4B-9349-5797A645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靜靜有時，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講話有時；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疼有時，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怨有時；</a:t>
            </a:r>
          </a:p>
        </p:txBody>
      </p:sp>
    </p:spTree>
    <p:extLst>
      <p:ext uri="{BB962C8B-B14F-4D97-AF65-F5344CB8AC3E}">
        <p14:creationId xmlns:p14="http://schemas.microsoft.com/office/powerpoint/2010/main" val="2396296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5A86715-AF96-BC4B-9349-5797A645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戰爭有時，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和平有時；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772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5A86715-AF96-BC4B-9349-5797A645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2258"/>
            <a:ext cx="8809673" cy="3657764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我知上帝所做的一切攏會留到永遠，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𣍐加添，𣍐減少。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齊聲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上帝按呢做，是欲互人佇祂的面前心存敬畏。</a:t>
            </a:r>
          </a:p>
        </p:txBody>
      </p:sp>
    </p:spTree>
    <p:extLst>
      <p:ext uri="{BB962C8B-B14F-4D97-AF65-F5344CB8AC3E}">
        <p14:creationId xmlns:p14="http://schemas.microsoft.com/office/powerpoint/2010/main" val="2403184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20671</TotalTime>
  <Words>262</Words>
  <Application>Microsoft Macintosh PowerPoint</Application>
  <PresentationFormat>如螢幕大小 (16:9)</PresentationFormat>
  <Paragraphs>45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啟應文38(1/8)</vt:lpstr>
      <vt:lpstr>啟應文38(2/8)</vt:lpstr>
      <vt:lpstr>啟應文38(3/8)</vt:lpstr>
      <vt:lpstr>啟應文38(4/8)</vt:lpstr>
      <vt:lpstr>啟應文38(5/8)</vt:lpstr>
      <vt:lpstr>啟應文38(6/8)</vt:lpstr>
      <vt:lpstr>啟應文38(7/8)</vt:lpstr>
      <vt:lpstr>啟應文38(8/8)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4709</cp:revision>
  <dcterms:created xsi:type="dcterms:W3CDTF">2009-02-27T08:32:01Z</dcterms:created>
  <dcterms:modified xsi:type="dcterms:W3CDTF">2025-10-25T02:25:17Z</dcterms:modified>
</cp:coreProperties>
</file>