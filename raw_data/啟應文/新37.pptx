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398" r:id="rId2"/>
    <p:sldId id="25399" r:id="rId3"/>
    <p:sldId id="25400" r:id="rId4"/>
    <p:sldId id="25401" r:id="rId5"/>
    <p:sldId id="25402" r:id="rId6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2024/6/14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39716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81297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17718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68844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2199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2024/6/14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788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2024/6/14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5801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2024/6/14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7279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2024/6/14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4750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2024/6/14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6187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2024/6/14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5625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2024/6/14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842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2024/6/14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1386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2024/6/14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7429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2024/6/14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602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2024/6/14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7164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4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2024/6/14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2320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03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08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12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16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776" indent="-34277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37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(1/5)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7B29FACA-A23D-E845-B689-F9CE04AA9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(啟)我的子啊，你的心若有智慧，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(應)我的心會真歡喜。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(啟)你的嘴若講正直，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</a:t>
            </a: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我的心會真快樂。</a:t>
            </a:r>
          </a:p>
        </p:txBody>
      </p:sp>
    </p:spTree>
    <p:extLst>
      <p:ext uri="{BB962C8B-B14F-4D97-AF65-F5344CB8AC3E}">
        <p14:creationId xmlns:p14="http://schemas.microsoft.com/office/powerpoint/2010/main" val="779798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37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(2/5)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7B29FACA-A23D-E845-B689-F9CE04AA9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(啟)</a:t>
            </a:r>
            <a:r>
              <a:rPr lang="zh-TW" altLang="zh-TW" sz="4000" b="1" dirty="0"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通欣羨歹人，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(應)著不時敬畏上主；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(啟)將來一定有向望，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(應)你的向望</a:t>
            </a: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𣍐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無去。</a:t>
            </a:r>
          </a:p>
        </p:txBody>
      </p:sp>
    </p:spTree>
    <p:extLst>
      <p:ext uri="{BB962C8B-B14F-4D97-AF65-F5344CB8AC3E}">
        <p14:creationId xmlns:p14="http://schemas.microsoft.com/office/powerpoint/2010/main" val="3691623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37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(3/5)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7B29FACA-A23D-E845-B689-F9CE04AA9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(啟)我的子啊，著聽，著有智慧，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(應)互你的心行正直的路。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(啟)著聽趁生你的老父；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(應)你的老母老的時嘛</a:t>
            </a: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通看輕伊。</a:t>
            </a:r>
          </a:p>
        </p:txBody>
      </p:sp>
    </p:spTree>
    <p:extLst>
      <p:ext uri="{BB962C8B-B14F-4D97-AF65-F5344CB8AC3E}">
        <p14:creationId xmlns:p14="http://schemas.microsoft.com/office/powerpoint/2010/main" val="1804072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37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(4/5)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7B29FACA-A23D-E845-B689-F9CE04AA9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(啟)著買真理，</a:t>
            </a:r>
            <a:r>
              <a:rPr lang="zh-TW" altLang="zh-TW" sz="4000" b="1" dirty="0"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通賣；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(應)嘛著買智慧、教示及明理。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(啟)正直的人的老父會大快樂；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(應)人生著智慧的子會因為伊大歡喜。</a:t>
            </a:r>
          </a:p>
        </p:txBody>
      </p:sp>
    </p:spTree>
    <p:extLst>
      <p:ext uri="{BB962C8B-B14F-4D97-AF65-F5344CB8AC3E}">
        <p14:creationId xmlns:p14="http://schemas.microsoft.com/office/powerpoint/2010/main" val="3856776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37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(5/5)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7B29FACA-A23D-E845-B689-F9CE04AA9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(啟)著互你的父母歡喜，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(應)互生你的老母快樂。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(啟)我的子啊，著將你的心交託我，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(應)目睭著注意看我的道路。</a:t>
            </a:r>
          </a:p>
        </p:txBody>
      </p:sp>
    </p:spTree>
    <p:extLst>
      <p:ext uri="{BB962C8B-B14F-4D97-AF65-F5344CB8AC3E}">
        <p14:creationId xmlns:p14="http://schemas.microsoft.com/office/powerpoint/2010/main" val="3597724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20648</TotalTime>
  <Words>262</Words>
  <Application>Microsoft Macintosh PowerPoint</Application>
  <PresentationFormat>如螢幕大小 (16:9)</PresentationFormat>
  <Paragraphs>30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全宋體-2</vt:lpstr>
      <vt:lpstr>新細明體</vt:lpstr>
      <vt:lpstr>Heiti TC Light</vt:lpstr>
      <vt:lpstr>Arial</vt:lpstr>
      <vt:lpstr>Calibri</vt:lpstr>
      <vt:lpstr>1_Office 佈景主題</vt:lpstr>
      <vt:lpstr>啟應文37(1/5)</vt:lpstr>
      <vt:lpstr>啟應文37(2/5)</vt:lpstr>
      <vt:lpstr>啟應文37(3/5)</vt:lpstr>
      <vt:lpstr>啟應文37(4/5)</vt:lpstr>
      <vt:lpstr>啟應文37(5/5)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4699</cp:revision>
  <dcterms:created xsi:type="dcterms:W3CDTF">2009-02-27T08:32:01Z</dcterms:created>
  <dcterms:modified xsi:type="dcterms:W3CDTF">2024-06-14T13:13:08Z</dcterms:modified>
</cp:coreProperties>
</file>