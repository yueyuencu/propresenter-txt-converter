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049" r:id="rId2"/>
    <p:sldId id="26050" r:id="rId3"/>
    <p:sldId id="26051" r:id="rId4"/>
    <p:sldId id="26052" r:id="rId5"/>
    <p:sldId id="26053" r:id="rId6"/>
    <p:sldId id="26054" r:id="rId7"/>
    <p:sldId id="26056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796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13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822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439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364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4047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954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0004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035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03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554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94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707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7539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74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6779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86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49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373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01D45751-4C52-0F4B-8D82-A200C6F48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(啟)我是真的葡萄樹，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(應)我的父是種葡萄的。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(啟)連佇我閣無結果子的枝，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(應)祂就給伊剪起來；</a:t>
            </a:r>
          </a:p>
        </p:txBody>
      </p:sp>
    </p:spTree>
    <p:extLst>
      <p:ext uri="{BB962C8B-B14F-4D97-AF65-F5344CB8AC3E}">
        <p14:creationId xmlns:p14="http://schemas.microsoft.com/office/powerpoint/2010/main" val="113737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7FCC41-3BE3-6C4C-8557-2CF45CD7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(啟)有結果子的枝，祂就給伊修剪，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(應)互伊結卡多果子。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(啟)我對恁講的話已經互恁清氣啦。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(應)恁著及我結連，我就及恁結連。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851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1F46F9-D2D9-5A48-825D-64B33302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(啟)枝無連佇葡萄樹，家己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結果子；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(應)恁若無及我結連嘛是按呢。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(啟)我是葡萄樹，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(應)恁是枝。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033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4CF791-CDC4-E249-94FE-285AED4F6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(啟)及我結連，我嘛及伊結連的，會結真多果子，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(應)無我，恁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當做甚麼。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062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6687C3-D9EC-7248-ACE4-BAA24E5AD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(啟)人若無及我結連，會親像焦去的枝互人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㧒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出去外面，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(應)互人撿歸堆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落火燒。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28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6B2CF1-7DD3-D740-BE24-F587D5457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(啟)恁若及我結連，我的話佇恁內面，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(應)恁無論愛甚麼，求就互恁實現。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7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7872BE-922C-AA46-BCE3-54EB9D5D3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(啟)恁若結真多果子，真正做我的門徒，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(應)我的父會因為按呢得著榮光。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432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20658</TotalTime>
  <Words>316</Words>
  <Application>Microsoft Macintosh PowerPoint</Application>
  <PresentationFormat>如螢幕大小 (16:9)</PresentationFormat>
  <Paragraphs>34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啟應文57(1/7)</vt:lpstr>
      <vt:lpstr>啟應文57(2/7)</vt:lpstr>
      <vt:lpstr>啟應文57(3/7)</vt:lpstr>
      <vt:lpstr>啟應文57(4/7)</vt:lpstr>
      <vt:lpstr>啟應文57(5/7)</vt:lpstr>
      <vt:lpstr>啟應文57(6/7)</vt:lpstr>
      <vt:lpstr>啟應文57(7/7)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2024-10-11T14:51:33Z</dcterms:modified>
</cp:coreProperties>
</file>