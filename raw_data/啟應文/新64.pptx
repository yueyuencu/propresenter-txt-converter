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021" r:id="rId2"/>
    <p:sldId id="25022" r:id="rId3"/>
    <p:sldId id="25023" r:id="rId4"/>
    <p:sldId id="25024" r:id="rId5"/>
    <p:sldId id="25025" r:id="rId6"/>
    <p:sldId id="25026" r:id="rId7"/>
    <p:sldId id="25027" r:id="rId8"/>
    <p:sldId id="25028" r:id="rId9"/>
    <p:sldId id="25029" r:id="rId10"/>
    <p:sldId id="25030" r:id="rId11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7301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1220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7855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0223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529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6871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4477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121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067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3389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7609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911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835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62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036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886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176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498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997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928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4955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2024/4/4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43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8CC9136-5D45-DE45-9137-26CF89933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809673" cy="252028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(啟)親愛的兄弟姐妹，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通受欺騙。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(應)一切美好的賞賜及一切完全的恩賜，是對天頂光明的源頭所賜。</a:t>
            </a:r>
          </a:p>
        </p:txBody>
      </p:sp>
    </p:spTree>
    <p:extLst>
      <p:ext uri="{BB962C8B-B14F-4D97-AF65-F5344CB8AC3E}">
        <p14:creationId xmlns:p14="http://schemas.microsoft.com/office/powerpoint/2010/main" val="29221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80D4A64-D0AF-7E4D-8E4F-6F29FF143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737665" cy="331236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(啟)祂無改變，嘛無天體轉踅引起的影。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(應)祂照家己的旨意用真理的道來造咱，互咱佇受造的萬物中有上重要的地位。</a:t>
            </a:r>
          </a:p>
        </p:txBody>
      </p:sp>
    </p:spTree>
    <p:extLst>
      <p:ext uri="{BB962C8B-B14F-4D97-AF65-F5344CB8AC3E}">
        <p14:creationId xmlns:p14="http://schemas.microsoft.com/office/powerpoint/2010/main" val="251119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0EF5B23-F3BD-AE44-8E21-99FE11CE1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9622"/>
            <a:ext cx="8737665" cy="352839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(啟)親愛的兄弟姐妹，著知！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(應)逐個人著急欲聽，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通急欲講；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通急欲受氣；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(齊聲)因為人的受氣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當實現上帝公義的要求。</a:t>
            </a:r>
          </a:p>
        </p:txBody>
      </p:sp>
    </p:spTree>
    <p:extLst>
      <p:ext uri="{BB962C8B-B14F-4D97-AF65-F5344CB8AC3E}">
        <p14:creationId xmlns:p14="http://schemas.microsoft.com/office/powerpoint/2010/main" val="369126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9D1EF1A-DA54-8B4F-A22D-8A029F1D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737665" cy="252028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(啟)所以著消除一切垃墋的習慣及貫滿的邪惡；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(應)著用溫柔的心接納彼個種佇恁心內會當救恁的道理。</a:t>
            </a:r>
          </a:p>
        </p:txBody>
      </p:sp>
    </p:spTree>
    <p:extLst>
      <p:ext uri="{BB962C8B-B14F-4D97-AF65-F5344CB8AC3E}">
        <p14:creationId xmlns:p14="http://schemas.microsoft.com/office/powerpoint/2010/main" val="275084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E8DCD084-F647-494D-A29D-BA9BCF806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737665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(啟)著實行道理，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通騙家己講干單聽道理就好。</a:t>
            </a:r>
            <a:endParaRPr lang="en-US" altLang="zh-TW" sz="40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(啟)干單聽道理無去實行的人，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(應)抵親像人照鏡看家己生做啥款；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194829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FCE6C1B-05C5-AF47-B34D-B2729C360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737665" cy="252028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(啟)家己詳細看，了後一下離開，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(應)隨時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記得家己生做啥款。</a:t>
            </a:r>
            <a:endParaRPr lang="en-US" altLang="zh-TW" sz="4000" b="1" dirty="0">
              <a:solidFill>
                <a:srgbClr val="2A0BE5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20771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FBB0562-A496-434E-87FD-0833DA6FE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737665" cy="252028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拘有啲詳細查考互人得著自由彼個完整的律法閣有啲堅守的人，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2A0BE5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(應)伊的所做一定會得著上帝賜福，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2A0BE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0698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A6C711F-6F98-D141-80C0-48E564351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737665" cy="3096344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(啟)因為伊有實在去實行，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是聽了就</a:t>
            </a:r>
            <a:r>
              <a:rPr lang="zh-TW" altLang="zh-TW" sz="4000" b="1" dirty="0">
                <a:solidFill>
                  <a:srgbClr val="0000CC"/>
                </a:solidFill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記得。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(啟)若有人想講家己真敬虔，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拘無控制家己的嘴舌，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2A0BE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97376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239FF79-A474-A342-A07C-394BEEFD0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737665" cy="252028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(啟)是啲欺騙家己，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(應)此個人的敬虔攏無路用。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(啟)照顧苦難中的孤兒寡婦，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(應)閣保守家己無染著世俗的腐敗，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2A0BE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81020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(10/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0)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DE965B0-CD0F-334A-9532-C1BFBECEE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8" y="1563638"/>
            <a:ext cx="8737665" cy="2520280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(啟)對父上帝看起來，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(應)這才是純全無缺點的敬虔。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2A0BE5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87618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{CE472EA6-C405-8046-8B1F-113F1F7FBA47}tf10001060</Template>
  <TotalTime>20676</TotalTime>
  <Words>473</Words>
  <Application>Microsoft Macintosh PowerPoint</Application>
  <PresentationFormat>如螢幕大小 (16:9)</PresentationFormat>
  <Paragraphs>50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全宋體-2</vt:lpstr>
      <vt:lpstr>微軟正黑體</vt:lpstr>
      <vt:lpstr>新細明體</vt:lpstr>
      <vt:lpstr>Heiti TC Light</vt:lpstr>
      <vt:lpstr>Arial</vt:lpstr>
      <vt:lpstr>Calibri</vt:lpstr>
      <vt:lpstr>1_Office 佈景主題</vt:lpstr>
      <vt:lpstr>啟應文64(1/10)</vt:lpstr>
      <vt:lpstr>啟應文64(2/10)</vt:lpstr>
      <vt:lpstr>啟應文64(3/10)</vt:lpstr>
      <vt:lpstr>啟應文64(4/10)</vt:lpstr>
      <vt:lpstr>啟應文64(5/10)</vt:lpstr>
      <vt:lpstr>啟應文64(6/10)</vt:lpstr>
      <vt:lpstr>啟應文64(7/10)</vt:lpstr>
      <vt:lpstr>啟應文64(8/10)</vt:lpstr>
      <vt:lpstr>啟應文64(9/10)</vt:lpstr>
      <vt:lpstr>啟應文64(10/10)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4714</cp:revision>
  <dcterms:created xsi:type="dcterms:W3CDTF">2009-02-27T08:32:01Z</dcterms:created>
  <dcterms:modified xsi:type="dcterms:W3CDTF">2024-04-04T14:05:30Z</dcterms:modified>
</cp:coreProperties>
</file>