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5280" r:id="rId2"/>
    <p:sldId id="5315" r:id="rId3"/>
    <p:sldId id="5316" r:id="rId4"/>
    <p:sldId id="5317" r:id="rId5"/>
    <p:sldId id="5318" r:id="rId6"/>
    <p:sldId id="5319" r:id="rId7"/>
    <p:sldId id="5320" r:id="rId8"/>
    <p:sldId id="5321" r:id="rId9"/>
    <p:sldId id="5322" r:id="rId10"/>
    <p:sldId id="5323" r:id="rId11"/>
    <p:sldId id="5324" r:id="rId12"/>
    <p:sldId id="5325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8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828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927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69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453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579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097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792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187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427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708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28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32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78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63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72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175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9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8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0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29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735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85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3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67114CF-CBB0-AE43-B22C-8E34418B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信是對所向望的事有把握，對無看見的事會當肯定。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古早人因為此個信得著上帝認定接納。</a:t>
            </a:r>
          </a:p>
        </p:txBody>
      </p:sp>
    </p:spTree>
    <p:extLst>
      <p:ext uri="{BB962C8B-B14F-4D97-AF65-F5344CB8AC3E}">
        <p14:creationId xmlns:p14="http://schemas.microsoft.com/office/powerpoint/2010/main" val="325260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DFB4C0B-FE5F-7D4F-BC42-17D5F33C3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對信，咱知宇宙是對上帝的話創造的；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按呢看會著的是對看</a:t>
            </a:r>
            <a:r>
              <a:rPr lang="zh-TW" altLang="zh-TW" sz="4000" b="1" dirty="0">
                <a:solidFill>
                  <a:srgbClr val="0000CC"/>
                </a:solidFill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著的來造的。</a:t>
            </a:r>
          </a:p>
        </p:txBody>
      </p:sp>
    </p:spTree>
    <p:extLst>
      <p:ext uri="{BB962C8B-B14F-4D97-AF65-F5344CB8AC3E}">
        <p14:creationId xmlns:p14="http://schemas.microsoft.com/office/powerpoint/2010/main" val="275775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4FEA67-996A-EB45-AF92-4B662DB46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對信，亞伯比該隱獻卡好的祭物互上帝；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對此個信，伊得著上帝認定接納做義人。</a:t>
            </a:r>
          </a:p>
        </p:txBody>
      </p:sp>
    </p:spTree>
    <p:extLst>
      <p:ext uri="{BB962C8B-B14F-4D97-AF65-F5344CB8AC3E}">
        <p14:creationId xmlns:p14="http://schemas.microsoft.com/office/powerpoint/2010/main" val="299594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F2A370-77EA-464C-B019-8D6A74B2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雖然亞伯已經死，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通過此個信，伊猶啲講話。</a:t>
            </a:r>
          </a:p>
        </p:txBody>
      </p:sp>
    </p:spTree>
    <p:extLst>
      <p:ext uri="{BB962C8B-B14F-4D97-AF65-F5344CB8AC3E}">
        <p14:creationId xmlns:p14="http://schemas.microsoft.com/office/powerpoint/2010/main" val="298094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5BD7A9-A678-224D-AA5B-50E19E7A2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對信，以諾無經驗死，受遷徙去上帝遐。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人無閣看著伊，因為上帝給伊遷徙去；</a:t>
            </a:r>
          </a:p>
        </p:txBody>
      </p:sp>
    </p:spTree>
    <p:extLst>
      <p:ext uri="{BB962C8B-B14F-4D97-AF65-F5344CB8AC3E}">
        <p14:creationId xmlns:p14="http://schemas.microsoft.com/office/powerpoint/2010/main" val="203555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A4B5D9-EE90-0047-9A1E-5F3FC2903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以諾受遷徒以前，已經互上帝認定接納。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無信就</a:t>
            </a:r>
            <a:r>
              <a:rPr lang="zh-TW" altLang="zh-TW" sz="4000" b="1" dirty="0">
                <a:solidFill>
                  <a:srgbClr val="0000CC"/>
                </a:solidFill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當互上帝歡喜，</a:t>
            </a:r>
          </a:p>
        </p:txBody>
      </p:sp>
    </p:spTree>
    <p:extLst>
      <p:ext uri="{BB962C8B-B14F-4D97-AF65-F5344CB8AC3E}">
        <p14:creationId xmlns:p14="http://schemas.microsoft.com/office/powerpoint/2010/main" val="48774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A5777C-7816-4B44-ACF8-767C31764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因為親近上帝的人一定著信上帝有存在，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閣信祂會互尋求祂的人得著報賞。</a:t>
            </a:r>
          </a:p>
        </p:txBody>
      </p:sp>
    </p:spTree>
    <p:extLst>
      <p:ext uri="{BB962C8B-B14F-4D97-AF65-F5344CB8AC3E}">
        <p14:creationId xmlns:p14="http://schemas.microsoft.com/office/powerpoint/2010/main" val="114198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9EFC73-18B7-D547-9301-875937A1D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對信，挪亞對猶</a:t>
            </a:r>
            <a:r>
              <a:rPr lang="zh-TW" altLang="zh-TW" sz="4000" b="1" dirty="0"/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看著的事有聽上帝的警告，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存敬畏的心，造一隻大船救伊全家。</a:t>
            </a:r>
          </a:p>
        </p:txBody>
      </p:sp>
    </p:spTree>
    <p:extLst>
      <p:ext uri="{BB962C8B-B14F-4D97-AF65-F5344CB8AC3E}">
        <p14:creationId xmlns:p14="http://schemas.microsoft.com/office/powerpoint/2010/main" val="249771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1CECB8-EB09-354F-A76D-3870FA55F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對此個信，伊定世間人的罪，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閣根據此個信，伊成做義的繼承人。</a:t>
            </a:r>
          </a:p>
        </p:txBody>
      </p:sp>
    </p:spTree>
    <p:extLst>
      <p:ext uri="{BB962C8B-B14F-4D97-AF65-F5344CB8AC3E}">
        <p14:creationId xmlns:p14="http://schemas.microsoft.com/office/powerpoint/2010/main" val="409904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89FC92-1168-B842-85DD-0FD0A0B25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對信，亞伯拉罕受召去啲承受做產業的地的時，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雖然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知欲去叨位，猶拘伊有順趁出去。</a:t>
            </a:r>
          </a:p>
        </p:txBody>
      </p:sp>
    </p:spTree>
    <p:extLst>
      <p:ext uri="{BB962C8B-B14F-4D97-AF65-F5344CB8AC3E}">
        <p14:creationId xmlns:p14="http://schemas.microsoft.com/office/powerpoint/2010/main" val="320291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C109EA-FE0D-4649-AB41-8CB311CA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諸個人通過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的信攏得著上帝認定接納，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拘無得著所應允的，因為上帝為著咱有卡好的安排；</a:t>
            </a:r>
          </a:p>
        </p:txBody>
      </p:sp>
    </p:spTree>
    <p:extLst>
      <p:ext uri="{BB962C8B-B14F-4D97-AF65-F5344CB8AC3E}">
        <p14:creationId xmlns:p14="http://schemas.microsoft.com/office/powerpoint/2010/main" val="222110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1632E5-3FFF-E94B-847E-F42F68E2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祂的旨意是愛諸個人及咱有份佇此個安排，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按呢所信的才會當完全實現。</a:t>
            </a:r>
          </a:p>
        </p:txBody>
      </p:sp>
    </p:spTree>
    <p:extLst>
      <p:ext uri="{BB962C8B-B14F-4D97-AF65-F5344CB8AC3E}">
        <p14:creationId xmlns:p14="http://schemas.microsoft.com/office/powerpoint/2010/main" val="343799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20678</TotalTime>
  <Words>472</Words>
  <Application>Microsoft Macintosh PowerPoint</Application>
  <PresentationFormat>如螢幕大小 (16:9)</PresentationFormat>
  <Paragraphs>48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啟應文63(1/12)</vt:lpstr>
      <vt:lpstr>啟應文63(2/12)</vt:lpstr>
      <vt:lpstr>啟應文63(3/12)</vt:lpstr>
      <vt:lpstr>啟應文63(4/12)</vt:lpstr>
      <vt:lpstr>啟應文63(5/12)</vt:lpstr>
      <vt:lpstr>啟應文63(6/12)</vt:lpstr>
      <vt:lpstr>啟應文63(7/12)</vt:lpstr>
      <vt:lpstr>啟應文63(8/12)</vt:lpstr>
      <vt:lpstr>啟應文63(9/12)</vt:lpstr>
      <vt:lpstr>啟應文63(10/12)</vt:lpstr>
      <vt:lpstr>啟應文63(11/12)</vt:lpstr>
      <vt:lpstr>啟應文63(12/12)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4715</cp:revision>
  <dcterms:created xsi:type="dcterms:W3CDTF">2009-02-27T08:32:01Z</dcterms:created>
  <dcterms:modified xsi:type="dcterms:W3CDTF">2024-12-14T00:38:24Z</dcterms:modified>
</cp:coreProperties>
</file>