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67" r:id="rId2"/>
    <p:sldId id="5268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80" y="-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6(1/2)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創造</a:t>
            </a:r>
            <a:r>
              <a:rPr lang="zh-TW" altLang="zh-TW" dirty="0" smtClean="0">
                <a:solidFill>
                  <a:schemeClr val="tx1"/>
                </a:solidFill>
                <a:ea typeface="華康中圓體"/>
              </a:rPr>
              <a:t>天的上主按呢講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；</a:t>
            </a:r>
            <a:endParaRPr lang="zh-TW" altLang="en-US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祂真正是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上帝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祂造地，互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地有形體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祂互地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堅固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祂造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的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是混沌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 smtClean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是欲互人徛起的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所在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祂按呢講：我是上主，以外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無別的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667907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6(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/2)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44000" cy="3240360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我無佇隱密抑是黑暗中給恁講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我無對雅各的後代講：恁著佇混沌中尋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我－上主所講的是真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實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所宣佈的是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正確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531122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111</Words>
  <Application>Microsoft Macintosh PowerPoint</Application>
  <PresentationFormat>如螢幕大小 (4:3)</PresentationFormat>
  <Paragraphs>15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新啟應文46(1/2)</vt:lpstr>
      <vt:lpstr>新啟應文46(2/2)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2015-03-14T09:22:18Z</dcterms:modified>
</cp:coreProperties>
</file>