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194" r:id="rId2"/>
    <p:sldId id="25195" r:id="rId3"/>
    <p:sldId id="25196" r:id="rId4"/>
    <p:sldId id="25197" r:id="rId5"/>
    <p:sldId id="25198" r:id="rId6"/>
    <p:sldId id="25199" r:id="rId7"/>
    <p:sldId id="25200" r:id="rId8"/>
    <p:sldId id="25201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8145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9373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15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1416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630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72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311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757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40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429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8481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81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7018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087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44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441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262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447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724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ABED6BF-AD4E-2A49-BB9D-D7E44E526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5606"/>
            <a:ext cx="8809673" cy="386789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罪得著赦免，罪過得著擦消，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此款人真有福氣！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上主無算伊的罪，閣心無奸詐，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此款人真有福氣！</a:t>
            </a:r>
          </a:p>
        </p:txBody>
      </p:sp>
    </p:spTree>
    <p:extLst>
      <p:ext uri="{BB962C8B-B14F-4D97-AF65-F5344CB8AC3E}">
        <p14:creationId xmlns:p14="http://schemas.microsoft.com/office/powerpoint/2010/main" val="403003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ABED6BF-AD4E-2A49-BB9D-D7E44E526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5606"/>
            <a:ext cx="8809673" cy="386789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我若恬恬呣認罪，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就歸日哼哼嘇，連骨頭都焦去。</a:t>
            </a:r>
            <a:endParaRPr lang="en-US" altLang="zh-TW" sz="39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祢的手暝日重重刑罰我，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我的精力親像互熱天的日頭曬甲焦焦去。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9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480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ABED6BF-AD4E-2A49-BB9D-D7E44E526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5606"/>
            <a:ext cx="8809673" cy="386789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我有對祢排列我的罪，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無隱瞞我的罪惡。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我一定欲對上主承認我的過失；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祢有赦免我犯法的罪。</a:t>
            </a:r>
          </a:p>
        </p:txBody>
      </p:sp>
    </p:spTree>
    <p:extLst>
      <p:ext uri="{BB962C8B-B14F-4D97-AF65-F5344CB8AC3E}">
        <p14:creationId xmlns:p14="http://schemas.microsoft.com/office/powerpoint/2010/main" val="396218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ABED6BF-AD4E-2A49-BB9D-D7E44E526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766" y="1491630"/>
            <a:ext cx="8809673" cy="259228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按呢，虔誠的人佇通尋著祢的時攏著對祢祈禱；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大水氾濫嘛一定𣍐淹著伊。</a:t>
            </a:r>
          </a:p>
        </p:txBody>
      </p:sp>
    </p:spTree>
    <p:extLst>
      <p:ext uri="{BB962C8B-B14F-4D97-AF65-F5344CB8AC3E}">
        <p14:creationId xmlns:p14="http://schemas.microsoft.com/office/powerpoint/2010/main" val="266764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ABED6BF-AD4E-2A49-BB9D-D7E44E526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5606"/>
            <a:ext cx="8809673" cy="386789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祢是我閃匿的所在，會庇祐我脫離艱苦；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祢會用得救的歌四面圍我。</a:t>
            </a:r>
            <a:endParaRPr lang="en-US" altLang="zh-TW" sz="39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我欲教示你，指示你應該行的路；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我欲注目看你，眷顧你。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9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3637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ABED6BF-AD4E-2A49-BB9D-D7E44E526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" y="1491630"/>
            <a:ext cx="8809673" cy="244827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CN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通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親像馬、騾，無智識；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著用馬咬韁、馬勒索約束才會倚近你。</a:t>
            </a:r>
          </a:p>
        </p:txBody>
      </p:sp>
    </p:spTree>
    <p:extLst>
      <p:ext uri="{BB962C8B-B14F-4D97-AF65-F5344CB8AC3E}">
        <p14:creationId xmlns:p14="http://schemas.microsoft.com/office/powerpoint/2010/main" val="252601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ABED6BF-AD4E-2A49-BB9D-D7E44E526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" y="1491630"/>
            <a:ext cx="8809673" cy="273630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歹人會受真多痛苦；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呣拘倚靠上主的人有慈愛四面圍伊。</a:t>
            </a:r>
            <a:endParaRPr lang="en-US" altLang="zh-TW" sz="39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6896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ABED6BF-AD4E-2A49-BB9D-D7E44E526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" y="1491630"/>
            <a:ext cx="8809673" cy="295232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義人啊，恁著因為上主來歡喜快樂！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心正直的人啊，著大聲歡呼！</a:t>
            </a:r>
          </a:p>
        </p:txBody>
      </p:sp>
    </p:spTree>
    <p:extLst>
      <p:ext uri="{BB962C8B-B14F-4D97-AF65-F5344CB8AC3E}">
        <p14:creationId xmlns:p14="http://schemas.microsoft.com/office/powerpoint/2010/main" val="3311964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20665</TotalTime>
  <Words>372</Words>
  <Application>Microsoft Macintosh PowerPoint</Application>
  <PresentationFormat>如螢幕大小 (16:9)</PresentationFormat>
  <Paragraphs>40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啟應文11(1/8)</vt:lpstr>
      <vt:lpstr>啟應文11(2/8)</vt:lpstr>
      <vt:lpstr>啟應文11(3/8)</vt:lpstr>
      <vt:lpstr>啟應文11(4/8)</vt:lpstr>
      <vt:lpstr>啟應文11(5/8)</vt:lpstr>
      <vt:lpstr>啟應文11(6/8)</vt:lpstr>
      <vt:lpstr>啟應文11(7/8)</vt:lpstr>
      <vt:lpstr>啟應文11(8/8)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2025-09-13T07:37:13Z</dcterms:modified>
</cp:coreProperties>
</file>