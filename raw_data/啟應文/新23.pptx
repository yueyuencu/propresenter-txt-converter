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761" r:id="rId2"/>
    <p:sldId id="25762" r:id="rId3"/>
    <p:sldId id="25763" r:id="rId4"/>
    <p:sldId id="25764" r:id="rId5"/>
    <p:sldId id="25765" r:id="rId6"/>
    <p:sldId id="25766" r:id="rId7"/>
    <p:sldId id="25767" r:id="rId8"/>
    <p:sldId id="25768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60" autoAdjust="0"/>
    <p:restoredTop sz="92323" autoAdjust="0"/>
  </p:normalViewPr>
  <p:slideViewPr>
    <p:cSldViewPr>
      <p:cViewPr varScale="1">
        <p:scale>
          <a:sx n="102" d="100"/>
          <a:sy n="102" d="100"/>
        </p:scale>
        <p:origin x="150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9563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8662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4041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2458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3855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2108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0891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8020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103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0583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8753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0984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6713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9179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8423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1349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1341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1628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5385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174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55D7FC6-8A60-8049-93A8-8A304DA67227}"/>
              </a:ext>
            </a:extLst>
          </p:cNvPr>
          <p:cNvSpPr txBox="1">
            <a:spLocks/>
          </p:cNvSpPr>
          <p:nvPr/>
        </p:nvSpPr>
        <p:spPr bwMode="auto">
          <a:xfrm>
            <a:off x="107504" y="1419622"/>
            <a:ext cx="8280000" cy="3723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>
            <a:lvl1pPr marL="342776" indent="-342776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697" indent="-28565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00" indent="-228516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640" indent="-228516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685" indent="-228516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718" indent="-228516" algn="l" defTabSz="91408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64" indent="-228516" algn="l" defTabSz="91408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02" indent="-228516" algn="l" defTabSz="91408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42" indent="-228516" algn="l" defTabSz="91408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95" indent="0" eaLnBrk="1" hangingPunct="1">
              <a:spcBef>
                <a:spcPts val="1200"/>
              </a:spcBef>
              <a:buFont typeface="Arial" charset="0"/>
              <a:buNone/>
            </a:pPr>
            <a:r>
              <a:rPr kumimoji="0" lang="zh-TW" altLang="en-US" sz="3800" b="1">
                <a:latin typeface="全宋體-2" pitchFamily="18" charset="-120"/>
                <a:ea typeface="全宋體-2" pitchFamily="18" charset="-120"/>
                <a:cs typeface="Heiti TC Light"/>
              </a:rPr>
              <a:t>(啟)著對上主唱新的歌！</a:t>
            </a:r>
          </a:p>
          <a:p>
            <a:pPr marL="215995" indent="0" eaLnBrk="1" hangingPunct="1">
              <a:spcBef>
                <a:spcPts val="1200"/>
              </a:spcBef>
              <a:buFont typeface="Arial" charset="0"/>
              <a:buNone/>
            </a:pPr>
            <a:r>
              <a:rPr kumimoji="0" lang="zh-TW" altLang="en-US" sz="3800" b="1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(應)全地攏著對上主唱歌！</a:t>
            </a:r>
          </a:p>
          <a:p>
            <a:pPr marL="215995" indent="0" eaLnBrk="1" hangingPunct="1">
              <a:spcBef>
                <a:spcPts val="1200"/>
              </a:spcBef>
              <a:buFont typeface="Arial" charset="0"/>
              <a:buNone/>
            </a:pPr>
            <a:r>
              <a:rPr kumimoji="0" lang="zh-TW" altLang="en-US" sz="3800" b="1">
                <a:latin typeface="全宋體-2" pitchFamily="18" charset="-120"/>
                <a:ea typeface="全宋體-2" pitchFamily="18" charset="-120"/>
                <a:cs typeface="Heiti TC Light"/>
              </a:rPr>
              <a:t>(啟)著對上主唱歌，稱讚祂的名！</a:t>
            </a:r>
          </a:p>
          <a:p>
            <a:pPr marL="215995" indent="0" eaLnBrk="1" hangingPunct="1">
              <a:spcBef>
                <a:spcPts val="1200"/>
              </a:spcBef>
              <a:buFont typeface="Arial" charset="0"/>
              <a:buNone/>
            </a:pPr>
            <a:r>
              <a:rPr kumimoji="0" lang="zh-TW" altLang="en-US" sz="3800" b="1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(應)著日日宣佈祂拯救的好消息！</a:t>
            </a:r>
            <a:endParaRPr kumimoji="0"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402411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58BDBC14-6071-9449-A8B4-3E06D5D45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9036496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(啟)著對萬國宣揚祂的榮耀！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(應)著對萬民講起祂偉大的作為！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(啟)因為上主至大，應該受極大的稱讚；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(應)祂比所有的神明應該閣卡受敬畏。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19993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BA1A456-C7D6-624F-8E04-B98BF015D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9036496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(啟)因為外邦的神明不過是偶像；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</a:t>
            </a:r>
            <a:r>
              <a:rPr lang="zh-TW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拘上主創造諸個天。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(啟)尊貴及威嚴包圍祂；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(應)權能及榮光充滿祂的聖所。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60258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382D152-4C6B-A54E-87A5-AAF374208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9036496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(啟)地上萬民攏著稱讚上主！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(應)著將榮耀及權能歸互祂！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(啟)著將上主應得的榮耀歸互祂！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(應)著帶祭物進入祂的殿院！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18737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7DF2DA6-9F04-CE43-AB9B-B1B642808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9036496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(啟)著穿聖潔做禮服敬拜上主！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(應)全地著佇祂面前驚惶皮皮惙！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(齊聲)著對萬國宣佈：上主作王！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75909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0404304-3393-9243-B460-88CCF159F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5" y="1419622"/>
            <a:ext cx="8207999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(啟)世界堅固</a:t>
            </a:r>
            <a:r>
              <a:rPr lang="zh-TW" altLang="zh-TW" sz="3800" b="1" dirty="0"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動搖；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(應)祂欲用公義審判萬民。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(啟)天著歡喜，地著快樂！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(應)海及彼內面的活物攏著出大聲！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450406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54B6E11C-15BF-9540-A620-5A7EC248E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08912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(啟)田園及其中所有的攏著快樂！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(應)樹林內的樹木攏欲佇祂面前歡喜唱歌。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(啟)上主啲來啦；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(應)祂欲來審判普天下。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99189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23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EF04222-0D5A-ED44-A949-985DAB76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08912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(啟)祂欲用公義審判世界；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(應)祂欲用信實審判萬民。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134219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20652</TotalTime>
  <Words>382</Words>
  <Application>Microsoft Macintosh PowerPoint</Application>
  <PresentationFormat>如螢幕大小 (16:9)</PresentationFormat>
  <Paragraphs>45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新細明體</vt:lpstr>
      <vt:lpstr>Heiti TC Light</vt:lpstr>
      <vt:lpstr>Arial</vt:lpstr>
      <vt:lpstr>Calibri</vt:lpstr>
      <vt:lpstr>1_Office 佈景主題</vt:lpstr>
      <vt:lpstr>啟應文23(1/8)</vt:lpstr>
      <vt:lpstr>啟應文23(2/8)</vt:lpstr>
      <vt:lpstr>啟應文23(3/8)</vt:lpstr>
      <vt:lpstr>啟應文23(4/8)</vt:lpstr>
      <vt:lpstr>啟應文23(5/8)</vt:lpstr>
      <vt:lpstr>啟應文23(6/8)</vt:lpstr>
      <vt:lpstr>啟應文23(7/8)</vt:lpstr>
      <vt:lpstr>啟應文23(8/8)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4700</cp:revision>
  <dcterms:created xsi:type="dcterms:W3CDTF">2009-02-27T08:32:01Z</dcterms:created>
  <dcterms:modified xsi:type="dcterms:W3CDTF">2024-08-17T01:10:34Z</dcterms:modified>
</cp:coreProperties>
</file>