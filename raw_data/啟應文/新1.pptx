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984" r:id="rId2"/>
    <p:sldId id="27985" r:id="rId3"/>
    <p:sldId id="27986" r:id="rId4"/>
    <p:sldId id="27987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829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72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193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02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9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43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50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41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72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18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96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73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3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2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468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2026/2/12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872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以色列啊，著注意聽，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著切實遵守，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互恁通照上主恁列祖的上帝的應允，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佇流奶及蜜的地事事亨通，人額加添多多。</a:t>
            </a:r>
          </a:p>
        </p:txBody>
      </p:sp>
    </p:spTree>
    <p:extLst>
      <p:ext uri="{BB962C8B-B14F-4D97-AF65-F5344CB8AC3E}">
        <p14:creationId xmlns:p14="http://schemas.microsoft.com/office/powerpoint/2010/main" val="5576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以色列啊，著注意聽，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上主咱的上帝是獨一的上主。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恁著全心、全情、全力疼上主恁的上帝。</a:t>
            </a:r>
          </a:p>
        </p:txBody>
      </p:sp>
    </p:spTree>
    <p:extLst>
      <p:ext uri="{BB962C8B-B14F-4D97-AF65-F5344CB8AC3E}">
        <p14:creationId xmlns:p14="http://schemas.microsoft.com/office/powerpoint/2010/main" val="254716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我今仔日命令恁諸個話著記佇心內；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嘛著勤勤教示恁的子兒。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無論佇厝內坐，佇路裡行，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倒啲抑是起來，攏著唸互𪜶聽，</a:t>
            </a:r>
          </a:p>
        </p:txBody>
      </p:sp>
    </p:spTree>
    <p:extLst>
      <p:ext uri="{BB962C8B-B14F-4D97-AF65-F5344CB8AC3E}">
        <p14:creationId xmlns:p14="http://schemas.microsoft.com/office/powerpoint/2010/main" val="32147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D77C973-8DED-CD4B-A8A2-E964195A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閣著縛佇手裡做記號，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縛佇額頭提醒；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著寫佇厝的門竪，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嘛著寫佇城門。</a:t>
            </a:r>
          </a:p>
        </p:txBody>
      </p:sp>
    </p:spTree>
    <p:extLst>
      <p:ext uri="{BB962C8B-B14F-4D97-AF65-F5344CB8AC3E}">
        <p14:creationId xmlns:p14="http://schemas.microsoft.com/office/powerpoint/2010/main" val="337172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20662</TotalTime>
  <Words>215</Words>
  <Application>Microsoft Macintosh PowerPoint</Application>
  <PresentationFormat>如螢幕大小 (16:9)</PresentationFormat>
  <Paragraphs>23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啟應文1(1/4)</vt:lpstr>
      <vt:lpstr>啟應文1(2/4)</vt:lpstr>
      <vt:lpstr>啟應文1(3/4)</vt:lpstr>
      <vt:lpstr>啟應文1(4/4)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2026-02-12T14:16:26Z</dcterms:modified>
</cp:coreProperties>
</file>