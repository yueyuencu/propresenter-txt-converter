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869" r:id="rId2"/>
    <p:sldId id="25870" r:id="rId3"/>
    <p:sldId id="25871" r:id="rId4"/>
    <p:sldId id="25872" r:id="rId5"/>
    <p:sldId id="25873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9286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44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1200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8322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60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2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954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3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98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05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78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297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28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10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3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63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2025/11/1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9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上主作王掌權！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祂用威嚴做衫穿；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上主用威嚴做衫穿，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用氣力做帶縖，</a:t>
            </a:r>
          </a:p>
        </p:txBody>
      </p:sp>
    </p:spTree>
    <p:extLst>
      <p:ext uri="{BB962C8B-B14F-4D97-AF65-F5344CB8AC3E}">
        <p14:creationId xmlns:p14="http://schemas.microsoft.com/office/powerpoint/2010/main" val="99455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祂建立世界，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世界永遠𣍐動搖。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祢的寶座對古早就建立；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祢對起頭就存在。</a:t>
            </a:r>
          </a:p>
        </p:txBody>
      </p:sp>
    </p:spTree>
    <p:extLst>
      <p:ext uri="{BB962C8B-B14F-4D97-AF65-F5344CB8AC3E}">
        <p14:creationId xmlns:p14="http://schemas.microsoft.com/office/powerpoint/2010/main" val="351897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上主啊，大水嘩嘩哮。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大水嘩嘩出大聲；大水夯湧嘩嘩哮。</a:t>
            </a:r>
          </a:p>
        </p:txBody>
      </p:sp>
    </p:spTree>
    <p:extLst>
      <p:ext uri="{BB962C8B-B14F-4D97-AF65-F5344CB8AC3E}">
        <p14:creationId xmlns:p14="http://schemas.microsoft.com/office/powerpoint/2010/main" val="167212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上主佇天頂顯出威力；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贏過嘩嘩哮的大湧，贏過大水嘩嘩哮的聲。</a:t>
            </a:r>
          </a:p>
        </p:txBody>
      </p:sp>
    </p:spTree>
    <p:extLst>
      <p:ext uri="{BB962C8B-B14F-4D97-AF65-F5344CB8AC3E}">
        <p14:creationId xmlns:p14="http://schemas.microsoft.com/office/powerpoint/2010/main" val="379715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(5/5)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5A86715-AF96-BC4B-9349-5797A645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上主啊，祢的誡命確立𣍐改變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祢的殿院永遠聖潔，因為祢是聖。</a:t>
            </a:r>
          </a:p>
        </p:txBody>
      </p:sp>
    </p:spTree>
    <p:extLst>
      <p:ext uri="{BB962C8B-B14F-4D97-AF65-F5344CB8AC3E}">
        <p14:creationId xmlns:p14="http://schemas.microsoft.com/office/powerpoint/2010/main" val="32609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20678</TotalTime>
  <Words>182</Words>
  <Application>Microsoft Macintosh PowerPoint</Application>
  <PresentationFormat>如螢幕大小 (16:9)</PresentationFormat>
  <Paragraphs>24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啟應文21(1/5)</vt:lpstr>
      <vt:lpstr>啟應文21(2/5)</vt:lpstr>
      <vt:lpstr>啟應文21(3/5)</vt:lpstr>
      <vt:lpstr>啟應文21(4/5)</vt:lpstr>
      <vt:lpstr>啟應文21(5/5)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2025-11-01T12:45:14Z</dcterms:modified>
</cp:coreProperties>
</file>