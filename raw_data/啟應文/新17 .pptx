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4848" r:id="rId2"/>
    <p:sldId id="24849" r:id="rId3"/>
    <p:sldId id="24850" r:id="rId4"/>
    <p:sldId id="24851" r:id="rId5"/>
    <p:sldId id="24852" r:id="rId6"/>
    <p:sldId id="24853" r:id="rId7"/>
    <p:sldId id="24854" r:id="rId8"/>
    <p:sldId id="24855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369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563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6179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147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652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609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148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096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34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28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488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52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14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50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07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66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28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9398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47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12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上帝啊，人著佇錫安稱讚祢；</a:t>
            </a:r>
          </a:p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閣著對祢謝所下的願。</a:t>
            </a:r>
          </a:p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聽人祈禱的主啊，</a:t>
            </a:r>
          </a:p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全人類攏欲親近祢。</a:t>
            </a:r>
          </a:p>
        </p:txBody>
      </p:sp>
    </p:spTree>
    <p:extLst>
      <p:ext uri="{BB962C8B-B14F-4D97-AF65-F5344CB8AC3E}">
        <p14:creationId xmlns:p14="http://schemas.microsoft.com/office/powerpoint/2010/main" val="4660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罪壓倒我；</a:t>
            </a:r>
          </a:p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呣拘阮的過失祢攏欲赦免。</a:t>
            </a:r>
          </a:p>
        </p:txBody>
      </p:sp>
    </p:spTree>
    <p:extLst>
      <p:ext uri="{BB962C8B-B14F-4D97-AF65-F5344CB8AC3E}">
        <p14:creationId xmlns:p14="http://schemas.microsoft.com/office/powerpoint/2010/main" val="359440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祢所揀選，互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親近祢，住佇祢殿院此款人，真有福氣！</a:t>
            </a:r>
          </a:p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阮欲因為祢的厝，祢的聖殿的福氣心滿意足！</a:t>
            </a:r>
          </a:p>
        </p:txBody>
      </p:sp>
    </p:spTree>
    <p:extLst>
      <p:ext uri="{BB962C8B-B14F-4D97-AF65-F5344CB8AC3E}">
        <p14:creationId xmlns:p14="http://schemas.microsoft.com/office/powerpoint/2010/main" val="154239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日出日落的所在，祢互</a:t>
            </a:r>
            <a:r>
              <a:rPr lang="en-US" altLang="zh-TW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歡呼；</a:t>
            </a:r>
          </a:p>
          <a:p>
            <a:pPr marL="215990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祢眷顧土地，落雨灌沃，互土地真肥。</a:t>
            </a:r>
          </a:p>
        </p:txBody>
      </p:sp>
    </p:spTree>
    <p:extLst>
      <p:ext uri="{BB962C8B-B14F-4D97-AF65-F5344CB8AC3E}">
        <p14:creationId xmlns:p14="http://schemas.microsoft.com/office/powerpoint/2010/main" val="224898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(啟)上帝的河，水滿滿；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(應)祢按呢準備土地，供給五穀。</a:t>
            </a:r>
          </a:p>
        </p:txBody>
      </p:sp>
    </p:spTree>
    <p:extLst>
      <p:ext uri="{BB962C8B-B14F-4D97-AF65-F5344CB8AC3E}">
        <p14:creationId xmlns:p14="http://schemas.microsoft.com/office/powerpoint/2010/main" val="143321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(啟)祢灌溉田園，修平土地，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落夠額的雨水互土肉軟軟。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(齊聲)祢賜福互農作物大欉。</a:t>
            </a:r>
          </a:p>
        </p:txBody>
      </p:sp>
    </p:spTree>
    <p:extLst>
      <p:ext uri="{BB962C8B-B14F-4D97-AF65-F5344CB8AC3E}">
        <p14:creationId xmlns:p14="http://schemas.microsoft.com/office/powerpoint/2010/main" val="93488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(啟)祢用豐收做年冬的王冠；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(應)祢經過的路有油啲滴，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(啟)連曠野的草埔嘛有油啲滴。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(應)山頭用歡喜做帶縖，</a:t>
            </a:r>
          </a:p>
        </p:txBody>
      </p:sp>
    </p:spTree>
    <p:extLst>
      <p:ext uri="{BB962C8B-B14F-4D97-AF65-F5344CB8AC3E}">
        <p14:creationId xmlns:p14="http://schemas.microsoft.com/office/powerpoint/2010/main" val="94024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(啟)草埔用羊群做衫穿，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(應)山谷用五穀做外套幔。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</a:t>
            </a:r>
            <a:r>
              <a:rPr lang="zh-TW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攏歡喜出聲吟詩。</a:t>
            </a:r>
          </a:p>
        </p:txBody>
      </p:sp>
    </p:spTree>
    <p:extLst>
      <p:ext uri="{BB962C8B-B14F-4D97-AF65-F5344CB8AC3E}">
        <p14:creationId xmlns:p14="http://schemas.microsoft.com/office/powerpoint/2010/main" val="218679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20661</TotalTime>
  <Words>319</Words>
  <Application>Microsoft Macintosh PowerPoint</Application>
  <PresentationFormat>如螢幕大小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啟應文17(1/8)</vt:lpstr>
      <vt:lpstr>啟應文17(2/8)</vt:lpstr>
      <vt:lpstr>啟應文17(3/8)</vt:lpstr>
      <vt:lpstr>啟應文17(4/8)</vt:lpstr>
      <vt:lpstr>啟應文17(5/8)</vt:lpstr>
      <vt:lpstr>啟應文17(6/8)</vt:lpstr>
      <vt:lpstr>啟應文17(7/8)</vt:lpstr>
      <vt:lpstr>啟應文17(8/8)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2024-03-15T13:56:50Z</dcterms:modified>
</cp:coreProperties>
</file>