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057" r:id="rId2"/>
    <p:sldId id="25058" r:id="rId3"/>
    <p:sldId id="25059" r:id="rId4"/>
    <p:sldId id="25060" r:id="rId5"/>
    <p:sldId id="25061" r:id="rId6"/>
    <p:sldId id="25062" r:id="rId7"/>
    <p:sldId id="25063" r:id="rId8"/>
    <p:sldId id="25064" r:id="rId9"/>
    <p:sldId id="25065" r:id="rId10"/>
    <p:sldId id="25066" r:id="rId11"/>
    <p:sldId id="25067" r:id="rId12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2025/10/4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3801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66774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4529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1827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39317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2300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42155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93694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8518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73983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5530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2025/10/4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8696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2025/10/4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2215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2025/10/4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5594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2025/10/4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4903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2025/10/4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4122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2025/10/4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0089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2025/10/4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4126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2025/10/4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5873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2025/10/4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328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2025/10/4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0985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2025/10/4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5411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2025/10/4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399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(1/11)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9C4E8DAD-7B96-BD4E-A4E7-926048588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主啊，祢世世代代是阮的避難所。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眾山猶未受造，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大地及世界猶未造成，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祢永永遠遠是上帝！</a:t>
            </a:r>
          </a:p>
        </p:txBody>
      </p:sp>
    </p:spTree>
    <p:extLst>
      <p:ext uri="{BB962C8B-B14F-4D97-AF65-F5344CB8AC3E}">
        <p14:creationId xmlns:p14="http://schemas.microsoft.com/office/powerpoint/2010/main" val="3151044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(2/11)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9C4E8DAD-7B96-BD4E-A4E7-926048588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祢互土造的人歸回土粉，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講：「人啊，著回歸原本」。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78637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(3/11)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9C4E8DAD-7B96-BD4E-A4E7-926048588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對祢來看，一千年親像過去的昨日，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親像暗暝的一更。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齊聲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祢用大水給人沖走；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35419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(4/11)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9C4E8DAD-7B96-BD4E-A4E7-926048588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人生親像一場眠夢：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親像草早起時吐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en-US" altLang="zh-TW" sz="3800" b="1" dirty="0" err="1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puh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芛；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早起時發起來，茂盛，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暗時，凋謝，焦去。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56907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(5/11)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9C4E8DAD-7B96-BD4E-A4E7-926048588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阮因為祢的受氣消滅，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因為祢的大受氣驚惶。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祢將阮的罪過排佇祢面前；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阮秘密的罪佇祢面前暴露出來。</a:t>
            </a:r>
          </a:p>
        </p:txBody>
      </p:sp>
    </p:spTree>
    <p:extLst>
      <p:ext uri="{BB962C8B-B14F-4D97-AF65-F5344CB8AC3E}">
        <p14:creationId xmlns:p14="http://schemas.microsoft.com/office/powerpoint/2010/main" val="1863114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(6/11)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9C4E8DAD-7B96-BD4E-A4E7-926048588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阮的日子攏佇祢的受氣下過去；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阮的一生親像吐一個氣。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阮的歲壽不過是七十；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若勇健通到八十。</a:t>
            </a:r>
          </a:p>
        </p:txBody>
      </p:sp>
    </p:spTree>
    <p:extLst>
      <p:ext uri="{BB962C8B-B14F-4D97-AF65-F5344CB8AC3E}">
        <p14:creationId xmlns:p14="http://schemas.microsoft.com/office/powerpoint/2010/main" val="1673617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(7/11)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9C4E8DAD-7B96-BD4E-A4E7-926048588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阮得著的不過是勞苦憂愁；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人生親像啲飛，一目𥍉久就過去。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啥人感受會著祢的受氣的威力？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啥人了解祢受氣的可怕？</a:t>
            </a:r>
          </a:p>
        </p:txBody>
      </p:sp>
    </p:spTree>
    <p:extLst>
      <p:ext uri="{BB962C8B-B14F-4D97-AF65-F5344CB8AC3E}">
        <p14:creationId xmlns:p14="http://schemas.microsoft.com/office/powerpoint/2010/main" val="3011204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(8/11)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9C4E8DAD-7B96-BD4E-A4E7-926048588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求祢教阮會曉算家己的日子，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互阮的心有智慧。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上主啊，祢甚麼時才欲改變心意？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求祢憐憫祢的僕人。</a:t>
            </a:r>
          </a:p>
        </p:txBody>
      </p:sp>
    </p:spTree>
    <p:extLst>
      <p:ext uri="{BB962C8B-B14F-4D97-AF65-F5344CB8AC3E}">
        <p14:creationId xmlns:p14="http://schemas.microsoft.com/office/powerpoint/2010/main" val="1456455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(9/11)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9C4E8DAD-7B96-BD4E-A4E7-926048588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求祢透早就互阮享受祢的慈愛，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阮一世人充滿歡喜快樂。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祢互阮一生有偌多艱苦災難，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嘛互阮一生享受赫多歡喜快樂。</a:t>
            </a:r>
          </a:p>
        </p:txBody>
      </p:sp>
    </p:spTree>
    <p:extLst>
      <p:ext uri="{BB962C8B-B14F-4D97-AF65-F5344CB8AC3E}">
        <p14:creationId xmlns:p14="http://schemas.microsoft.com/office/powerpoint/2010/main" val="2542487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(10/11)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9C4E8DAD-7B96-BD4E-A4E7-926048588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求祢互祢的僕人看見祢的作為，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互阮的子孫看見祢的榮耀。</a:t>
            </a:r>
          </a:p>
        </p:txBody>
      </p:sp>
    </p:spTree>
    <p:extLst>
      <p:ext uri="{BB962C8B-B14F-4D97-AF65-F5344CB8AC3E}">
        <p14:creationId xmlns:p14="http://schemas.microsoft.com/office/powerpoint/2010/main" val="1725214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20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(11/11)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9C4E8DAD-7B96-BD4E-A4E7-926048588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主阮的上帝啊，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求祢賜福互阮！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齊聲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求祢互阮一切的工作順利；求祢互阮所做的一切享通。</a:t>
            </a:r>
          </a:p>
        </p:txBody>
      </p:sp>
    </p:spTree>
    <p:extLst>
      <p:ext uri="{BB962C8B-B14F-4D97-AF65-F5344CB8AC3E}">
        <p14:creationId xmlns:p14="http://schemas.microsoft.com/office/powerpoint/2010/main" val="2184001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20671</TotalTime>
  <Words>522</Words>
  <Application>Microsoft Macintosh PowerPoint</Application>
  <PresentationFormat>如螢幕大小 (16:9)</PresentationFormat>
  <Paragraphs>60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7" baseType="lpstr">
      <vt:lpstr>全宋體-2</vt:lpstr>
      <vt:lpstr>全宋體(調和)</vt:lpstr>
      <vt:lpstr>新細明體</vt:lpstr>
      <vt:lpstr>Arial</vt:lpstr>
      <vt:lpstr>Calibri</vt:lpstr>
      <vt:lpstr>1_Office 佈景主題</vt:lpstr>
      <vt:lpstr>啟應文20(1/11)</vt:lpstr>
      <vt:lpstr>啟應文20(2/11)</vt:lpstr>
      <vt:lpstr>啟應文20(3/11)</vt:lpstr>
      <vt:lpstr>啟應文20(4/11)</vt:lpstr>
      <vt:lpstr>啟應文20(5/11)</vt:lpstr>
      <vt:lpstr>啟應文20(6/11)</vt:lpstr>
      <vt:lpstr>啟應文20(7/11)</vt:lpstr>
      <vt:lpstr>啟應文20(8/11)</vt:lpstr>
      <vt:lpstr>啟應文20(9/11)</vt:lpstr>
      <vt:lpstr>啟應文20(10/11)</vt:lpstr>
      <vt:lpstr>啟應文20(11/11)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4702</cp:revision>
  <dcterms:created xsi:type="dcterms:W3CDTF">2009-02-27T08:32:01Z</dcterms:created>
  <dcterms:modified xsi:type="dcterms:W3CDTF">2025-10-04T01:46:46Z</dcterms:modified>
</cp:coreProperties>
</file>