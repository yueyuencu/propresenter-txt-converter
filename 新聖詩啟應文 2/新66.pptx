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057" r:id="rId2"/>
    <p:sldId id="25058" r:id="rId3"/>
    <p:sldId id="25059" r:id="rId4"/>
    <p:sldId id="25060" r:id="rId5"/>
    <p:sldId id="25061" r:id="rId6"/>
    <p:sldId id="25062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0721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829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457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467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145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33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7939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77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526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894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12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916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53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105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723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01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5988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2026/3/7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20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D0A5CFF-DE7F-DC4B-B3E8-ACCAEA2C7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(啟)我是阿爾法及亞米茄，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(應)是起頭及息尾，是開始及結束。</a:t>
            </a:r>
          </a:p>
        </p:txBody>
      </p:sp>
    </p:spTree>
    <p:extLst>
      <p:ext uri="{BB962C8B-B14F-4D97-AF65-F5344CB8AC3E}">
        <p14:creationId xmlns:p14="http://schemas.microsoft.com/office/powerpoint/2010/main" val="241895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59EFE7B-A7CF-734F-8DCD-E566F73DC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(啟)將長袍洗清氣許個人真有福氣，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有得著權通食活命樹的果子，閣通對諸個門入城。</a:t>
            </a:r>
          </a:p>
        </p:txBody>
      </p:sp>
    </p:spTree>
    <p:extLst>
      <p:ext uri="{BB962C8B-B14F-4D97-AF65-F5344CB8AC3E}">
        <p14:creationId xmlns:p14="http://schemas.microsoft.com/office/powerpoint/2010/main" val="84897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3F7187D-4DA1-0244-AE12-AAADAF063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(啟)許個狗類、行邪術的、淫亂的、刣死人的、拜偶像的，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(應)及一切愛講白賊閣做事奸詐的，攏著留佇城外。</a:t>
            </a:r>
          </a:p>
        </p:txBody>
      </p:sp>
    </p:spTree>
    <p:extLst>
      <p:ext uri="{BB962C8B-B14F-4D97-AF65-F5344CB8AC3E}">
        <p14:creationId xmlns:p14="http://schemas.microsoft.com/office/powerpoint/2010/main" val="124189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6A6E2F-520C-F74E-9516-F3CD45930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–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耶穌已經差我的天使，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(應)佇諸個教會將諸個事對恁作證。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(啟)我是大衛的根，是伊的後裔，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(應)是光亮的啟明星。</a:t>
            </a:r>
          </a:p>
        </p:txBody>
      </p:sp>
    </p:spTree>
    <p:extLst>
      <p:ext uri="{BB962C8B-B14F-4D97-AF65-F5344CB8AC3E}">
        <p14:creationId xmlns:p14="http://schemas.microsoft.com/office/powerpoint/2010/main" val="3650987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B7D4F8-5583-0445-B2B8-E18998105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(啟)聖神及新娘攏講：「來！」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(應)聽見的人著講：「來！」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(啟)嘴焦的人著來！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(應)意愛的人通白白領受活命水。</a:t>
            </a:r>
          </a:p>
        </p:txBody>
      </p:sp>
    </p:spTree>
    <p:extLst>
      <p:ext uri="{BB962C8B-B14F-4D97-AF65-F5344CB8AC3E}">
        <p14:creationId xmlns:p14="http://schemas.microsoft.com/office/powerpoint/2010/main" val="391783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29DF21-395D-7B42-B44D-FBAFD5799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(啟)為著諸個事作證彼位講：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「著，我連鞭來！」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(齊聲)阿們！主耶穌啊，請來！</a:t>
            </a:r>
          </a:p>
        </p:txBody>
      </p:sp>
    </p:spTree>
    <p:extLst>
      <p:ext uri="{BB962C8B-B14F-4D97-AF65-F5344CB8AC3E}">
        <p14:creationId xmlns:p14="http://schemas.microsoft.com/office/powerpoint/2010/main" val="248214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20651</TotalTime>
  <Words>282</Words>
  <Application>Microsoft Macintosh PowerPoint</Application>
  <PresentationFormat>如螢幕大小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啟應文66(1/6)</vt:lpstr>
      <vt:lpstr>啟應文66(2/6)</vt:lpstr>
      <vt:lpstr>啟應文66(3/6)</vt:lpstr>
      <vt:lpstr>啟應文66(4/6)</vt:lpstr>
      <vt:lpstr>啟應文66(5/6)</vt:lpstr>
      <vt:lpstr>啟應文66(6/6)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2026-03-07T04:35:12Z</dcterms:modified>
</cp:coreProperties>
</file>