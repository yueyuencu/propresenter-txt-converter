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353" r:id="rId2"/>
    <p:sldId id="25354" r:id="rId3"/>
    <p:sldId id="25355" r:id="rId4"/>
    <p:sldId id="25356" r:id="rId5"/>
    <p:sldId id="25357" r:id="rId6"/>
    <p:sldId id="25358" r:id="rId7"/>
    <p:sldId id="25359" r:id="rId8"/>
    <p:sldId id="25360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552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15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816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962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4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567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509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5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90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62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79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80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90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507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45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54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6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91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31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90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B29FACA-A23D-E845-B689-F9CE04AA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(啟)眾海島啊，著聽我的話；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(應)住佇遠遠的人啊，著注意聽。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(啟)我佇胎裡，上主就揀召我；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(應)我佇老母的腹肚，祂就叫我的名。</a:t>
            </a:r>
          </a:p>
        </p:txBody>
      </p:sp>
    </p:spTree>
    <p:extLst>
      <p:ext uri="{BB962C8B-B14F-4D97-AF65-F5344CB8AC3E}">
        <p14:creationId xmlns:p14="http://schemas.microsoft.com/office/powerpoint/2010/main" val="113036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EFA9AAE-7114-7C46-B90C-93FAE85AA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(啟)祂互我的嘴親像利刀，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(應)給我藏佇祂手的致蔭下，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(啟)閣互我成做磨尖的箭，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(應)給我囥佇祂的箭袋。</a:t>
            </a:r>
          </a:p>
        </p:txBody>
      </p:sp>
    </p:spTree>
    <p:extLst>
      <p:ext uri="{BB962C8B-B14F-4D97-AF65-F5344CB8AC3E}">
        <p14:creationId xmlns:p14="http://schemas.microsoft.com/office/powerpoint/2010/main" val="78422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79DEF95-7F9E-5742-8F95-3F89F6C8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(啟)祂有對我講：你是我的奴僕以色列；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(應)我欲因為你得著榮光。</a:t>
            </a:r>
          </a:p>
        </p:txBody>
      </p:sp>
    </p:spTree>
    <p:extLst>
      <p:ext uri="{BB962C8B-B14F-4D97-AF65-F5344CB8AC3E}">
        <p14:creationId xmlns:p14="http://schemas.microsoft.com/office/powerpoint/2010/main" val="88822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DAD14CC-7523-2549-AD81-E1CBE11B3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(啟)我就講：我拍拼是空空；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(應)我盡力做，無彩工，嘛無利益。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108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88B9A61-1823-A940-A1F8-9A245EFCD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(啟)猶久我靠上主替我伸冤；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(應)我的上帝會照我的所做給我報賞。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齊聲)我佇胎裡，上主就造我做祂的奴僕，</a:t>
            </a:r>
          </a:p>
        </p:txBody>
      </p:sp>
    </p:spTree>
    <p:extLst>
      <p:ext uri="{BB962C8B-B14F-4D97-AF65-F5344CB8AC3E}">
        <p14:creationId xmlns:p14="http://schemas.microsoft.com/office/powerpoint/2010/main" val="15814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8F99582-7A27-C24A-B5E0-BD457D6B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(啟)欲互雅各歸向祂，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(應)互以色列佇祂遐聚集。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(啟)因為上主看我做尊貴；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(應)我的上帝成做我的氣力。</a:t>
            </a:r>
          </a:p>
        </p:txBody>
      </p:sp>
    </p:spTree>
    <p:extLst>
      <p:ext uri="{BB962C8B-B14F-4D97-AF65-F5344CB8AC3E}">
        <p14:creationId xmlns:p14="http://schemas.microsoft.com/office/powerpoint/2010/main" val="92365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CB6C3C-D7B1-324F-83E3-117D55377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45638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(啟)祂有講：你做我的奴僕，通興起雅各的支族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(應)導以色列賰落來的子民倒轉來。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若按呢，我欲互你做卡大的事；</a:t>
            </a:r>
          </a:p>
        </p:txBody>
      </p:sp>
    </p:spTree>
    <p:extLst>
      <p:ext uri="{BB962C8B-B14F-4D97-AF65-F5344CB8AC3E}">
        <p14:creationId xmlns:p14="http://schemas.microsoft.com/office/powerpoint/2010/main" val="301661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ABD35C5-654D-7A46-A665-26AD8D1D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45638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(啟)我嘛欲設立你做列邦的光，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(應)互我的拯救傳到天邊海角。</a:t>
            </a:r>
          </a:p>
        </p:txBody>
      </p:sp>
    </p:spTree>
    <p:extLst>
      <p:ext uri="{BB962C8B-B14F-4D97-AF65-F5344CB8AC3E}">
        <p14:creationId xmlns:p14="http://schemas.microsoft.com/office/powerpoint/2010/main" val="321770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20667</TotalTime>
  <Words>374</Words>
  <Application>Microsoft Macintosh PowerPoint</Application>
  <PresentationFormat>如螢幕大小 (16:9)</PresentationFormat>
  <Paragraphs>40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啟應文47(1/8)</vt:lpstr>
      <vt:lpstr>啟應文47(2/8)</vt:lpstr>
      <vt:lpstr>啟應文47(3/8)</vt:lpstr>
      <vt:lpstr>啟應文47(4/8)</vt:lpstr>
      <vt:lpstr>啟應文47(5/8)</vt:lpstr>
      <vt:lpstr>啟應文47(6/8)</vt:lpstr>
      <vt:lpstr>啟應文47(7/8)</vt:lpstr>
      <vt:lpstr>啟應文47(8/8)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4709</cp:revision>
  <dcterms:created xsi:type="dcterms:W3CDTF">2009-02-27T08:32:01Z</dcterms:created>
  <dcterms:modified xsi:type="dcterms:W3CDTF">2024-05-31T14:17:11Z</dcterms:modified>
</cp:coreProperties>
</file>