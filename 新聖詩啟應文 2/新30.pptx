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057" r:id="rId2"/>
    <p:sldId id="25058" r:id="rId3"/>
    <p:sldId id="25059" r:id="rId4"/>
    <p:sldId id="25060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2024/5/24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3801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744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4299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5341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2024/5/24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8696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2024/5/24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2215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2024/5/24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594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2024/5/24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4903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2024/5/24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4122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2024/5/24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008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2024/5/24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4126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2024/5/24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5873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2024/5/24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328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2024/5/24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0985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2024/5/24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5411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2024/5/24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399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(1/4)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C4E8DAD-7B96-BD4E-A4E7-926048588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(啟)我攑頭看山；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(應)我的幫助對叨位來？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(啟)我的幫助對上主來；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(應)祂是創造天地的主。</a:t>
            </a:r>
          </a:p>
        </p:txBody>
      </p:sp>
    </p:spTree>
    <p:extLst>
      <p:ext uri="{BB962C8B-B14F-4D97-AF65-F5344CB8AC3E}">
        <p14:creationId xmlns:p14="http://schemas.microsoft.com/office/powerpoint/2010/main" val="3151044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(2/4)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485CC2D-F842-C04F-B172-9CDDF5A8C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(啟)祂</a:t>
            </a:r>
            <a:r>
              <a:rPr lang="zh-TW" altLang="zh-TW" sz="3800" dirty="0"/>
              <a:t>𣍐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互你跋倒；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(應)你的保護者</a:t>
            </a:r>
            <a:r>
              <a:rPr lang="zh-TW" altLang="zh-TW" sz="3800" dirty="0">
                <a:solidFill>
                  <a:srgbClr val="0000CC"/>
                </a:solidFill>
              </a:rPr>
              <a:t>𣍐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盹眠。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(啟)以色列的保護者</a:t>
            </a:r>
            <a:r>
              <a:rPr lang="zh-TW" altLang="zh-TW" sz="3800" dirty="0"/>
              <a:t>𣍐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盹眠，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(應)嘛</a:t>
            </a:r>
            <a:r>
              <a:rPr lang="zh-TW" altLang="zh-TW" sz="3800" dirty="0">
                <a:solidFill>
                  <a:srgbClr val="0000CC"/>
                </a:solidFill>
              </a:rPr>
              <a:t>𣍐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睏去。</a:t>
            </a:r>
          </a:p>
        </p:txBody>
      </p:sp>
    </p:spTree>
    <p:extLst>
      <p:ext uri="{BB962C8B-B14F-4D97-AF65-F5344CB8AC3E}">
        <p14:creationId xmlns:p14="http://schemas.microsoft.com/office/powerpoint/2010/main" val="3054769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(3/4)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BF134D31-3B80-AC4F-AA91-28E2A2824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(啟)上主是你的保護者，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(應)祂佇你的身邊做蔭影啲保守你。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(啟)日時，日頭</a:t>
            </a:r>
            <a:r>
              <a:rPr lang="zh-TW" altLang="zh-TW" sz="3800" dirty="0"/>
              <a:t>𣍐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傷你；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(應)暝時，月嘛</a:t>
            </a:r>
            <a:r>
              <a:rPr lang="zh-TW" altLang="zh-TW" sz="3800" dirty="0">
                <a:solidFill>
                  <a:srgbClr val="0000CC"/>
                </a:solidFill>
              </a:rPr>
              <a:t>𣍐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害你。</a:t>
            </a:r>
          </a:p>
        </p:txBody>
      </p:sp>
    </p:spTree>
    <p:extLst>
      <p:ext uri="{BB962C8B-B14F-4D97-AF65-F5344CB8AC3E}">
        <p14:creationId xmlns:p14="http://schemas.microsoft.com/office/powerpoint/2010/main" val="3118795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(4/4)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AD5C850C-6B35-1643-8637-AF682E3A9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(啟)上主會救你脫離逐款災難；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(應)祂會保守你的性命。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(啟)你出你入，上主會保護你，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(應)對此時直到永遠。</a:t>
            </a:r>
          </a:p>
        </p:txBody>
      </p:sp>
    </p:spTree>
    <p:extLst>
      <p:ext uri="{BB962C8B-B14F-4D97-AF65-F5344CB8AC3E}">
        <p14:creationId xmlns:p14="http://schemas.microsoft.com/office/powerpoint/2010/main" val="613593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20646</TotalTime>
  <Words>195</Words>
  <Application>Microsoft Macintosh PowerPoint</Application>
  <PresentationFormat>如螢幕大小 (16:9)</PresentationFormat>
  <Paragraphs>24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啟應文30(1/4)</vt:lpstr>
      <vt:lpstr>啟應文30(2/4)</vt:lpstr>
      <vt:lpstr>啟應文30(3/4)</vt:lpstr>
      <vt:lpstr>啟應文30(4/4)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4697</cp:revision>
  <dcterms:created xsi:type="dcterms:W3CDTF">2009-02-27T08:32:01Z</dcterms:created>
  <dcterms:modified xsi:type="dcterms:W3CDTF">2024-05-24T15:30:19Z</dcterms:modified>
</cp:coreProperties>
</file>