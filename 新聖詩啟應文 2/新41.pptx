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155" r:id="rId2"/>
    <p:sldId id="25156" r:id="rId3"/>
    <p:sldId id="25157" r:id="rId4"/>
    <p:sldId id="25158" r:id="rId5"/>
    <p:sldId id="25159" r:id="rId6"/>
    <p:sldId id="25160" r:id="rId7"/>
    <p:sldId id="25161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211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807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638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80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966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062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5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71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37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745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14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0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41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28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045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62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89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87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3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46CF9BC-2E3B-A94C-B5C4-216CEFE6B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(啟)行佇黑暗中的人已經看見大光；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(應)生活佇死蔭的地的人有光啲照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(啟)祢互</a:t>
            </a:r>
            <a:r>
              <a:rPr lang="zh-TW" altLang="zh-TW" sz="3800" b="1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的的國家強盛，互</a:t>
            </a:r>
            <a:r>
              <a:rPr lang="zh-TW" altLang="zh-TW" sz="3800" b="1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大歡喜。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佇祢的面前歡喜快樂，</a:t>
            </a:r>
          </a:p>
        </p:txBody>
      </p:sp>
    </p:spTree>
    <p:extLst>
      <p:ext uri="{BB962C8B-B14F-4D97-AF65-F5344CB8AC3E}">
        <p14:creationId xmlns:p14="http://schemas.microsoft.com/office/powerpoint/2010/main" val="78534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7BE99BE-4EF2-9C41-8A15-11917D10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AE34C4F-3361-C345-AD3A-B8486C3A6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(啟)親像啲收割的歡喜，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(應)親像啲分戰利品的快樂。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(啟)親像祢毀滅米甸的軍隊彼日，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(應)祢有拍碎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啲背的擔，</a:t>
            </a:r>
          </a:p>
        </p:txBody>
      </p:sp>
    </p:spTree>
    <p:extLst>
      <p:ext uri="{BB962C8B-B14F-4D97-AF65-F5344CB8AC3E}">
        <p14:creationId xmlns:p14="http://schemas.microsoft.com/office/powerpoint/2010/main" val="222941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93451B-49DD-E64A-AE53-DDB46293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FD32BB-44B2-3842-806A-29F5E6A71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(啟)摃斷</a:t>
            </a:r>
            <a:r>
              <a:rPr lang="zh-TW" altLang="zh-TW" sz="3800" b="1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肩頭的棍，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(應)遏折壓迫者的鞭。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(啟)侵略者的軍裝，滒著血的軍服，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(應)攏會做柴燒。</a:t>
            </a:r>
          </a:p>
        </p:txBody>
      </p:sp>
    </p:spTree>
    <p:extLst>
      <p:ext uri="{BB962C8B-B14F-4D97-AF65-F5344CB8AC3E}">
        <p14:creationId xmlns:p14="http://schemas.microsoft.com/office/powerpoint/2010/main" val="192097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7AC5CA-9369-0441-93DE-DB7717DD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3E2346-7C3A-D64C-AD0D-28D4837EE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(啟)因為有一個嬰仔為著咱出世；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(應)有一個子賜互咱。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(啟)祂欲負擔國政；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(應)祂的名欲稱做：</a:t>
            </a:r>
          </a:p>
        </p:txBody>
      </p:sp>
    </p:spTree>
    <p:extLst>
      <p:ext uri="{BB962C8B-B14F-4D97-AF65-F5344CB8AC3E}">
        <p14:creationId xmlns:p14="http://schemas.microsoft.com/office/powerpoint/2010/main" val="171321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300FA-BF98-9446-A1FB-B8BAB4C5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AC2281-D8E4-3C4D-A8AA-209E2C83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(啟)賢明的導師，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(應)全能的上帝，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(啟)永在的天父，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(應)和平的君王。</a:t>
            </a:r>
          </a:p>
        </p:txBody>
      </p:sp>
    </p:spTree>
    <p:extLst>
      <p:ext uri="{BB962C8B-B14F-4D97-AF65-F5344CB8AC3E}">
        <p14:creationId xmlns:p14="http://schemas.microsoft.com/office/powerpoint/2010/main" val="105912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8B1855E5-83FE-B849-BA5A-73533377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ACEC432-F358-AE45-94A6-BDBF16F2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(啟)祂的主權無窮；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(應)祂的和平無盡。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(啟)祂欲坐大衛的寶座，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(應)繼承祂的王國。</a:t>
            </a:r>
          </a:p>
        </p:txBody>
      </p:sp>
    </p:spTree>
    <p:extLst>
      <p:ext uri="{BB962C8B-B14F-4D97-AF65-F5344CB8AC3E}">
        <p14:creationId xmlns:p14="http://schemas.microsoft.com/office/powerpoint/2010/main" val="69332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CE3FA-4FB6-2A4B-B422-FEFA6DEE7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039572-5FC8-6F4C-8DEE-9789931D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9144000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(啟)祂欲用公平正義統治，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(應)對此時直到永遠。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(齊聲)萬軍的統帥上主一定會成全此個事。</a:t>
            </a:r>
          </a:p>
        </p:txBody>
      </p:sp>
    </p:spTree>
    <p:extLst>
      <p:ext uri="{BB962C8B-B14F-4D97-AF65-F5344CB8AC3E}">
        <p14:creationId xmlns:p14="http://schemas.microsoft.com/office/powerpoint/2010/main" val="28950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349</Words>
  <Application>Microsoft Macintosh PowerPoint</Application>
  <PresentationFormat>如螢幕大小 (16:9)</PresentationFormat>
  <Paragraphs>41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全宋體-2</vt:lpstr>
      <vt:lpstr>新細明體</vt:lpstr>
      <vt:lpstr>新細明體-ExtB</vt:lpstr>
      <vt:lpstr>Heiti TC Light</vt:lpstr>
      <vt:lpstr>Arial</vt:lpstr>
      <vt:lpstr>Calibri</vt:lpstr>
      <vt:lpstr>1_Office 佈景主題</vt:lpstr>
      <vt:lpstr>啟應文41(1/7)</vt:lpstr>
      <vt:lpstr>啟應文41(2/7)</vt:lpstr>
      <vt:lpstr>啟應文41(3/7)</vt:lpstr>
      <vt:lpstr>啟應文41(4/7)</vt:lpstr>
      <vt:lpstr>啟應文41(5/7)</vt:lpstr>
      <vt:lpstr>啟應文41(6/7)</vt:lpstr>
      <vt:lpstr>啟應文41(7/7)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2024-09-27T18:42:10Z</dcterms:modified>
</cp:coreProperties>
</file>