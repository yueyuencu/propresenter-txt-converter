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413" r:id="rId2"/>
    <p:sldId id="26414" r:id="rId3"/>
    <p:sldId id="26415" r:id="rId4"/>
    <p:sldId id="26416" r:id="rId5"/>
    <p:sldId id="26417" r:id="rId6"/>
    <p:sldId id="26418" r:id="rId7"/>
    <p:sldId id="26419" r:id="rId8"/>
    <p:sldId id="26420" r:id="rId9"/>
    <p:sldId id="26421" r:id="rId10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716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599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533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399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036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182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706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725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753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78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18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97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34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323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70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15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14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80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70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669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86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萬軍的統帥上主啊，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祢徛起的所在赫呢互人意愛！</a:t>
            </a:r>
          </a:p>
        </p:txBody>
      </p:sp>
    </p:spTree>
    <p:extLst>
      <p:ext uri="{BB962C8B-B14F-4D97-AF65-F5344CB8AC3E}">
        <p14:creationId xmlns:p14="http://schemas.microsoft.com/office/powerpoint/2010/main" val="17100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我戀慕上主的殿院到欲昏去！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我的心神向永活的上帝歡喜唱歌。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萬軍的統帥上主，我的王，我的上帝啊，</a:t>
            </a:r>
          </a:p>
        </p:txBody>
      </p:sp>
    </p:spTree>
    <p:extLst>
      <p:ext uri="{BB962C8B-B14F-4D97-AF65-F5344CB8AC3E}">
        <p14:creationId xmlns:p14="http://schemas.microsoft.com/office/powerpoint/2010/main" val="266450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雀鳥仔佇祢的祭壇邊作巢；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連燕仔嘛佇遐為著家己尋著擁子的巢。</a:t>
            </a:r>
          </a:p>
        </p:txBody>
      </p:sp>
    </p:spTree>
    <p:extLst>
      <p:ext uri="{BB962C8B-B14F-4D97-AF65-F5344CB8AC3E}">
        <p14:creationId xmlns:p14="http://schemas.microsoft.com/office/powerpoint/2010/main" val="425028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徛起佇祢殿院的人真有福氣！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稱讚祢無息！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對祢得著氣力的人真有福氣！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迫切愛上錫安山朝聖。</a:t>
            </a:r>
          </a:p>
        </p:txBody>
      </p:sp>
    </p:spTree>
    <p:extLst>
      <p:ext uri="{BB962C8B-B14F-4D97-AF65-F5344CB8AC3E}">
        <p14:creationId xmlns:p14="http://schemas.microsoft.com/office/powerpoint/2010/main" val="417558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經過的焦燥山谷攏變做泉源；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秋雨降落，福氣滿滿。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愈行愈有力，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攏欲佇錫安朝見上帝。</a:t>
            </a:r>
          </a:p>
        </p:txBody>
      </p:sp>
    </p:spTree>
    <p:extLst>
      <p:ext uri="{BB962C8B-B14F-4D97-AF65-F5344CB8AC3E}">
        <p14:creationId xmlns:p14="http://schemas.microsoft.com/office/powerpoint/2010/main" val="168239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萬軍的統帥上主啊，求祢聽我的祈禱！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雅各的上帝啊，求祢俯耳孔來聽！</a:t>
            </a:r>
          </a:p>
        </p:txBody>
      </p:sp>
    </p:spTree>
    <p:extLst>
      <p:ext uri="{BB962C8B-B14F-4D97-AF65-F5344CB8AC3E}">
        <p14:creationId xmlns:p14="http://schemas.microsoft.com/office/powerpoint/2010/main" val="385396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保護阮的上帝啊，求祢眷顧！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求祢賜福互祢所設立的王！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佇祢的殿院𫢶一日，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卡贏佇別位𫢶一千日！</a:t>
            </a:r>
          </a:p>
        </p:txBody>
      </p:sp>
    </p:spTree>
    <p:extLst>
      <p:ext uri="{BB962C8B-B14F-4D97-AF65-F5344CB8AC3E}">
        <p14:creationId xmlns:p14="http://schemas.microsoft.com/office/powerpoint/2010/main" val="310839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我寧可佇我上帝的厝顧門，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嘛呣願𫢶佇邪惡的人的厝內。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因為主上帝是日頭，是盾牌；</a:t>
            </a:r>
          </a:p>
        </p:txBody>
      </p:sp>
    </p:spTree>
    <p:extLst>
      <p:ext uri="{BB962C8B-B14F-4D97-AF65-F5344CB8AC3E}">
        <p14:creationId xmlns:p14="http://schemas.microsoft.com/office/powerpoint/2010/main" val="93818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祂互咱恩惠及光榮；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祂呣曾留一項好物無互正直的人。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萬軍的統帥上主啊，信靠祢的人真有福氣！</a:t>
            </a:r>
          </a:p>
        </p:txBody>
      </p:sp>
    </p:spTree>
    <p:extLst>
      <p:ext uri="{BB962C8B-B14F-4D97-AF65-F5344CB8AC3E}">
        <p14:creationId xmlns:p14="http://schemas.microsoft.com/office/powerpoint/2010/main" val="401639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20681</TotalTime>
  <Words>415</Words>
  <Application>Microsoft Macintosh PowerPoint</Application>
  <PresentationFormat>如螢幕大小 (16:9)</PresentationFormat>
  <Paragraphs>45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啟應文19(1/9)</vt:lpstr>
      <vt:lpstr>啟應文19(2/9)</vt:lpstr>
      <vt:lpstr>啟應文19(3/9)</vt:lpstr>
      <vt:lpstr>啟應文19(4/9)</vt:lpstr>
      <vt:lpstr>啟應文19(5/9)</vt:lpstr>
      <vt:lpstr>啟應文19(6/9)</vt:lpstr>
      <vt:lpstr>啟應文19(7/9)</vt:lpstr>
      <vt:lpstr>啟應文19(8/9)</vt:lpstr>
      <vt:lpstr>啟應文19(9/9)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4704</cp:revision>
  <dcterms:created xsi:type="dcterms:W3CDTF">2009-02-27T08:32:01Z</dcterms:created>
  <dcterms:modified xsi:type="dcterms:W3CDTF">2025-01-04T05:17:11Z</dcterms:modified>
</cp:coreProperties>
</file>