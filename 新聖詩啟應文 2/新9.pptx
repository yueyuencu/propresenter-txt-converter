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5269" r:id="rId2"/>
    <p:sldId id="5270" r:id="rId3"/>
    <p:sldId id="5271" r:id="rId4"/>
    <p:sldId id="5272" r:id="rId5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184" y="-8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interSettings" Target="printerSettings/printerSettings1.bin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19/12/14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19/12/14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19/12/14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19/12/14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19/12/14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19/12/14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19/12/14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19/12/14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19/12/14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19/12/14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19/12/14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19/12/14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19/12/14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r>
              <a:rPr lang="zh-TW" altLang="en-US" b="1" u="sng" dirty="0">
                <a:solidFill>
                  <a:srgbClr val="000000"/>
                </a:solidFill>
                <a:latin typeface="標楷體" pitchFamily="65" charset="-120"/>
                <a:ea typeface="華康中圓體"/>
              </a:rPr>
              <a:t>新啟應</a:t>
            </a:r>
            <a:r>
              <a:rPr lang="zh-TW" altLang="en-US" b="1" u="sng" dirty="0" smtClean="0">
                <a:solidFill>
                  <a:srgbClr val="000000"/>
                </a:solidFill>
                <a:latin typeface="標楷體" pitchFamily="65" charset="-120"/>
                <a:ea typeface="華康中圓體"/>
              </a:rPr>
              <a:t>文</a:t>
            </a:r>
            <a:r>
              <a:rPr lang="zh-TW" altLang="zh-TW" b="1" u="sng" dirty="0">
                <a:solidFill>
                  <a:srgbClr val="000000"/>
                </a:solidFill>
                <a:latin typeface="華康中圓體"/>
                <a:ea typeface="華康中圓體"/>
              </a:rPr>
              <a:t>9</a:t>
            </a:r>
            <a:r>
              <a:rPr lang="en-US" altLang="zh-TW" b="1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(1/4)</a:t>
            </a:r>
            <a:endParaRPr lang="zh-TW" altLang="en-US" b="1" u="sng" dirty="0" smtClean="0">
              <a:ea typeface="華康中圓體"/>
            </a:endParaRPr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15156" y="2132856"/>
            <a:ext cx="9144000" cy="4217333"/>
          </a:xfrm>
        </p:spPr>
        <p:txBody>
          <a:bodyPr/>
          <a:lstStyle/>
          <a:p>
            <a:pPr algn="l"/>
            <a:r>
              <a:rPr lang="zh-TW" altLang="en-US" sz="3600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（啟</a:t>
            </a:r>
            <a:r>
              <a:rPr lang="zh-TW" altLang="en-US" sz="3600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）</a:t>
            </a:r>
            <a:r>
              <a:rPr lang="zh-TW" altLang="zh-TW" sz="3600" dirty="0">
                <a:solidFill>
                  <a:schemeClr val="tx1"/>
                </a:solidFill>
                <a:ea typeface="華康中圓體"/>
              </a:rPr>
              <a:t>地及地上的萬物攏屬上</a:t>
            </a:r>
            <a:r>
              <a:rPr lang="zh-TW" altLang="zh-TW" sz="3600" dirty="0" smtClean="0">
                <a:solidFill>
                  <a:schemeClr val="tx1"/>
                </a:solidFill>
                <a:ea typeface="華康中圓體"/>
              </a:rPr>
              <a:t>主</a:t>
            </a:r>
            <a:r>
              <a:rPr lang="zh-TW" altLang="en-US" sz="3600" dirty="0" smtClean="0">
                <a:solidFill>
                  <a:schemeClr val="tx1"/>
                </a:solidFill>
                <a:ea typeface="華康中圓體"/>
              </a:rPr>
              <a:t>；</a:t>
            </a:r>
            <a:endParaRPr lang="zh-TW" altLang="en-US" sz="3600" dirty="0">
              <a:solidFill>
                <a:schemeClr val="tx1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（應</a:t>
            </a:r>
            <a:r>
              <a:rPr lang="zh-TW" altLang="en-US" sz="3600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）</a:t>
            </a:r>
            <a:r>
              <a:rPr lang="zh-TW" altLang="zh-TW" sz="3600" dirty="0">
                <a:solidFill>
                  <a:srgbClr val="0000CC"/>
                </a:solidFill>
                <a:ea typeface="華康中圓體"/>
              </a:rPr>
              <a:t>世界</a:t>
            </a:r>
            <a:r>
              <a:rPr lang="zh-TW" altLang="zh-TW" sz="3600" dirty="0" smtClean="0">
                <a:solidFill>
                  <a:srgbClr val="0000CC"/>
                </a:solidFill>
                <a:ea typeface="華康中圓體"/>
              </a:rPr>
              <a:t>及</a:t>
            </a:r>
            <a:r>
              <a:rPr lang="en-US" altLang="zh-TW" sz="3600" b="1" dirty="0" smtClean="0">
                <a:solidFill>
                  <a:srgbClr val="0000CC"/>
                </a:solidFill>
                <a:latin typeface="EUDC" pitchFamily="49" charset="-120"/>
                <a:ea typeface="EUDC" pitchFamily="49" charset="-120"/>
              </a:rPr>
              <a:t></a:t>
            </a:r>
            <a:r>
              <a:rPr lang="zh-TW" altLang="zh-TW" sz="3600" dirty="0" smtClean="0">
                <a:solidFill>
                  <a:srgbClr val="0000CC"/>
                </a:solidFill>
                <a:ea typeface="華康中圓體"/>
              </a:rPr>
              <a:t>佇</a:t>
            </a:r>
            <a:r>
              <a:rPr lang="zh-TW" altLang="zh-TW" sz="3600" dirty="0">
                <a:solidFill>
                  <a:srgbClr val="0000CC"/>
                </a:solidFill>
                <a:ea typeface="華康中圓體"/>
              </a:rPr>
              <a:t>遐</a:t>
            </a:r>
            <a:r>
              <a:rPr lang="zh-TW" altLang="zh-TW" sz="3600" dirty="0" smtClean="0">
                <a:solidFill>
                  <a:srgbClr val="0000CC"/>
                </a:solidFill>
                <a:ea typeface="華康中圓體"/>
              </a:rPr>
              <a:t>的活物嘛攏屬祂</a:t>
            </a:r>
            <a:r>
              <a:rPr lang="zh-TW" altLang="en-US" sz="3600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zh-TW" altLang="en-US" sz="3600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sz="3600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（啟</a:t>
            </a:r>
            <a:r>
              <a:rPr lang="zh-TW" altLang="en-US" sz="3600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）</a:t>
            </a:r>
            <a:r>
              <a:rPr lang="zh-TW" altLang="zh-TW" sz="3600" dirty="0">
                <a:solidFill>
                  <a:schemeClr val="tx1"/>
                </a:solidFill>
                <a:ea typeface="華康中圓體"/>
              </a:rPr>
              <a:t>祂給地囥佇大海的</a:t>
            </a:r>
            <a:r>
              <a:rPr lang="zh-TW" altLang="zh-TW" sz="3600" dirty="0" smtClean="0">
                <a:solidFill>
                  <a:schemeClr val="tx1"/>
                </a:solidFill>
                <a:ea typeface="華康中圓體"/>
              </a:rPr>
              <a:t>頂面</a:t>
            </a:r>
            <a:r>
              <a:rPr lang="zh-TW" altLang="en-US" sz="3600" dirty="0" smtClean="0">
                <a:solidFill>
                  <a:schemeClr val="tx1"/>
                </a:solidFill>
                <a:ea typeface="華康中圓體"/>
              </a:rPr>
              <a:t>，</a:t>
            </a:r>
            <a:endParaRPr lang="zh-TW" altLang="en-US" sz="3600" dirty="0">
              <a:solidFill>
                <a:schemeClr val="tx1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（應</a:t>
            </a:r>
            <a:r>
              <a:rPr lang="zh-TW" altLang="en-US" sz="3600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）</a:t>
            </a:r>
            <a:r>
              <a:rPr lang="zh-TW" altLang="zh-TW" sz="3600" dirty="0">
                <a:solidFill>
                  <a:srgbClr val="0000CC"/>
                </a:solidFill>
                <a:ea typeface="華康中圓體"/>
              </a:rPr>
              <a:t>將地基下佇</a:t>
            </a:r>
            <a:r>
              <a:rPr lang="zh-TW" altLang="zh-TW" sz="3600" dirty="0" smtClean="0">
                <a:solidFill>
                  <a:srgbClr val="0000CC"/>
                </a:solidFill>
                <a:ea typeface="華康中圓體"/>
              </a:rPr>
              <a:t>深海</a:t>
            </a:r>
            <a:r>
              <a:rPr lang="zh-TW" altLang="en-US" sz="3600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zh-TW" altLang="en-US" sz="3600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sz="3600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（啟</a:t>
            </a:r>
            <a:r>
              <a:rPr lang="zh-TW" altLang="en-US" sz="3600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）</a:t>
            </a:r>
            <a:r>
              <a:rPr lang="zh-TW" altLang="en-US" sz="3600" dirty="0">
                <a:solidFill>
                  <a:schemeClr val="tx1"/>
                </a:solidFill>
                <a:ea typeface="華康中圓體"/>
              </a:rPr>
              <a:t>啥</a:t>
            </a:r>
            <a:r>
              <a:rPr lang="zh-TW" altLang="zh-TW" sz="3600" dirty="0" smtClean="0">
                <a:solidFill>
                  <a:schemeClr val="tx1"/>
                </a:solidFill>
                <a:ea typeface="華康中圓體"/>
              </a:rPr>
              <a:t>人</a:t>
            </a:r>
            <a:r>
              <a:rPr lang="zh-TW" altLang="zh-TW" sz="3600" dirty="0">
                <a:solidFill>
                  <a:schemeClr val="tx1"/>
                </a:solidFill>
                <a:ea typeface="華康中圓體"/>
              </a:rPr>
              <a:t>會當上上</a:t>
            </a:r>
            <a:r>
              <a:rPr lang="zh-TW" altLang="zh-TW" sz="3600" dirty="0" smtClean="0">
                <a:solidFill>
                  <a:schemeClr val="tx1"/>
                </a:solidFill>
                <a:ea typeface="華康中圓體"/>
              </a:rPr>
              <a:t>主的山</a:t>
            </a:r>
            <a:r>
              <a:rPr lang="zh-TW" altLang="en-US" sz="3600" dirty="0" smtClean="0">
                <a:solidFill>
                  <a:schemeClr val="tx1"/>
                </a:solidFill>
                <a:ea typeface="華康中圓體"/>
              </a:rPr>
              <a:t>？</a:t>
            </a:r>
            <a:endParaRPr lang="zh-TW" altLang="en-US" sz="3600" dirty="0" smtClean="0">
              <a:solidFill>
                <a:schemeClr val="tx1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sz="3600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（</a:t>
            </a:r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應</a:t>
            </a:r>
            <a:r>
              <a:rPr lang="zh-TW" altLang="en-US" sz="3600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）</a:t>
            </a:r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啥</a:t>
            </a:r>
            <a:r>
              <a:rPr lang="zh-TW" altLang="zh-TW" sz="3600" dirty="0" smtClean="0">
                <a:solidFill>
                  <a:srgbClr val="0000CC"/>
                </a:solidFill>
                <a:ea typeface="華康中圓體"/>
              </a:rPr>
              <a:t>人</a:t>
            </a:r>
            <a:r>
              <a:rPr lang="zh-TW" altLang="zh-TW" sz="3600" dirty="0">
                <a:solidFill>
                  <a:srgbClr val="0000CC"/>
                </a:solidFill>
                <a:ea typeface="華康中圓體"/>
              </a:rPr>
              <a:t>會當入祂的聖</a:t>
            </a:r>
            <a:r>
              <a:rPr lang="zh-TW" altLang="zh-TW" sz="3600" dirty="0" smtClean="0">
                <a:solidFill>
                  <a:srgbClr val="0000CC"/>
                </a:solidFill>
                <a:ea typeface="華康中圓體"/>
              </a:rPr>
              <a:t>殿</a:t>
            </a:r>
            <a:r>
              <a:rPr lang="zh-TW" altLang="en-US" sz="3600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？</a:t>
            </a:r>
            <a:endParaRPr lang="zh-TW" altLang="zh-TW" sz="3600" dirty="0">
              <a:solidFill>
                <a:srgbClr val="0000CC"/>
              </a:solidFill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86657418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r>
              <a:rPr lang="zh-TW" altLang="en-US" b="1" u="sng" dirty="0">
                <a:solidFill>
                  <a:srgbClr val="000000"/>
                </a:solidFill>
                <a:latin typeface="標楷體" pitchFamily="65" charset="-120"/>
                <a:ea typeface="華康中圓體"/>
              </a:rPr>
              <a:t>新啟應</a:t>
            </a:r>
            <a:r>
              <a:rPr lang="zh-TW" altLang="en-US" b="1" u="sng" dirty="0" smtClean="0">
                <a:solidFill>
                  <a:srgbClr val="000000"/>
                </a:solidFill>
                <a:latin typeface="標楷體" pitchFamily="65" charset="-120"/>
                <a:ea typeface="華康中圓體"/>
              </a:rPr>
              <a:t>文</a:t>
            </a:r>
            <a:r>
              <a:rPr lang="zh-TW" altLang="zh-TW" b="1" u="sng" dirty="0">
                <a:solidFill>
                  <a:srgbClr val="000000"/>
                </a:solidFill>
                <a:latin typeface="華康中圓體"/>
                <a:ea typeface="華康中圓體"/>
              </a:rPr>
              <a:t>9</a:t>
            </a:r>
            <a:r>
              <a:rPr lang="en-US" altLang="zh-TW" b="1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(</a:t>
            </a:r>
            <a:r>
              <a:rPr lang="zh-TW" altLang="zh-TW" b="1" u="sng" dirty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b="1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b="1" u="sng" dirty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b="1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)</a:t>
            </a:r>
            <a:endParaRPr lang="zh-TW" altLang="en-US" b="1" u="sng" dirty="0" smtClean="0">
              <a:ea typeface="華康中圓體"/>
            </a:endParaRPr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132856"/>
            <a:ext cx="9144000" cy="4217333"/>
          </a:xfrm>
        </p:spPr>
        <p:txBody>
          <a:bodyPr/>
          <a:lstStyle/>
          <a:p>
            <a:pPr algn="l"/>
            <a:r>
              <a:rPr lang="zh-TW" altLang="en-US" sz="3600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（啟</a:t>
            </a:r>
            <a:r>
              <a:rPr lang="zh-TW" altLang="en-US" sz="3600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）</a:t>
            </a:r>
            <a:r>
              <a:rPr lang="zh-TW" altLang="zh-TW" sz="3600" dirty="0">
                <a:solidFill>
                  <a:schemeClr val="tx1"/>
                </a:solidFill>
                <a:ea typeface="華康中圓體"/>
              </a:rPr>
              <a:t>就是手清氣，心</a:t>
            </a:r>
            <a:r>
              <a:rPr lang="zh-TW" altLang="zh-TW" sz="3600" dirty="0" smtClean="0">
                <a:solidFill>
                  <a:schemeClr val="tx1"/>
                </a:solidFill>
                <a:ea typeface="華康中圓體"/>
              </a:rPr>
              <a:t>純潔</a:t>
            </a:r>
            <a:r>
              <a:rPr lang="zh-TW" altLang="en-US" sz="3600" dirty="0" smtClean="0">
                <a:solidFill>
                  <a:schemeClr val="tx1"/>
                </a:solidFill>
                <a:ea typeface="華康中圓體"/>
              </a:rPr>
              <a:t>，</a:t>
            </a:r>
            <a:endParaRPr lang="zh-TW" altLang="en-US" sz="3600" dirty="0">
              <a:solidFill>
                <a:schemeClr val="tx1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（應</a:t>
            </a:r>
            <a:r>
              <a:rPr lang="zh-TW" altLang="en-US" sz="3600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）</a:t>
            </a:r>
            <a:r>
              <a:rPr lang="zh-TW" altLang="zh-TW" sz="3600" dirty="0">
                <a:solidFill>
                  <a:srgbClr val="0000CC"/>
                </a:solidFill>
                <a:ea typeface="華康中圓體"/>
              </a:rPr>
              <a:t>無拜偶像，無隨便咒</a:t>
            </a:r>
            <a:r>
              <a:rPr lang="zh-TW" altLang="zh-TW" sz="3600" dirty="0" smtClean="0">
                <a:solidFill>
                  <a:srgbClr val="0000CC"/>
                </a:solidFill>
                <a:ea typeface="華康中圓體"/>
              </a:rPr>
              <a:t>誓的人</a:t>
            </a:r>
            <a:r>
              <a:rPr lang="zh-TW" altLang="en-US" sz="3600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zh-TW" altLang="en-US" sz="3600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sz="3600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（啟</a:t>
            </a:r>
            <a:r>
              <a:rPr lang="zh-TW" altLang="en-US" sz="3600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）</a:t>
            </a:r>
            <a:r>
              <a:rPr lang="zh-TW" altLang="zh-TW" sz="3600" dirty="0">
                <a:solidFill>
                  <a:schemeClr val="tx1"/>
                </a:solidFill>
                <a:ea typeface="華康中圓體"/>
              </a:rPr>
              <a:t>此款人會受上主</a:t>
            </a:r>
            <a:r>
              <a:rPr lang="zh-TW" altLang="zh-TW" sz="3600" dirty="0" smtClean="0">
                <a:solidFill>
                  <a:schemeClr val="tx1"/>
                </a:solidFill>
                <a:ea typeface="華康中圓體"/>
              </a:rPr>
              <a:t>祝福</a:t>
            </a:r>
            <a:r>
              <a:rPr lang="zh-TW" altLang="en-US" sz="3600" dirty="0" smtClean="0">
                <a:solidFill>
                  <a:schemeClr val="tx1"/>
                </a:solidFill>
                <a:ea typeface="華康中圓體"/>
              </a:rPr>
              <a:t>；</a:t>
            </a:r>
            <a:endParaRPr lang="zh-TW" altLang="en-US" sz="3600" dirty="0">
              <a:solidFill>
                <a:schemeClr val="tx1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（應</a:t>
            </a:r>
            <a:r>
              <a:rPr lang="zh-TW" altLang="en-US" sz="3600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）</a:t>
            </a:r>
            <a:r>
              <a:rPr lang="zh-TW" altLang="zh-TW" sz="3600" dirty="0">
                <a:solidFill>
                  <a:srgbClr val="0000CC"/>
                </a:solidFill>
                <a:ea typeface="華康中圓體"/>
              </a:rPr>
              <a:t>上帝欲拯救伊，宣判伊</a:t>
            </a:r>
            <a:r>
              <a:rPr lang="zh-TW" altLang="zh-TW" sz="3600" dirty="0" smtClean="0">
                <a:solidFill>
                  <a:srgbClr val="0000CC"/>
                </a:solidFill>
                <a:ea typeface="華康中圓體"/>
              </a:rPr>
              <a:t>無罪</a:t>
            </a:r>
            <a:r>
              <a:rPr lang="zh-TW" altLang="en-US" sz="3600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zh-TW" altLang="en-US" sz="3600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sz="3600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（啟</a:t>
            </a:r>
            <a:r>
              <a:rPr lang="zh-TW" altLang="en-US" sz="3600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）</a:t>
            </a:r>
            <a:r>
              <a:rPr lang="zh-TW" altLang="zh-TW" sz="3600" dirty="0">
                <a:solidFill>
                  <a:schemeClr val="tx1"/>
                </a:solidFill>
                <a:ea typeface="華康中圓體"/>
              </a:rPr>
              <a:t>此款人尋求上</a:t>
            </a:r>
            <a:r>
              <a:rPr lang="zh-TW" altLang="zh-TW" sz="3600" dirty="0" smtClean="0">
                <a:solidFill>
                  <a:schemeClr val="tx1"/>
                </a:solidFill>
                <a:ea typeface="華康中圓體"/>
              </a:rPr>
              <a:t>主</a:t>
            </a:r>
            <a:r>
              <a:rPr lang="zh-TW" altLang="en-US" sz="3600" dirty="0" smtClean="0">
                <a:solidFill>
                  <a:schemeClr val="tx1"/>
                </a:solidFill>
                <a:ea typeface="華康中圓體"/>
              </a:rPr>
              <a:t>，</a:t>
            </a:r>
            <a:endParaRPr lang="zh-TW" altLang="en-US" sz="3600" dirty="0" smtClean="0">
              <a:solidFill>
                <a:schemeClr val="tx1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sz="3600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（</a:t>
            </a:r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應</a:t>
            </a:r>
            <a:r>
              <a:rPr lang="zh-TW" altLang="en-US" sz="3600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）</a:t>
            </a:r>
            <a:r>
              <a:rPr lang="zh-TW" altLang="zh-TW" sz="3600" dirty="0">
                <a:solidFill>
                  <a:srgbClr val="0000CC"/>
                </a:solidFill>
                <a:ea typeface="華康中圓體"/>
              </a:rPr>
              <a:t>到雅各的上帝</a:t>
            </a:r>
            <a:r>
              <a:rPr lang="zh-TW" altLang="zh-TW" sz="3600" dirty="0" smtClean="0">
                <a:solidFill>
                  <a:srgbClr val="0000CC"/>
                </a:solidFill>
                <a:ea typeface="華康中圓體"/>
              </a:rPr>
              <a:t>面前來朝見祂</a:t>
            </a:r>
            <a:r>
              <a:rPr lang="zh-TW" altLang="en-US" sz="3600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zh-TW" altLang="zh-TW" sz="3600" dirty="0">
              <a:solidFill>
                <a:srgbClr val="0000CC"/>
              </a:solidFill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5120398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r>
              <a:rPr lang="zh-TW" altLang="en-US" b="1" u="sng" dirty="0">
                <a:solidFill>
                  <a:srgbClr val="000000"/>
                </a:solidFill>
                <a:latin typeface="標楷體" pitchFamily="65" charset="-120"/>
                <a:ea typeface="華康中圓體"/>
              </a:rPr>
              <a:t>新啟應</a:t>
            </a:r>
            <a:r>
              <a:rPr lang="zh-TW" altLang="en-US" b="1" u="sng" dirty="0" smtClean="0">
                <a:solidFill>
                  <a:srgbClr val="000000"/>
                </a:solidFill>
                <a:latin typeface="標楷體" pitchFamily="65" charset="-120"/>
                <a:ea typeface="華康中圓體"/>
              </a:rPr>
              <a:t>文</a:t>
            </a:r>
            <a:r>
              <a:rPr lang="zh-TW" altLang="zh-TW" b="1" u="sng" dirty="0">
                <a:solidFill>
                  <a:srgbClr val="000000"/>
                </a:solidFill>
                <a:latin typeface="華康中圓體"/>
                <a:ea typeface="華康中圓體"/>
              </a:rPr>
              <a:t>9</a:t>
            </a:r>
            <a:r>
              <a:rPr lang="en-US" altLang="zh-TW" b="1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(</a:t>
            </a:r>
            <a:r>
              <a:rPr lang="zh-TW" altLang="zh-TW" b="1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b="1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b="1" u="sng" dirty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b="1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)</a:t>
            </a:r>
            <a:endParaRPr lang="zh-TW" altLang="en-US" b="1" u="sng" dirty="0" smtClean="0">
              <a:ea typeface="華康中圓體"/>
            </a:endParaRPr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132856"/>
            <a:ext cx="9144000" cy="4217333"/>
          </a:xfrm>
        </p:spPr>
        <p:txBody>
          <a:bodyPr/>
          <a:lstStyle/>
          <a:p>
            <a:pPr algn="l"/>
            <a:r>
              <a:rPr lang="zh-TW" altLang="en-US" sz="3600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（啟</a:t>
            </a:r>
            <a:r>
              <a:rPr lang="zh-TW" altLang="en-US" sz="3600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）</a:t>
            </a:r>
            <a:r>
              <a:rPr lang="zh-TW" altLang="zh-TW" sz="3600" dirty="0">
                <a:solidFill>
                  <a:schemeClr val="tx1"/>
                </a:solidFill>
                <a:ea typeface="華康中圓體"/>
              </a:rPr>
              <a:t>城門啊！著拍開</a:t>
            </a:r>
            <a:r>
              <a:rPr lang="zh-TW" altLang="zh-TW" sz="3600" dirty="0" smtClean="0">
                <a:solidFill>
                  <a:schemeClr val="tx1"/>
                </a:solidFill>
                <a:ea typeface="華康中圓體"/>
              </a:rPr>
              <a:t>！</a:t>
            </a:r>
            <a:endParaRPr lang="zh-TW" altLang="en-US" sz="3600" dirty="0">
              <a:solidFill>
                <a:schemeClr val="tx1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（應</a:t>
            </a:r>
            <a:r>
              <a:rPr lang="zh-TW" altLang="en-US" sz="3600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）</a:t>
            </a:r>
            <a:r>
              <a:rPr lang="zh-TW" altLang="zh-TW" sz="3600" dirty="0">
                <a:solidFill>
                  <a:srgbClr val="0000CC"/>
                </a:solidFill>
                <a:ea typeface="華康中圓體"/>
              </a:rPr>
              <a:t>永遠的門啊！著大開</a:t>
            </a:r>
            <a:r>
              <a:rPr lang="zh-TW" altLang="zh-TW" sz="3600" dirty="0" smtClean="0">
                <a:solidFill>
                  <a:srgbClr val="0000CC"/>
                </a:solidFill>
                <a:ea typeface="華康中圓體"/>
              </a:rPr>
              <a:t>！</a:t>
            </a:r>
            <a:endParaRPr lang="en-US" altLang="zh-TW" sz="3600" dirty="0" smtClean="0">
              <a:solidFill>
                <a:srgbClr val="0000CC"/>
              </a:solidFill>
              <a:ea typeface="華康中圓體"/>
            </a:endParaRPr>
          </a:p>
          <a:p>
            <a:pPr algn="l"/>
            <a:r>
              <a:rPr lang="zh-TW" altLang="en-US" sz="3600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（齊聲）</a:t>
            </a:r>
            <a:r>
              <a:rPr lang="zh-TW" altLang="zh-TW" sz="3600" dirty="0">
                <a:solidFill>
                  <a:srgbClr val="0000CC"/>
                </a:solidFill>
                <a:ea typeface="華康中圓體"/>
              </a:rPr>
              <a:t>榮</a:t>
            </a:r>
            <a:r>
              <a:rPr lang="zh-TW" altLang="zh-TW" sz="3600" dirty="0" smtClean="0">
                <a:solidFill>
                  <a:srgbClr val="0000CC"/>
                </a:solidFill>
                <a:ea typeface="華康中圓體"/>
              </a:rPr>
              <a:t>耀的君王欲入來</a:t>
            </a:r>
            <a:r>
              <a:rPr lang="zh-TW" altLang="en-US" sz="3600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zh-TW" altLang="en-US" sz="3600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sz="3600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（啟</a:t>
            </a:r>
            <a:r>
              <a:rPr lang="zh-TW" altLang="en-US" sz="3600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）</a:t>
            </a:r>
            <a:r>
              <a:rPr lang="zh-TW" altLang="zh-TW" sz="3600" dirty="0">
                <a:solidFill>
                  <a:schemeClr val="tx1"/>
                </a:solidFill>
                <a:ea typeface="華康中圓體"/>
              </a:rPr>
              <a:t>此位榮耀的君王是甚麼人</a:t>
            </a:r>
            <a:r>
              <a:rPr lang="zh-TW" altLang="zh-TW" sz="3600" dirty="0" smtClean="0">
                <a:solidFill>
                  <a:schemeClr val="tx1"/>
                </a:solidFill>
                <a:ea typeface="華康中圓體"/>
              </a:rPr>
              <a:t>？</a:t>
            </a:r>
            <a:endParaRPr lang="zh-TW" altLang="en-US" sz="3600" dirty="0">
              <a:solidFill>
                <a:schemeClr val="tx1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（應</a:t>
            </a:r>
            <a:r>
              <a:rPr lang="zh-TW" altLang="en-US" sz="3600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）</a:t>
            </a:r>
            <a:r>
              <a:rPr lang="zh-TW" altLang="zh-TW" sz="3600" dirty="0">
                <a:solidFill>
                  <a:srgbClr val="0000CC"/>
                </a:solidFill>
                <a:ea typeface="華康中圓體"/>
              </a:rPr>
              <a:t>是強閣勇的上</a:t>
            </a:r>
            <a:r>
              <a:rPr lang="zh-TW" altLang="zh-TW" sz="3600" dirty="0" smtClean="0">
                <a:solidFill>
                  <a:srgbClr val="0000CC"/>
                </a:solidFill>
                <a:ea typeface="華康中圓體"/>
              </a:rPr>
              <a:t>主</a:t>
            </a:r>
            <a:r>
              <a:rPr lang="zh-TW" altLang="en-US" sz="3600" dirty="0" smtClean="0">
                <a:solidFill>
                  <a:srgbClr val="0000CC"/>
                </a:solidFill>
                <a:ea typeface="華康中圓體"/>
              </a:rPr>
              <a:t>！</a:t>
            </a:r>
            <a:endParaRPr lang="en-US" altLang="zh-TW" sz="3600" dirty="0" smtClean="0">
              <a:solidFill>
                <a:srgbClr val="0000CC"/>
              </a:solidFill>
              <a:ea typeface="華康中圓體"/>
            </a:endParaRPr>
          </a:p>
          <a:p>
            <a:pPr algn="l"/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（齊聲</a:t>
            </a:r>
            <a:r>
              <a:rPr lang="zh-TW" altLang="en-US" sz="3600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）</a:t>
            </a:r>
            <a:r>
              <a:rPr lang="zh-TW" altLang="zh-TW" sz="3600" dirty="0">
                <a:solidFill>
                  <a:srgbClr val="0000CC"/>
                </a:solidFill>
                <a:ea typeface="華康中圓體"/>
              </a:rPr>
              <a:t>祂是百戰百勝的上</a:t>
            </a:r>
            <a:r>
              <a:rPr lang="zh-TW" altLang="zh-TW" sz="3600" dirty="0" smtClean="0">
                <a:solidFill>
                  <a:srgbClr val="0000CC"/>
                </a:solidFill>
                <a:ea typeface="華康中圓體"/>
              </a:rPr>
              <a:t>主</a:t>
            </a:r>
            <a:r>
              <a:rPr lang="zh-TW" altLang="en-US" sz="3600" dirty="0" smtClean="0">
                <a:solidFill>
                  <a:srgbClr val="0000CC"/>
                </a:solidFill>
                <a:ea typeface="華康中圓體"/>
              </a:rPr>
              <a:t>！</a:t>
            </a:r>
            <a:endParaRPr lang="zh-TW" altLang="en-US" sz="3600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01241952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r>
              <a:rPr lang="zh-TW" altLang="en-US" b="1" u="sng" dirty="0">
                <a:solidFill>
                  <a:srgbClr val="000000"/>
                </a:solidFill>
                <a:latin typeface="標楷體" pitchFamily="65" charset="-120"/>
                <a:ea typeface="華康中圓體"/>
              </a:rPr>
              <a:t>新啟應</a:t>
            </a:r>
            <a:r>
              <a:rPr lang="zh-TW" altLang="en-US" b="1" u="sng" dirty="0" smtClean="0">
                <a:solidFill>
                  <a:srgbClr val="000000"/>
                </a:solidFill>
                <a:latin typeface="標楷體" pitchFamily="65" charset="-120"/>
                <a:ea typeface="華康中圓體"/>
              </a:rPr>
              <a:t>文</a:t>
            </a:r>
            <a:r>
              <a:rPr lang="zh-TW" altLang="zh-TW" b="1" u="sng" dirty="0">
                <a:solidFill>
                  <a:srgbClr val="000000"/>
                </a:solidFill>
                <a:latin typeface="華康中圓體"/>
                <a:ea typeface="華康中圓體"/>
              </a:rPr>
              <a:t>9</a:t>
            </a:r>
            <a:r>
              <a:rPr lang="en-US" altLang="zh-TW" b="1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(</a:t>
            </a:r>
            <a:r>
              <a:rPr lang="zh-TW" altLang="zh-TW" b="1" u="sng" dirty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b="1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b="1" u="sng" dirty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b="1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)</a:t>
            </a:r>
            <a:endParaRPr lang="zh-TW" altLang="en-US" b="1" u="sng" dirty="0" smtClean="0">
              <a:ea typeface="華康中圓體"/>
            </a:endParaRPr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-10368" y="2132856"/>
            <a:ext cx="9144000" cy="4217333"/>
          </a:xfrm>
        </p:spPr>
        <p:txBody>
          <a:bodyPr/>
          <a:lstStyle/>
          <a:p>
            <a:pPr algn="l"/>
            <a:r>
              <a:rPr lang="zh-TW" altLang="en-US" sz="3600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（啟</a:t>
            </a:r>
            <a:r>
              <a:rPr lang="zh-TW" altLang="en-US" sz="3600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）</a:t>
            </a:r>
            <a:r>
              <a:rPr lang="zh-TW" altLang="zh-TW" sz="3600" dirty="0">
                <a:solidFill>
                  <a:schemeClr val="tx1"/>
                </a:solidFill>
                <a:ea typeface="華康中圓體"/>
              </a:rPr>
              <a:t>城門啊，著拍開</a:t>
            </a:r>
            <a:r>
              <a:rPr lang="zh-TW" altLang="zh-TW" sz="3600" dirty="0" smtClean="0">
                <a:solidFill>
                  <a:schemeClr val="tx1"/>
                </a:solidFill>
                <a:ea typeface="華康中圓體"/>
              </a:rPr>
              <a:t>！</a:t>
            </a:r>
            <a:endParaRPr lang="zh-TW" altLang="en-US" sz="3600" dirty="0">
              <a:solidFill>
                <a:schemeClr val="tx1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（應</a:t>
            </a:r>
            <a:r>
              <a:rPr lang="zh-TW" altLang="en-US" sz="3600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）</a:t>
            </a:r>
            <a:r>
              <a:rPr lang="zh-TW" altLang="zh-TW" sz="3600" dirty="0">
                <a:solidFill>
                  <a:srgbClr val="0000CC"/>
                </a:solidFill>
                <a:ea typeface="華康中圓體"/>
              </a:rPr>
              <a:t>永遠的門啊，著大開</a:t>
            </a:r>
            <a:r>
              <a:rPr lang="zh-TW" altLang="zh-TW" sz="3600" dirty="0" smtClean="0">
                <a:solidFill>
                  <a:srgbClr val="0000CC"/>
                </a:solidFill>
                <a:ea typeface="華康中圓體"/>
              </a:rPr>
              <a:t>！</a:t>
            </a:r>
            <a:endParaRPr lang="en-US" altLang="zh-TW" sz="3600" dirty="0" smtClean="0">
              <a:solidFill>
                <a:srgbClr val="0000CC"/>
              </a:solidFill>
              <a:ea typeface="華康中圓體"/>
            </a:endParaRPr>
          </a:p>
          <a:p>
            <a:pPr algn="l"/>
            <a:r>
              <a:rPr lang="zh-TW" altLang="en-US" sz="3600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（齊聲）</a:t>
            </a:r>
            <a:r>
              <a:rPr lang="zh-TW" altLang="zh-TW" sz="3600" dirty="0">
                <a:solidFill>
                  <a:srgbClr val="0000CC"/>
                </a:solidFill>
                <a:ea typeface="華康中圓體"/>
              </a:rPr>
              <a:t>榮</a:t>
            </a:r>
            <a:r>
              <a:rPr lang="zh-TW" altLang="zh-TW" sz="3600" dirty="0" smtClean="0">
                <a:solidFill>
                  <a:srgbClr val="0000CC"/>
                </a:solidFill>
                <a:ea typeface="華康中圓體"/>
              </a:rPr>
              <a:t>耀的君王欲入來</a:t>
            </a:r>
            <a:r>
              <a:rPr lang="zh-TW" altLang="en-US" sz="3600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zh-TW" altLang="en-US" sz="3600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sz="3600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（啟</a:t>
            </a:r>
            <a:r>
              <a:rPr lang="zh-TW" altLang="en-US" sz="3600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）</a:t>
            </a:r>
            <a:r>
              <a:rPr lang="zh-TW" altLang="zh-TW" sz="3600" dirty="0">
                <a:solidFill>
                  <a:schemeClr val="tx1"/>
                </a:solidFill>
                <a:ea typeface="華康中圓體"/>
              </a:rPr>
              <a:t>此位榮</a:t>
            </a:r>
            <a:r>
              <a:rPr lang="zh-TW" altLang="zh-TW" sz="3600" dirty="0" smtClean="0">
                <a:solidFill>
                  <a:schemeClr val="tx1"/>
                </a:solidFill>
                <a:ea typeface="華康中圓體"/>
              </a:rPr>
              <a:t>耀的君王是甚麼人</a:t>
            </a:r>
            <a:r>
              <a:rPr lang="zh-TW" altLang="en-US" sz="3600" dirty="0" smtClean="0">
                <a:solidFill>
                  <a:schemeClr val="tx1"/>
                </a:solidFill>
                <a:ea typeface="華康中圓體"/>
              </a:rPr>
              <a:t>？</a:t>
            </a:r>
            <a:endParaRPr lang="zh-TW" altLang="en-US" sz="3600" dirty="0">
              <a:solidFill>
                <a:schemeClr val="tx1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（應</a:t>
            </a:r>
            <a:r>
              <a:rPr lang="zh-TW" altLang="en-US" sz="3600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）</a:t>
            </a:r>
            <a:r>
              <a:rPr lang="zh-TW" altLang="zh-TW" sz="3600" dirty="0">
                <a:solidFill>
                  <a:srgbClr val="0000CC"/>
                </a:solidFill>
                <a:ea typeface="華康中圓體"/>
              </a:rPr>
              <a:t>是萬軍的統帥上</a:t>
            </a:r>
            <a:r>
              <a:rPr lang="zh-TW" altLang="zh-TW" sz="3600" dirty="0" smtClean="0">
                <a:solidFill>
                  <a:srgbClr val="0000CC"/>
                </a:solidFill>
                <a:ea typeface="華康中圓體"/>
              </a:rPr>
              <a:t>主</a:t>
            </a:r>
            <a:r>
              <a:rPr lang="zh-TW" altLang="en-US" sz="3600" dirty="0" smtClean="0">
                <a:solidFill>
                  <a:srgbClr val="0000CC"/>
                </a:solidFill>
                <a:ea typeface="華康中圓體"/>
              </a:rPr>
              <a:t>！</a:t>
            </a:r>
            <a:endParaRPr lang="en-US" altLang="zh-TW" sz="3600" dirty="0" smtClean="0">
              <a:solidFill>
                <a:srgbClr val="0000CC"/>
              </a:solidFill>
              <a:ea typeface="華康中圓體"/>
            </a:endParaRPr>
          </a:p>
          <a:p>
            <a:pPr algn="l"/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（齊聲</a:t>
            </a:r>
            <a:r>
              <a:rPr lang="zh-TW" altLang="en-US" sz="3600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）</a:t>
            </a:r>
            <a:r>
              <a:rPr lang="zh-TW" altLang="zh-TW" sz="3600" dirty="0">
                <a:solidFill>
                  <a:srgbClr val="0000CC"/>
                </a:solidFill>
                <a:ea typeface="華康中圓體"/>
              </a:rPr>
              <a:t>祂是榮耀的君</a:t>
            </a:r>
            <a:r>
              <a:rPr lang="zh-TW" altLang="zh-TW" sz="3600" dirty="0" smtClean="0">
                <a:solidFill>
                  <a:srgbClr val="0000CC"/>
                </a:solidFill>
                <a:ea typeface="華康中圓體"/>
              </a:rPr>
              <a:t>王</a:t>
            </a:r>
            <a:r>
              <a:rPr lang="zh-TW" altLang="en-US" sz="3600" dirty="0" smtClean="0">
                <a:solidFill>
                  <a:srgbClr val="0000CC"/>
                </a:solidFill>
                <a:ea typeface="華康中圓體"/>
              </a:rPr>
              <a:t>！</a:t>
            </a:r>
            <a:endParaRPr lang="zh-TW" altLang="en-US" sz="3600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74559096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20648</TotalTime>
  <Words>221</Words>
  <Application>Microsoft Macintosh PowerPoint</Application>
  <PresentationFormat>如螢幕大小 (4:3)</PresentationFormat>
  <Paragraphs>32</Paragraphs>
  <Slides>4</Slides>
  <Notes>4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5" baseType="lpstr">
      <vt:lpstr>Office 佈景主題</vt:lpstr>
      <vt:lpstr>新啟應文9(1/4)</vt:lpstr>
      <vt:lpstr>新啟應文9(2/4)</vt:lpstr>
      <vt:lpstr>新啟應文9(3/4)</vt:lpstr>
      <vt:lpstr>新啟應文9(4/4)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4694</cp:revision>
  <dcterms:created xsi:type="dcterms:W3CDTF">2009-02-27T08:32:01Z</dcterms:created>
  <dcterms:modified xsi:type="dcterms:W3CDTF">2019-12-14T14:49:07Z</dcterms:modified>
</cp:coreProperties>
</file>