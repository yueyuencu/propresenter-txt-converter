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413" r:id="rId2"/>
    <p:sldId id="26414" r:id="rId3"/>
    <p:sldId id="26415" r:id="rId4"/>
    <p:sldId id="26416" r:id="rId5"/>
    <p:sldId id="26417" r:id="rId6"/>
    <p:sldId id="26418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7716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702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865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397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092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725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785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18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597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344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323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070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158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141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80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709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669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586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5E9474-2C0F-4B45-A96B-58900930D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(啟)心靈散赤的人真有福氣，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(應)因為天國是此款人的。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(啟)憂傷的人真有福氣，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(應)因為上帝會給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安慰。</a:t>
            </a:r>
          </a:p>
        </p:txBody>
      </p:sp>
    </p:spTree>
    <p:extLst>
      <p:ext uri="{BB962C8B-B14F-4D97-AF65-F5344CB8AC3E}">
        <p14:creationId xmlns:p14="http://schemas.microsoft.com/office/powerpoint/2010/main" val="17100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808EEAD-FCB9-FD49-A825-7884B3413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(啟)溫柔的人真有福氣，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因為上帝會互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承受所應允的土地。</a:t>
            </a:r>
          </a:p>
        </p:txBody>
      </p:sp>
    </p:spTree>
    <p:extLst>
      <p:ext uri="{BB962C8B-B14F-4D97-AF65-F5344CB8AC3E}">
        <p14:creationId xmlns:p14="http://schemas.microsoft.com/office/powerpoint/2010/main" val="336754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9EA88E72-B767-4846-B2CC-4FE7F6C6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(啟)枵嘴焦欣慕上帝旨意實現的人真有福氣，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(應)因為上帝會互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飽足。</a:t>
            </a:r>
          </a:p>
        </p:txBody>
      </p:sp>
    </p:spTree>
    <p:extLst>
      <p:ext uri="{BB962C8B-B14F-4D97-AF65-F5344CB8AC3E}">
        <p14:creationId xmlns:p14="http://schemas.microsoft.com/office/powerpoint/2010/main" val="2501151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3D4810B-2084-7F42-8401-01D27BCC3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zh-TW" sz="4000" b="1" kern="100" dirty="0">
                <a:solidFill>
                  <a:srgbClr val="202124"/>
                </a:solidFill>
                <a:latin typeface="全宋體-2" pitchFamily="18" charset="-120"/>
                <a:ea typeface="全宋體-2" pitchFamily="18" charset="-120"/>
                <a:cs typeface="新細明體-ExtB" panose="02020500000000000000" pitchFamily="18" charset="-120"/>
              </a:rPr>
              <a:t>𠢕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憐憫的人真有福氣，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(應)因為上帝會給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憐憫。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(啟)心清氣的人真有福氣，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會見著上帝。</a:t>
            </a:r>
          </a:p>
        </p:txBody>
      </p:sp>
    </p:spTree>
    <p:extLst>
      <p:ext uri="{BB962C8B-B14F-4D97-AF65-F5344CB8AC3E}">
        <p14:creationId xmlns:p14="http://schemas.microsoft.com/office/powerpoint/2010/main" val="4125761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27F1602-FD2D-474D-A7EA-67A6AB1A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(啟)促進和平的人真有福氣，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會成做上帝的子兒。</a:t>
            </a:r>
          </a:p>
        </p:txBody>
      </p:sp>
    </p:spTree>
    <p:extLst>
      <p:ext uri="{BB962C8B-B14F-4D97-AF65-F5344CB8AC3E}">
        <p14:creationId xmlns:p14="http://schemas.microsoft.com/office/powerpoint/2010/main" val="893173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54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(6/6)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BE843A5-F895-9942-A447-7C23332DE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(啟)為著實踐上帝的旨意受迫害的人真有福氣，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(應)因為天國是此款人的。</a:t>
            </a:r>
          </a:p>
        </p:txBody>
      </p:sp>
    </p:spTree>
    <p:extLst>
      <p:ext uri="{BB962C8B-B14F-4D97-AF65-F5344CB8AC3E}">
        <p14:creationId xmlns:p14="http://schemas.microsoft.com/office/powerpoint/2010/main" val="177196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20672</TotalTime>
  <Words>225</Words>
  <Application>Microsoft Macintosh PowerPoint</Application>
  <PresentationFormat>如螢幕大小 (16:9)</PresentationFormat>
  <Paragraphs>28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全宋體-2</vt:lpstr>
      <vt:lpstr>全宋體(調和)</vt:lpstr>
      <vt:lpstr>新細明體</vt:lpstr>
      <vt:lpstr>新細明體-ExtB</vt:lpstr>
      <vt:lpstr>Arial</vt:lpstr>
      <vt:lpstr>Calibri</vt:lpstr>
      <vt:lpstr>1_Office 佈景主題</vt:lpstr>
      <vt:lpstr>啟應文54(1/6)</vt:lpstr>
      <vt:lpstr>啟應文54(2/6)</vt:lpstr>
      <vt:lpstr>啟應文54(3/6)</vt:lpstr>
      <vt:lpstr>啟應文54(4/6)</vt:lpstr>
      <vt:lpstr>啟應文54(5/6)</vt:lpstr>
      <vt:lpstr>啟應文54(6/6)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4698</cp:revision>
  <dcterms:created xsi:type="dcterms:W3CDTF">2009-02-27T08:32:01Z</dcterms:created>
  <dcterms:modified xsi:type="dcterms:W3CDTF">2024-12-28T00:25:31Z</dcterms:modified>
</cp:coreProperties>
</file>