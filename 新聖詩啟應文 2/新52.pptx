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5280" r:id="rId2"/>
    <p:sldId id="5324" r:id="rId3"/>
    <p:sldId id="5325" r:id="rId4"/>
    <p:sldId id="5326" r:id="rId5"/>
    <p:sldId id="5327" r:id="rId6"/>
    <p:sldId id="5328" r:id="rId7"/>
    <p:sldId id="5329" r:id="rId8"/>
    <p:sldId id="5330" r:id="rId9"/>
    <p:sldId id="5331" r:id="rId10"/>
    <p:sldId id="5332" r:id="rId11"/>
    <p:sldId id="5333" r:id="rId1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100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341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530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66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56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815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68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210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17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30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70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57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64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86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33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39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0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866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75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49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74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9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60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82C6532-58D3-334F-97A7-5DE473E9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2520280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恁著尋造昴星及參星彼位，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祂互暗暝變做早起時，互日時變做黑暗暝，</a:t>
            </a:r>
          </a:p>
        </p:txBody>
      </p:sp>
    </p:spTree>
    <p:extLst>
      <p:ext uri="{BB962C8B-B14F-4D97-AF65-F5344CB8AC3E}">
        <p14:creationId xmlns:p14="http://schemas.microsoft.com/office/powerpoint/2010/main" val="362731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37E7E51-0849-0541-B12B-C48D02CB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96344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叫海水來摒佇地上。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祂的稱呼是上主。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祂互強猛的人忽然滅亡，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互堡壘毀壞。</a:t>
            </a:r>
          </a:p>
        </p:txBody>
      </p:sp>
    </p:spTree>
    <p:extLst>
      <p:ext uri="{BB962C8B-B14F-4D97-AF65-F5344CB8AC3E}">
        <p14:creationId xmlns:p14="http://schemas.microsoft.com/office/powerpoint/2010/main" val="36387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70DEE-5A6B-8646-AB84-A87983CB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恁怨恨佇城門口主持公道的人，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厭惡講真實的人。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因為恁欺壓散赤人，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搶奪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的米糧。</a:t>
            </a:r>
          </a:p>
        </p:txBody>
      </p:sp>
    </p:spTree>
    <p:extLst>
      <p:ext uri="{BB962C8B-B14F-4D97-AF65-F5344CB8AC3E}">
        <p14:creationId xmlns:p14="http://schemas.microsoft.com/office/powerpoint/2010/main" val="183656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5010E3-9299-474F-B855-38262983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恁用雕琢的石頭起厝，呣拘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當𫢶佇彼內面；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恁栽種好的葡萄園，呣拘𣍐當飲家已激的酒。</a:t>
            </a:r>
          </a:p>
        </p:txBody>
      </p:sp>
    </p:spTree>
    <p:extLst>
      <p:ext uri="{BB962C8B-B14F-4D97-AF65-F5344CB8AC3E}">
        <p14:creationId xmlns:p14="http://schemas.microsoft.com/office/powerpoint/2010/main" val="121855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69E107-3CCA-E24E-B5DC-AF503D9E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我知恁的罪過有偌多，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恁的罪惡有偌重，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恁欺負義人，收賄賂，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佇城門口冤枉散赤人。</a:t>
            </a:r>
          </a:p>
        </p:txBody>
      </p:sp>
    </p:spTree>
    <p:extLst>
      <p:ext uri="{BB962C8B-B14F-4D97-AF65-F5344CB8AC3E}">
        <p14:creationId xmlns:p14="http://schemas.microsoft.com/office/powerpoint/2010/main" val="378421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4A9FFF-20ED-F24B-BEF4-2E3EEE7A8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所以通達的人佇此款時勢會靜靜無講話，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因為時勢邪惡。</a:t>
            </a:r>
          </a:p>
        </p:txBody>
      </p:sp>
    </p:spTree>
    <p:extLst>
      <p:ext uri="{BB962C8B-B14F-4D97-AF65-F5344CB8AC3E}">
        <p14:creationId xmlns:p14="http://schemas.microsoft.com/office/powerpoint/2010/main" val="2352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D0F613-AEDB-3046-B7FF-D520399C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著追求良惡，呣通追求邪惡，才有活路，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按呢，照恁所講，上主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–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萬軍的統帥上帝才會真正及恁同在。</a:t>
            </a:r>
          </a:p>
        </p:txBody>
      </p:sp>
    </p:spTree>
    <p:extLst>
      <p:ext uri="{BB962C8B-B14F-4D97-AF65-F5344CB8AC3E}">
        <p14:creationId xmlns:p14="http://schemas.microsoft.com/office/powerpoint/2010/main" val="250958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CBFD6D-1091-5645-805A-CD221724F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著怨恨邪惡，意愛良善；審判的時主持公道，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–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萬軍的統帥上帝豈採會對此個國家所賰的子民顯出仁慈。</a:t>
            </a:r>
          </a:p>
        </p:txBody>
      </p:sp>
    </p:spTree>
    <p:extLst>
      <p:ext uri="{BB962C8B-B14F-4D97-AF65-F5344CB8AC3E}">
        <p14:creationId xmlns:p14="http://schemas.microsoft.com/office/powerpoint/2010/main" val="133765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8094C-132E-304D-9874-0FCC3DBF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上主講：我厭惡閣看輕恁的節期，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嘛無歡喜恁的大聚會。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雖然恁獻燒化祭及素祭互我，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我𣍐接納；</a:t>
            </a:r>
          </a:p>
        </p:txBody>
      </p:sp>
    </p:spTree>
    <p:extLst>
      <p:ext uri="{BB962C8B-B14F-4D97-AF65-F5344CB8AC3E}">
        <p14:creationId xmlns:p14="http://schemas.microsoft.com/office/powerpoint/2010/main" val="394050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51A5F-9CEA-3B49-A640-4307DF673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恁獻肥的精牲來做平安祭，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我嘛𣍐接納。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恁唱歌的聲著離開我，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恁彈琴的調我無愛聽。</a:t>
            </a:r>
          </a:p>
        </p:txBody>
      </p:sp>
    </p:spTree>
    <p:extLst>
      <p:ext uri="{BB962C8B-B14F-4D97-AF65-F5344CB8AC3E}">
        <p14:creationId xmlns:p14="http://schemas.microsoft.com/office/powerpoint/2010/main" val="8572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C45381-EC1D-FD4D-B6F7-D3027EDC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總是著互公平親像大水直直流，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互正義親像江河長流無停。</a:t>
            </a:r>
          </a:p>
        </p:txBody>
      </p:sp>
    </p:spTree>
    <p:extLst>
      <p:ext uri="{BB962C8B-B14F-4D97-AF65-F5344CB8AC3E}">
        <p14:creationId xmlns:p14="http://schemas.microsoft.com/office/powerpoint/2010/main" val="294577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20697</TotalTime>
  <Words>480</Words>
  <Application>Microsoft Macintosh PowerPoint</Application>
  <PresentationFormat>如螢幕大小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啟應文52(1/11)</vt:lpstr>
      <vt:lpstr>啟應文52(2/11)</vt:lpstr>
      <vt:lpstr>啟應文52(3/11)</vt:lpstr>
      <vt:lpstr>啟應文52(4/11)</vt:lpstr>
      <vt:lpstr>啟應文52(5/11)</vt:lpstr>
      <vt:lpstr>啟應文52(6/11)</vt:lpstr>
      <vt:lpstr>啟應文52(7/11)</vt:lpstr>
      <vt:lpstr>啟應文52(8/11)</vt:lpstr>
      <vt:lpstr>啟應文52(9/11)</vt:lpstr>
      <vt:lpstr>啟應文52(10/11)</vt:lpstr>
      <vt:lpstr>啟應文52(11/11)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4718</cp:revision>
  <dcterms:created xsi:type="dcterms:W3CDTF">2009-02-27T08:32:01Z</dcterms:created>
  <dcterms:modified xsi:type="dcterms:W3CDTF">2025-06-21T12:04:56Z</dcterms:modified>
</cp:coreProperties>
</file>