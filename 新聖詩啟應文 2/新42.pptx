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021" r:id="rId2"/>
    <p:sldId id="25022" r:id="rId3"/>
    <p:sldId id="25023" r:id="rId4"/>
    <p:sldId id="25024" r:id="rId5"/>
    <p:sldId id="25025" r:id="rId6"/>
    <p:sldId id="25028" r:id="rId7"/>
    <p:sldId id="25026" r:id="rId8"/>
    <p:sldId id="25027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220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537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0375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6935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60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14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8141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07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17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4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47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2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75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55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05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87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93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5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2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56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4D88F80-54ED-1247-BF39-37DBE4D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(啟)耶西的老樹頭會</a:t>
            </a:r>
            <a:r>
              <a:rPr lang="en-US" altLang="zh-TW" sz="4000" b="1" dirty="0" err="1">
                <a:latin typeface="全宋體-2" pitchFamily="18" charset="-120"/>
                <a:ea typeface="全宋體-2" pitchFamily="18" charset="-120"/>
                <a:cs typeface="Heiti TC Light"/>
              </a:rPr>
              <a:t>puh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-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(應)對伊的根會發枝。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(啟)上主的神欲及伊同在：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(應)就是智慧聰明的神，</a:t>
            </a:r>
          </a:p>
        </p:txBody>
      </p:sp>
    </p:spTree>
    <p:extLst>
      <p:ext uri="{BB962C8B-B14F-4D97-AF65-F5344CB8AC3E}">
        <p14:creationId xmlns:p14="http://schemas.microsoft.com/office/powerpoint/2010/main" val="396424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EEB19EF-8AC1-2B4B-9EB9-591FAB43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(啟)計畫及勇氣的神，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(應)智識及敬畏上主的神。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(齊聲)敬畏上主是伊的歡喜。</a:t>
            </a:r>
          </a:p>
        </p:txBody>
      </p:sp>
    </p:spTree>
    <p:extLst>
      <p:ext uri="{BB962C8B-B14F-4D97-AF65-F5344CB8AC3E}">
        <p14:creationId xmlns:p14="http://schemas.microsoft.com/office/powerpoint/2010/main" val="123609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12C3EA-F502-8246-BA35-8E20D51C7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</a:rPr>
              <a:t>照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目睭所看來審判；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靠耳孔所聽來判斷。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(啟)祂欲用公義維護散赤人；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(應)祂欲用公平保障互人看無起的人。</a:t>
            </a:r>
          </a:p>
        </p:txBody>
      </p:sp>
    </p:spTree>
    <p:extLst>
      <p:ext uri="{BB962C8B-B14F-4D97-AF65-F5344CB8AC3E}">
        <p14:creationId xmlns:p14="http://schemas.microsoft.com/office/powerpoint/2010/main" val="232287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F8C1D7-5659-244A-987F-E799AE816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(啟)祂欲用裁決做棍摃逼害者；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(應)祂欲發命令處死邪惡的人。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(啟)祂欲用公義治理；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(應)祂欲用信實統治。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90797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114829-45E2-E546-BFF4-25122B674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(啟)豹狼及綿羊會做伙住；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(應)豹及山羊仔子會做伙睏。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(啟)牛仔子及獅會鬥陣食；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(應)細漢囝仔會做牧者看顧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084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6F6B8D-8A2B-9248-8EFA-F07E65825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(啟)牛母及熊會做伙食草；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的子會做陣歇睏。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(齊聲)獅會親像牛食草。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692179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2E5A29-9256-244B-9382-C779BD58E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(啟)食奶的嬰仔會佇蛇的孔口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(應)斷奶的囝仔會伸手入去毒蛇的穴。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(啟)佇我聖山的逐所在，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一定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受傷，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受害。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D08361-FA97-C944-A5F5-5328F0CE98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7" r="3303"/>
          <a:stretch/>
        </p:blipFill>
        <p:spPr>
          <a:xfrm>
            <a:off x="6948264" y="1563638"/>
            <a:ext cx="936104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3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0C19BE-3749-8C49-A50A-0863D003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(啟)因為對上主的認識會普及全地，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(應)親像水充滿大海。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034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20680</TotalTime>
  <Words>368</Words>
  <Application>Microsoft Macintosh PowerPoint</Application>
  <PresentationFormat>如螢幕大小 (16:9)</PresentationFormat>
  <Paragraphs>44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微軟正黑體</vt:lpstr>
      <vt:lpstr>新細明體</vt:lpstr>
      <vt:lpstr>Heiti TC Light</vt:lpstr>
      <vt:lpstr>Arial</vt:lpstr>
      <vt:lpstr>Calibri</vt:lpstr>
      <vt:lpstr>1_Office 佈景主題</vt:lpstr>
      <vt:lpstr>啟應文42(1/8)</vt:lpstr>
      <vt:lpstr>啟應文42(2/8)</vt:lpstr>
      <vt:lpstr>啟應文42(3/8)</vt:lpstr>
      <vt:lpstr>啟應文42(4/8)</vt:lpstr>
      <vt:lpstr>啟應文42(5/8)</vt:lpstr>
      <vt:lpstr>啟應文42(6/8)</vt:lpstr>
      <vt:lpstr>啟應文42(7/8)</vt:lpstr>
      <vt:lpstr>啟應文42(8/8)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4725</cp:revision>
  <dcterms:created xsi:type="dcterms:W3CDTF">2009-02-27T08:32:01Z</dcterms:created>
  <dcterms:modified xsi:type="dcterms:W3CDTF">2024-11-09T02:26:11Z</dcterms:modified>
</cp:coreProperties>
</file>