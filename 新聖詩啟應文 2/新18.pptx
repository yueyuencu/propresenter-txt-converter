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731" r:id="rId2"/>
    <p:sldId id="25732" r:id="rId3"/>
    <p:sldId id="25733" r:id="rId4"/>
    <p:sldId id="25734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2024/8/9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16757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19676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09809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7355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2024/8/9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6576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2024/8/9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674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2024/8/9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0849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2024/8/9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9432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2024/8/9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796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2024/8/9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1311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2024/8/9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0914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2024/8/9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896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2024/8/9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3733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2024/8/9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9120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2024/8/9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7546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4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2024/8/9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276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03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08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12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16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776" indent="-34277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18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(1/4)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8DA30D85-6E5C-1B46-8328-962E189BB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(啟)願上帝憐憫阮，賜福互阮；</a:t>
            </a:r>
            <a:endParaRPr lang="en-US" altLang="zh-TW" sz="4000" b="1" dirty="0"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(應)願祂用仁慈款待阮，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(啟)通互全世界知祢的旨意，</a:t>
            </a:r>
            <a:endParaRPr lang="en-US" altLang="zh-TW" sz="4000" b="1" dirty="0"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(應)互萬國識祢的救恩。</a:t>
            </a:r>
          </a:p>
        </p:txBody>
      </p:sp>
    </p:spTree>
    <p:extLst>
      <p:ext uri="{BB962C8B-B14F-4D97-AF65-F5344CB8AC3E}">
        <p14:creationId xmlns:p14="http://schemas.microsoft.com/office/powerpoint/2010/main" val="2060096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18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(2/4)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8DA30D85-6E5C-1B46-8328-962E189BB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(啟)上帝啊，願世間人攏稱讚祢，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(應)萬民攏謳咾祢！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(齊聲)願萬國快樂，唱歌歡喜！</a:t>
            </a:r>
          </a:p>
        </p:txBody>
      </p:sp>
    </p:spTree>
    <p:extLst>
      <p:ext uri="{BB962C8B-B14F-4D97-AF65-F5344CB8AC3E}">
        <p14:creationId xmlns:p14="http://schemas.microsoft.com/office/powerpoint/2010/main" val="2110551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18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(3/4)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8DA30D85-6E5C-1B46-8328-962E189BB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(啟)因為祢照公義審判萬民， </a:t>
            </a:r>
            <a:endParaRPr lang="en-US" altLang="zh-TW" sz="4000" b="1" dirty="0"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(應)引導世上萬國。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(啟)上帝啊，願世間人攏稱讚祢。</a:t>
            </a:r>
            <a:endParaRPr lang="en-US" altLang="zh-TW" sz="4000" b="1" dirty="0"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(應)萬民攏謳咾祢！</a:t>
            </a:r>
          </a:p>
        </p:txBody>
      </p:sp>
    </p:spTree>
    <p:extLst>
      <p:ext uri="{BB962C8B-B14F-4D97-AF65-F5344CB8AC3E}">
        <p14:creationId xmlns:p14="http://schemas.microsoft.com/office/powerpoint/2010/main" val="4186103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18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(4/4)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8DA30D85-6E5C-1B46-8328-962E189BB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(啟)土地有生產五穀；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(應)上帝，阮的上帝有賜福互阮。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(啟)願上帝賜福互阮！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(應)願天下萬民攏敬畏祂！</a:t>
            </a:r>
          </a:p>
        </p:txBody>
      </p:sp>
    </p:spTree>
    <p:extLst>
      <p:ext uri="{BB962C8B-B14F-4D97-AF65-F5344CB8AC3E}">
        <p14:creationId xmlns:p14="http://schemas.microsoft.com/office/powerpoint/2010/main" val="2977405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20664</TotalTime>
  <Words>178</Words>
  <Application>Microsoft Macintosh PowerPoint</Application>
  <PresentationFormat>如螢幕大小 (16:9)</PresentationFormat>
  <Paragraphs>23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全宋體-2</vt:lpstr>
      <vt:lpstr>全宋體(調和)</vt:lpstr>
      <vt:lpstr>新細明體</vt:lpstr>
      <vt:lpstr>Arial</vt:lpstr>
      <vt:lpstr>Calibri</vt:lpstr>
      <vt:lpstr>1_Office 佈景主題</vt:lpstr>
      <vt:lpstr>啟應文18(1/4)</vt:lpstr>
      <vt:lpstr>啟應文18(2/4)</vt:lpstr>
      <vt:lpstr>啟應文18(3/4)</vt:lpstr>
      <vt:lpstr>啟應文18(4/4)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4705</cp:revision>
  <dcterms:created xsi:type="dcterms:W3CDTF">2009-02-27T08:32:01Z</dcterms:created>
  <dcterms:modified xsi:type="dcterms:W3CDTF">2024-08-09T15:40:57Z</dcterms:modified>
</cp:coreProperties>
</file>