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194" r:id="rId2"/>
    <p:sldId id="25195" r:id="rId3"/>
    <p:sldId id="25196" r:id="rId4"/>
    <p:sldId id="25197" r:id="rId5"/>
    <p:sldId id="25198" r:id="rId6"/>
    <p:sldId id="25199" r:id="rId7"/>
    <p:sldId id="25200" r:id="rId8"/>
    <p:sldId id="25201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14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12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800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976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605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873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618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48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0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42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481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81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01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87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44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44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26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47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72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ABED6BF-AD4E-2A49-BB9D-D7E44E52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(啟)你若用嘴宣認「耶穌是主」，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(應)心信上帝有互祂對死人中復活，就會得著救。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(啟)因為人心信就得著稱義；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(應)嘴宣認就得著救。</a:t>
            </a:r>
          </a:p>
        </p:txBody>
      </p:sp>
    </p:spTree>
    <p:extLst>
      <p:ext uri="{BB962C8B-B14F-4D97-AF65-F5344CB8AC3E}">
        <p14:creationId xmlns:p14="http://schemas.microsoft.com/office/powerpoint/2010/main" val="403003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D974270-DF14-BA4F-A6DC-FD31AB151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(啟)聖經有按呢記載；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(應)信祂的人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致到失望。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(啟)猶太人及外邦人攏無差別，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應)因為有仝一位上帝是萬民的主，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328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F7B1814-5181-014F-8F44-F4460A376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(啟)祂會豐豐富富賜福互所有求叫祂的人。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(應)因為所有求叫主的名的人攏會得救。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613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93C7343-559B-7649-8752-450B00060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</a:t>
            </a:r>
            <a:r>
              <a:rPr lang="zh-TW" altLang="zh-TW" sz="40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都無信祂，哪會求叫祂？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(應)都無聽著，哪會信祂？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(啟)都無人傳，哪會聽者？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(應)都無差派，哪會傳？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852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16CF350-F758-B747-B571-CF5FA5CC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(啟)照聖經所記載：「傳報福音的人，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的腳跡偌仔呢媠！」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拘，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是所有的人攏順趁此個福音。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671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7862170-C568-1446-B483-CDABA59B8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(啟)以賽亞講：「主啊，甚麼人信阮所傳的信息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?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(應)所以，信是對聽，聽是聽基督的話。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011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80FFB3F-A973-6441-9D0B-78BCC1DD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(啟)不過我欲問，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豈真正攏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曾聽著？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(應)當然曾！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355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C2EEB40-9CAC-314E-80BB-0D3C4B4D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(啟)聖經按呢記載：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的聲音傳遍全地；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的話傳到天邊海角。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606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367</Words>
  <Application>Microsoft Macintosh PowerPoint</Application>
  <PresentationFormat>如螢幕大小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全宋體(調和)</vt:lpstr>
      <vt:lpstr>新細明體</vt:lpstr>
      <vt:lpstr>新細明體-ExtB</vt:lpstr>
      <vt:lpstr>Arial</vt:lpstr>
      <vt:lpstr>Calibri</vt:lpstr>
      <vt:lpstr>1_Office 佈景主題</vt:lpstr>
      <vt:lpstr>啟應文59(1/8)</vt:lpstr>
      <vt:lpstr>啟應文59(2/8)</vt:lpstr>
      <vt:lpstr>啟應文59(3/8)</vt:lpstr>
      <vt:lpstr>啟應文59(4/8)</vt:lpstr>
      <vt:lpstr>啟應文59(5/8)</vt:lpstr>
      <vt:lpstr>啟應文59(6/8)</vt:lpstr>
      <vt:lpstr>啟應文59(7/8)</vt:lpstr>
      <vt:lpstr>啟應文59(8/8)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2024-05-03T15:33:21Z</dcterms:modified>
</cp:coreProperties>
</file>