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819" r:id="rId2"/>
    <p:sldId id="25820" r:id="rId3"/>
    <p:sldId id="25821" r:id="rId4"/>
    <p:sldId id="25822" r:id="rId5"/>
    <p:sldId id="25823" r:id="rId6"/>
    <p:sldId id="25824" r:id="rId7"/>
    <p:sldId id="25825" r:id="rId8"/>
    <p:sldId id="25826" r:id="rId9"/>
    <p:sldId id="25827" r:id="rId10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98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040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702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863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5526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862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6899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9102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5333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8611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7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765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612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461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24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2111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5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65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955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071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57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BFD2F3D-796E-0A4B-8933-7426BB742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來，嘴焦的人，遮有水！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散赤人嘛來買來食。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來買酒，來買奶；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免錢，嘛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免銀。</a:t>
            </a:r>
          </a:p>
        </p:txBody>
      </p:sp>
    </p:spTree>
    <p:extLst>
      <p:ext uri="{BB962C8B-B14F-4D97-AF65-F5344CB8AC3E}">
        <p14:creationId xmlns:p14="http://schemas.microsoft.com/office/powerpoint/2010/main" val="229560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96AD186-6C2A-8E49-AB09-16A51DB93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恁哪著開錢買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食得的物？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哪著用勞苦趁的錢買食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飽的物？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恁注意聽我講就有好物通食，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享受上好的食物，互恁滿足。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52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3657634-3B62-9B48-ABFE-A3B4A08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趁尋會著上主的時，著來尋祂；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趁祂近倚的時，著來求叫祂。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歹人著離開邪惡的路；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不義的人著放拺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的計謀。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2027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8E232F4-1B76-AC45-837E-764BAB9CA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著歸向上主，祂欲憐憫；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著歸向咱的上帝，因為祂欲白白赦免。</a:t>
            </a:r>
          </a:p>
        </p:txBody>
      </p:sp>
    </p:spTree>
    <p:extLst>
      <p:ext uri="{BB962C8B-B14F-4D97-AF65-F5344CB8AC3E}">
        <p14:creationId xmlns:p14="http://schemas.microsoft.com/office/powerpoint/2010/main" val="3684254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E26911C9-8316-FC4F-AC88-71EBFA8B3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9622"/>
            <a:ext cx="8809673" cy="3723878"/>
          </a:xfrm>
        </p:spPr>
        <p:txBody>
          <a:bodyPr/>
          <a:lstStyle/>
          <a:p>
            <a:pPr marL="215918" indent="0" eaLnBrk="1" hangingPunct="1">
              <a:spcBef>
                <a:spcPts val="8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上主講：我的想法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是恁的想法；</a:t>
            </a:r>
          </a:p>
          <a:p>
            <a:pPr marL="215918" indent="0" eaLnBrk="1" hangingPunct="1">
              <a:spcBef>
                <a:spcPts val="800"/>
              </a:spcBef>
              <a:buNone/>
            </a:pP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恁的道路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是我的道路。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8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天比地加偌高，我的道路比恁的道路嘛加赫高； </a:t>
            </a:r>
          </a:p>
          <a:p>
            <a:pPr marL="215918" indent="0" eaLnBrk="1" hangingPunct="1">
              <a:spcBef>
                <a:spcPts val="8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我的想法比恁的想法嘛加赫高。</a:t>
            </a:r>
          </a:p>
        </p:txBody>
      </p:sp>
    </p:spTree>
    <p:extLst>
      <p:ext uri="{BB962C8B-B14F-4D97-AF65-F5344CB8AC3E}">
        <p14:creationId xmlns:p14="http://schemas.microsoft.com/office/powerpoint/2010/main" val="357381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B19ADCA-8DC5-C549-86B5-008A1D4DA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雨及雪對天降落，無閣倒轉，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欲潤澤土地，互五穀布芛，大欉，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欲互撒種的有種子，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互人有米糧。</a:t>
            </a:r>
          </a:p>
        </p:txBody>
      </p:sp>
    </p:spTree>
    <p:extLst>
      <p:ext uri="{BB962C8B-B14F-4D97-AF65-F5344CB8AC3E}">
        <p14:creationId xmlns:p14="http://schemas.microsoft.com/office/powerpoint/2010/main" val="3207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7576520-663B-0745-8EE1-529C2FD57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對我的嘴講出的話嘛會按呢；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我的話絕對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空空倒轉來我遮。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我的話欲完成我的計畫；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我的話欲成就我愛做的代誌。</a:t>
            </a:r>
          </a:p>
        </p:txBody>
      </p:sp>
    </p:spTree>
    <p:extLst>
      <p:ext uri="{BB962C8B-B14F-4D97-AF65-F5344CB8AC3E}">
        <p14:creationId xmlns:p14="http://schemas.microsoft.com/office/powerpoint/2010/main" val="30627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6A04B8D-9D05-1444-A9B9-457E0961D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恁會歡歡喜喜離開，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平平安安到厝。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大山小山會唱歌迎接；    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田野的樹木會拍噗仔歡迎。</a:t>
            </a:r>
          </a:p>
        </p:txBody>
      </p:sp>
    </p:spTree>
    <p:extLst>
      <p:ext uri="{BB962C8B-B14F-4D97-AF65-F5344CB8AC3E}">
        <p14:creationId xmlns:p14="http://schemas.microsoft.com/office/powerpoint/2010/main" val="331627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89DB6A1-2DF8-5446-AE28-61037FD13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以前有莿帕的所在會發松柏；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有草莿的所在會發榭榴。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這欲做紀念上主的證據，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欲做永久不滅的記號。</a:t>
            </a:r>
          </a:p>
        </p:txBody>
      </p:sp>
    </p:spTree>
    <p:extLst>
      <p:ext uri="{BB962C8B-B14F-4D97-AF65-F5344CB8AC3E}">
        <p14:creationId xmlns:p14="http://schemas.microsoft.com/office/powerpoint/2010/main" val="226375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20671</TotalTime>
  <Words>490</Words>
  <Application>Microsoft Macintosh PowerPoint</Application>
  <PresentationFormat>如螢幕大小 (16:9)</PresentationFormat>
  <Paragraphs>52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啟應文49(1/9)</vt:lpstr>
      <vt:lpstr>啟應文49(2/9)</vt:lpstr>
      <vt:lpstr>啟應文49(3/9)</vt:lpstr>
      <vt:lpstr>啟應文49(4/9)</vt:lpstr>
      <vt:lpstr>啟應文49(5/9)</vt:lpstr>
      <vt:lpstr>啟應文49(6/9)</vt:lpstr>
      <vt:lpstr>啟應文49(7/9)</vt:lpstr>
      <vt:lpstr>啟應文49(8/9)</vt:lpstr>
      <vt:lpstr>啟應文49(9/9)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4707</cp:revision>
  <dcterms:created xsi:type="dcterms:W3CDTF">2009-02-27T08:32:01Z</dcterms:created>
  <dcterms:modified xsi:type="dcterms:W3CDTF">2024-08-17T01:15:34Z</dcterms:modified>
</cp:coreProperties>
</file>