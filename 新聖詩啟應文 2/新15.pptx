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113" r:id="rId2"/>
    <p:sldId id="26114" r:id="rId3"/>
    <p:sldId id="26116" r:id="rId4"/>
    <p:sldId id="26115" r:id="rId5"/>
    <p:sldId id="26118" r:id="rId6"/>
    <p:sldId id="26117" r:id="rId7"/>
    <p:sldId id="26121" r:id="rId8"/>
    <p:sldId id="26120" r:id="rId9"/>
    <p:sldId id="26119" r:id="rId10"/>
    <p:sldId id="26123" r:id="rId11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3767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4745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31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79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139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403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962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126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809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944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26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42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12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315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687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66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75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22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63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31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8406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125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E3AEB0B0-FA34-6B4B-BD2A-8A98A8D90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5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6500" b="1" u="sng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C3B9261C-297E-F741-9B1D-1B935F53F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568952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(啟)上帝啊，祢的疼</a:t>
            </a:r>
            <a:r>
              <a:rPr lang="zh-TW" altLang="en-US" sz="3700" b="1" dirty="0">
                <a:latin typeface="全宋體-2" pitchFamily="18" charset="-120"/>
                <a:ea typeface="全宋體-2" pitchFamily="18" charset="-120"/>
                <a:cs typeface="Heiti TC Light"/>
              </a:rPr>
              <a:t>𣍐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改變，求祢憐憫我！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(應)祢有豐富的慈愛，求祢擦消我的罪過！</a:t>
            </a:r>
          </a:p>
        </p:txBody>
      </p:sp>
    </p:spTree>
    <p:extLst>
      <p:ext uri="{BB962C8B-B14F-4D97-AF65-F5344CB8AC3E}">
        <p14:creationId xmlns:p14="http://schemas.microsoft.com/office/powerpoint/2010/main" val="250051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1CF6BEC5-05B9-6F41-AC1D-2098F24D3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5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6500" b="1" u="sng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525764A-B6BB-1A48-83D6-88987325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496944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(啟)求祢洗除我一切的罪孽，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(應)洗清我的罪惡。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(啟)我知家己的過失；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(應)我的罪惡不時佇我目睭前。</a:t>
            </a:r>
          </a:p>
        </p:txBody>
      </p:sp>
    </p:spTree>
    <p:extLst>
      <p:ext uri="{BB962C8B-B14F-4D97-AF65-F5344CB8AC3E}">
        <p14:creationId xmlns:p14="http://schemas.microsoft.com/office/powerpoint/2010/main" val="378047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6F6991-9045-0946-A086-62BC9B9B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5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6500" b="1" u="sng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4A0B65-C15A-734B-A1AB-0614356F0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496944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(啟)我有得罪祢，只有得罪祢；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(應)我有做祢看做邪惡的代誌。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(啟)所以，我受祢審判是當然，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(應)受祢責罰是應該。</a:t>
            </a:r>
          </a:p>
        </p:txBody>
      </p:sp>
    </p:spTree>
    <p:extLst>
      <p:ext uri="{BB962C8B-B14F-4D97-AF65-F5344CB8AC3E}">
        <p14:creationId xmlns:p14="http://schemas.microsoft.com/office/powerpoint/2010/main" val="339628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A639E9-90E1-614A-AD5B-473CB7D7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5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6500" b="1" u="sng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CE175E-1F32-2A49-998A-278BAEAAA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496944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(啟)我佇母胎就有罪，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(應)出世彼日就是罪人。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(啟)祢意愛的是內心誠實；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(應)求祢教示我，互我心內有真正的智慧。</a:t>
            </a:r>
          </a:p>
        </p:txBody>
      </p:sp>
    </p:spTree>
    <p:extLst>
      <p:ext uri="{BB962C8B-B14F-4D97-AF65-F5344CB8AC3E}">
        <p14:creationId xmlns:p14="http://schemas.microsoft.com/office/powerpoint/2010/main" val="147191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562556-DDC6-6145-A78B-D3ECF875D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5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6500" b="1" u="sng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27A440-19A8-5248-A566-6FA1EB2DD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568952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(啟)求祢洗除我的罪，互我清氣；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(應)求祢給我洗清氣，互我比雪卡白。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(啟)求祢互我聽見歡喜快樂的聲，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(應)互祢拍碎的骨頭通歡喜快樂。</a:t>
            </a:r>
          </a:p>
        </p:txBody>
      </p:sp>
    </p:spTree>
    <p:extLst>
      <p:ext uri="{BB962C8B-B14F-4D97-AF65-F5344CB8AC3E}">
        <p14:creationId xmlns:p14="http://schemas.microsoft.com/office/powerpoint/2010/main" val="328990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718043-02D3-5340-9AB8-7C4E96F3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5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6500" b="1" u="sng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2F8AB7-F8FF-044C-9307-6E57D7F2E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568952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(啟)求祢掩面無看我的罪；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(應)求祢擦消我一切的罪惡。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(啟)上帝啊，求祢為我創造純潔的心；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(應)求祢賜我新閣忠誠的心靈。</a:t>
            </a:r>
          </a:p>
        </p:txBody>
      </p:sp>
    </p:spTree>
    <p:extLst>
      <p:ext uri="{BB962C8B-B14F-4D97-AF65-F5344CB8AC3E}">
        <p14:creationId xmlns:p14="http://schemas.microsoft.com/office/powerpoint/2010/main" val="429179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6B57F8-2AEA-2948-8D4C-1EDABE5F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5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6500" b="1" u="sng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B2F266-24D9-3445-8282-35144965E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568952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</a:t>
            </a:r>
            <a:r>
              <a:rPr lang="zh-TW" altLang="en-US" sz="3700" b="1" dirty="0">
                <a:latin typeface="全宋體-2" pitchFamily="18" charset="-120"/>
                <a:ea typeface="全宋體-2" pitchFamily="18" charset="-120"/>
                <a:cs typeface="Heiti TC Light"/>
              </a:rPr>
              <a:t>呣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通趕我離開祢的面前；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通對我收回祢聖的神。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(啟)求祢互我重新享受祢救恩的歡喜，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(應)互我的心靈願意順服祢。</a:t>
            </a:r>
          </a:p>
        </p:txBody>
      </p:sp>
    </p:spTree>
    <p:extLst>
      <p:ext uri="{BB962C8B-B14F-4D97-AF65-F5344CB8AC3E}">
        <p14:creationId xmlns:p14="http://schemas.microsoft.com/office/powerpoint/2010/main" val="172661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7E178-5016-CF4B-A44A-A9E1D775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5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6500" b="1" u="sng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041E12-C1AE-6545-9ECB-EC1FAC3B0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568952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(啟)我欲將祢的道路指示罪人，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(應)互犯過失的人通歸向祢。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(啟)拯救我的上帝啊，求祢免除我的死罪，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(應)互我通大聲稱讚祢的拯救。</a:t>
            </a:r>
          </a:p>
        </p:txBody>
      </p:sp>
    </p:spTree>
    <p:extLst>
      <p:ext uri="{BB962C8B-B14F-4D97-AF65-F5344CB8AC3E}">
        <p14:creationId xmlns:p14="http://schemas.microsoft.com/office/powerpoint/2010/main" val="7867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AD0681-974C-6A49-9126-703948558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5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6500" b="1" u="sng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26D397-8E06-D44F-A187-5101B4F11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568952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(啟)主啊，求祢開我的嘴；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(應)我欲稱讚祢。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(啟)祢無愛牲禮，若愛，我歡喜獻；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(應)我若獻燒化祭，祢嘛無歡喜。</a:t>
            </a:r>
          </a:p>
        </p:txBody>
      </p:sp>
    </p:spTree>
    <p:extLst>
      <p:ext uri="{BB962C8B-B14F-4D97-AF65-F5344CB8AC3E}">
        <p14:creationId xmlns:p14="http://schemas.microsoft.com/office/powerpoint/2010/main" val="101493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11C82-C374-3C48-9C4E-50C68E60A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5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6500" b="1" u="sng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CEAD46-3431-444C-AD8E-485E1FA83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568952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(啟)上帝啊，祢所愛的祭是痛悔的心靈；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(應)憂傷痛悔的心，祢歡喜接納。</a:t>
            </a:r>
          </a:p>
        </p:txBody>
      </p:sp>
    </p:spTree>
    <p:extLst>
      <p:ext uri="{BB962C8B-B14F-4D97-AF65-F5344CB8AC3E}">
        <p14:creationId xmlns:p14="http://schemas.microsoft.com/office/powerpoint/2010/main" val="156745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20655</TotalTime>
  <Words>547</Words>
  <Application>Microsoft Macintosh PowerPoint</Application>
  <PresentationFormat>如螢幕大小 (16:9)</PresentationFormat>
  <Paragraphs>56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全宋體-2</vt:lpstr>
      <vt:lpstr>新細明體</vt:lpstr>
      <vt:lpstr>Heiti TC Light</vt:lpstr>
      <vt:lpstr>Arial</vt:lpstr>
      <vt:lpstr>Calibri</vt:lpstr>
      <vt:lpstr>1_Office 佈景主題</vt:lpstr>
      <vt:lpstr>啟應文15(1/10)</vt:lpstr>
      <vt:lpstr>啟應文15(2/10)</vt:lpstr>
      <vt:lpstr>啟應文15(3/10)</vt:lpstr>
      <vt:lpstr>啟應文15(4/10)</vt:lpstr>
      <vt:lpstr>啟應文15(5/10)</vt:lpstr>
      <vt:lpstr>啟應文15(6/10)</vt:lpstr>
      <vt:lpstr>啟應文15(7/10)</vt:lpstr>
      <vt:lpstr>啟應文15(8/10)</vt:lpstr>
      <vt:lpstr>啟應文15(9/10)</vt:lpstr>
      <vt:lpstr>啟應文15(10/10)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2024-10-25T14:19:27Z</dcterms:modified>
</cp:coreProperties>
</file>