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5280" r:id="rId2"/>
    <p:sldId id="5281" r:id="rId3"/>
    <p:sldId id="5282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936" y="-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24/2/23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9EF2EFCE-8EF1-474F-AAD8-D9284D275089}" type="slidenum">
              <a:rPr lang="zh-TW" altLang="en-US" smtClean="0">
                <a:solidFill>
                  <a:prstClr val="black"/>
                </a:solidFill>
                <a:latin typeface="Calibri"/>
                <a:ea typeface="新細明體"/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5033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74885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6606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65542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92417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81605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24688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30009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5520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1624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8590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98642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24/2/23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02118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1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我著帶甚麼就近上主，來敬拜至尊的上帝？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豈著用燒化祭，抑是滿歲的牛仔來就近祂？ </a:t>
            </a:r>
          </a:p>
        </p:txBody>
      </p:sp>
    </p:spTree>
    <p:extLst>
      <p:ext uri="{BB962C8B-B14F-4D97-AF65-F5344CB8AC3E}">
        <p14:creationId xmlns:p14="http://schemas.microsoft.com/office/powerpoint/2010/main" val="269584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2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上主豈會歡喜千千隻公的羊，抑是萬萬條溪的油？ 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我豈著為家己的罪過獻我的大子，為著我的厭惡獻家己所生的子？</a:t>
            </a:r>
          </a:p>
        </p:txBody>
      </p:sp>
    </p:spTree>
    <p:extLst>
      <p:ext uri="{BB962C8B-B14F-4D97-AF65-F5344CB8AC3E}">
        <p14:creationId xmlns:p14="http://schemas.microsoft.com/office/powerpoint/2010/main" val="106381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zh-TW" altLang="zh-TW" sz="6000" b="1" u="sng" dirty="0" smtClean="0">
                <a:latin typeface="全宋體-2" pitchFamily="18" charset="-120"/>
                <a:ea typeface="全宋體-2" pitchFamily="18" charset="-120"/>
              </a:rPr>
              <a:t>5</a:t>
            </a:r>
            <a:r>
              <a:rPr lang="en-US" altLang="zh-TW" sz="6000" b="1" u="sng" dirty="0" smtClean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(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/</a:t>
            </a:r>
            <a:r>
              <a:rPr lang="zh-TW" altLang="zh-TW" sz="3200" b="1" dirty="0">
                <a:latin typeface="全宋體-2" pitchFamily="18" charset="-120"/>
                <a:ea typeface="全宋體-2" pitchFamily="18" charset="-120"/>
              </a:rPr>
              <a:t>3</a:t>
            </a:r>
            <a:r>
              <a:rPr lang="en-US" altLang="zh-TW" sz="3200" b="1" dirty="0" smtClean="0">
                <a:latin typeface="全宋體-2" pitchFamily="18" charset="-120"/>
                <a:ea typeface="全宋體-2" pitchFamily="18" charset="-120"/>
              </a:rPr>
              <a:t>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人啊，祂有指示你甚麼是好； 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上主要求你的就是：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齊聲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著實行公義，心存慈愛，謙卑及你的上帝做伙行。 </a:t>
            </a:r>
          </a:p>
        </p:txBody>
      </p:sp>
    </p:spTree>
    <p:extLst>
      <p:ext uri="{BB962C8B-B14F-4D97-AF65-F5344CB8AC3E}">
        <p14:creationId xmlns:p14="http://schemas.microsoft.com/office/powerpoint/2010/main" val="1810355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20659</TotalTime>
  <Words>104</Words>
  <Application>Microsoft Macintosh PowerPoint</Application>
  <PresentationFormat>如螢幕大小 (16:9)</PresentationFormat>
  <Paragraphs>13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1_Office 佈景主題</vt:lpstr>
      <vt:lpstr>啟應文53(1/3)</vt:lpstr>
      <vt:lpstr>啟應文53(2/3)</vt:lpstr>
      <vt:lpstr>啟應文53(3/3)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4702</cp:revision>
  <dcterms:created xsi:type="dcterms:W3CDTF">2009-02-27T08:32:01Z</dcterms:created>
  <dcterms:modified xsi:type="dcterms:W3CDTF">2024-02-23T15:22:28Z</dcterms:modified>
</cp:coreProperties>
</file>