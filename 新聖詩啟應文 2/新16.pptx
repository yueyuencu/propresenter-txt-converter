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263" r:id="rId3"/>
    <p:sldId id="264" r:id="rId4"/>
    <p:sldId id="265" r:id="rId5"/>
    <p:sldId id="266" r:id="rId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5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1273A3-7A86-4476-8959-1CC0BEFFF9BC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848407-C3A5-49D2-B29F-142DE4F9EC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0451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2048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974EC57-A65D-4843-856B-3DA6BEC71B0A}" type="slidenum">
              <a:rPr lang="zh-TW" altLang="en-US" smtClean="0"/>
              <a:pPr>
                <a:defRPr/>
              </a:pPr>
              <a:t>1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2150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93BAC62-1F85-4841-A7BB-1F742FB14983}" type="slidenum">
              <a:rPr lang="zh-TW" altLang="en-US" smtClean="0"/>
              <a:pPr>
                <a:defRPr/>
              </a:pPr>
              <a:t>2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5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2253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0EDAA85E-9A96-4A8B-98B4-81DE69828245}" type="slidenum">
              <a:rPr lang="zh-TW" altLang="en-US" smtClean="0"/>
              <a:pPr>
                <a:defRPr/>
              </a:pPr>
              <a:t>3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2355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4BAA27E9-2A19-4B38-91E7-9E1821F80C96}" type="slidenum">
              <a:rPr lang="zh-TW" altLang="en-US" smtClean="0"/>
              <a:pPr>
                <a:defRPr/>
              </a:pPr>
              <a:t>4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2458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2B468283-A299-44E6-BD48-F04777CA3325}" type="slidenum">
              <a:rPr lang="zh-TW" altLang="en-US" smtClean="0"/>
              <a:pPr>
                <a:defRPr/>
              </a:pPr>
              <a:t>5</a:t>
            </a:fld>
            <a:endParaRPr lang="zh-TW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C1C19-B679-4159-A1B1-77048D9B7A01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8DA1-B954-4381-BDC6-82C20AF69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C1C19-B679-4159-A1B1-77048D9B7A01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8DA1-B954-4381-BDC6-82C20AF69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C1C19-B679-4159-A1B1-77048D9B7A01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8DA1-B954-4381-BDC6-82C20AF69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C1C19-B679-4159-A1B1-77048D9B7A01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8DA1-B954-4381-BDC6-82C20AF69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C1C19-B679-4159-A1B1-77048D9B7A01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8DA1-B954-4381-BDC6-82C20AF69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C1C19-B679-4159-A1B1-77048D9B7A01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8DA1-B954-4381-BDC6-82C20AF69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C1C19-B679-4159-A1B1-77048D9B7A01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8DA1-B954-4381-BDC6-82C20AF69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C1C19-B679-4159-A1B1-77048D9B7A01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8DA1-B954-4381-BDC6-82C20AF69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C1C19-B679-4159-A1B1-77048D9B7A01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8DA1-B954-4381-BDC6-82C20AF69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C1C19-B679-4159-A1B1-77048D9B7A01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8DA1-B954-4381-BDC6-82C20AF69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C1C19-B679-4159-A1B1-77048D9B7A01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8DA1-B954-4381-BDC6-82C20AF69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C1C19-B679-4159-A1B1-77048D9B7A01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08DA1-B954-4381-BDC6-82C20AF6916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642938"/>
            <a:ext cx="8229600" cy="1143000"/>
          </a:xfrm>
        </p:spPr>
        <p:txBody>
          <a:bodyPr/>
          <a:lstStyle/>
          <a:p>
            <a:pPr eaLnBrk="1" hangingPunct="1"/>
            <a:r>
              <a:rPr lang="zh-TW" altLang="en-US" sz="5400" b="1" u="sng" dirty="0" smtClean="0">
                <a:solidFill>
                  <a:srgbClr val="00040C"/>
                </a:solidFill>
                <a:latin typeface="標楷體" pitchFamily="65" charset="-120"/>
                <a:ea typeface="標楷體" pitchFamily="65" charset="-120"/>
              </a:rPr>
              <a:t>新啟應文</a:t>
            </a:r>
            <a:r>
              <a:rPr lang="en-US" altLang="zh-TW" sz="5400" b="1" u="sng" dirty="0" smtClean="0">
                <a:solidFill>
                  <a:srgbClr val="00040C"/>
                </a:solidFill>
                <a:latin typeface="標楷體" pitchFamily="65" charset="-120"/>
                <a:ea typeface="標楷體" pitchFamily="65" charset="-120"/>
              </a:rPr>
              <a:t>16(1/5)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928813"/>
            <a:ext cx="9144000" cy="4786312"/>
          </a:xfrm>
        </p:spPr>
        <p:txBody>
          <a:bodyPr/>
          <a:lstStyle/>
          <a:p>
            <a:pPr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/>
              </a:rPr>
              <a:t>（啟）</a:t>
            </a:r>
            <a:r>
              <a:rPr lang="zh-TW" altLang="zh-TW" dirty="0">
                <a:ea typeface="華康中特圓體"/>
              </a:rPr>
              <a:t>上帝啊，求祢可憐我，可憐</a:t>
            </a:r>
            <a:r>
              <a:rPr lang="zh-TW" altLang="zh-TW" dirty="0" smtClean="0">
                <a:ea typeface="華康中特圓體"/>
              </a:rPr>
              <a:t>我</a:t>
            </a:r>
            <a:r>
              <a:rPr lang="zh-TW" altLang="en-US" dirty="0" smtClean="0">
                <a:ea typeface="華康中特圓體"/>
              </a:rPr>
              <a:t>；</a:t>
            </a:r>
            <a:endParaRPr lang="en-US" altLang="zh-TW" dirty="0" smtClean="0"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/>
              </a:rPr>
              <a:t>（應）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我欲匿佇祢遐</a:t>
            </a:r>
            <a:r>
              <a:rPr lang="zh-TW" altLang="en-US" dirty="0" smtClean="0">
                <a:solidFill>
                  <a:srgbClr val="0000CC"/>
                </a:solidFill>
                <a:ea typeface="華康中特圓體"/>
              </a:rPr>
              <a:t>，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/>
              </a:rPr>
              <a:t>（啟）</a:t>
            </a:r>
            <a:r>
              <a:rPr lang="zh-TW" altLang="zh-TW" dirty="0">
                <a:ea typeface="華康中特圓體"/>
              </a:rPr>
              <a:t>匿佇祢翅股的致</a:t>
            </a:r>
            <a:r>
              <a:rPr lang="zh-TW" altLang="zh-TW" dirty="0" smtClean="0">
                <a:ea typeface="華康中特圓體"/>
              </a:rPr>
              <a:t>蔭下</a:t>
            </a:r>
            <a:r>
              <a:rPr lang="zh-TW" altLang="en-US" dirty="0" smtClean="0">
                <a:ea typeface="華康中特圓體"/>
              </a:rPr>
              <a:t>，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/>
              </a:rPr>
              <a:t>（應）</a:t>
            </a: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聽候災難攏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過去</a:t>
            </a:r>
            <a:r>
              <a:rPr lang="zh-TW" altLang="en-US" dirty="0" smtClean="0">
                <a:solidFill>
                  <a:srgbClr val="0000CC"/>
                </a:solidFill>
                <a:ea typeface="華康中特圓體"/>
              </a:rPr>
              <a:t>。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/>
              </a:rPr>
              <a:t>（啟）</a:t>
            </a:r>
            <a:r>
              <a:rPr lang="zh-TW" altLang="zh-TW" dirty="0">
                <a:ea typeface="華康中特圓體"/>
              </a:rPr>
              <a:t>我欲求叫至高的</a:t>
            </a:r>
            <a:r>
              <a:rPr lang="zh-TW" altLang="zh-TW" dirty="0" smtClean="0">
                <a:ea typeface="華康中特圓體"/>
              </a:rPr>
              <a:t>上帝</a:t>
            </a:r>
            <a:r>
              <a:rPr lang="zh-TW" altLang="en-US" dirty="0" smtClean="0">
                <a:ea typeface="華康中特圓體"/>
              </a:rPr>
              <a:t>，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/>
              </a:rPr>
              <a:t>（應）</a:t>
            </a: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逐項事攏給我完成的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上帝</a:t>
            </a:r>
            <a:r>
              <a:rPr lang="zh-TW" altLang="en-US" b="1" dirty="0" smtClean="0">
                <a:solidFill>
                  <a:srgbClr val="0000CC"/>
                </a:solidFill>
                <a:latin typeface="華康中特圓體" pitchFamily="49" charset="-120"/>
                <a:ea typeface="華康中特圓體"/>
              </a:rPr>
              <a:t>。</a:t>
            </a:r>
            <a:endParaRPr lang="zh-TW" altLang="zh-TW" dirty="0">
              <a:solidFill>
                <a:srgbClr val="0000CC"/>
              </a:solidFill>
              <a:ea typeface="華康中特圓體"/>
            </a:endParaRPr>
          </a:p>
        </p:txBody>
      </p:sp>
    </p:spTree>
    <p:extLst>
      <p:ext uri="{BB962C8B-B14F-4D97-AF65-F5344CB8AC3E}">
        <p14:creationId xmlns:p14="http://schemas.microsoft.com/office/powerpoint/2010/main" val="3251325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25" y="785813"/>
            <a:ext cx="8229600" cy="1143000"/>
          </a:xfrm>
        </p:spPr>
        <p:txBody>
          <a:bodyPr/>
          <a:lstStyle/>
          <a:p>
            <a:pPr eaLnBrk="1" hangingPunct="1"/>
            <a:r>
              <a:rPr lang="zh-TW" altLang="en-US" sz="5400" b="1" u="sng" dirty="0" smtClean="0">
                <a:solidFill>
                  <a:srgbClr val="00040C"/>
                </a:solidFill>
                <a:latin typeface="標楷體" pitchFamily="65" charset="-120"/>
                <a:ea typeface="標楷體" pitchFamily="65" charset="-120"/>
              </a:rPr>
              <a:t>新啟應文</a:t>
            </a:r>
            <a:r>
              <a:rPr lang="en-US" altLang="zh-TW" sz="5400" b="1" u="sng" dirty="0" smtClean="0">
                <a:solidFill>
                  <a:srgbClr val="00040C"/>
                </a:solidFill>
                <a:latin typeface="標楷體" pitchFamily="65" charset="-120"/>
                <a:ea typeface="標楷體" pitchFamily="65" charset="-120"/>
              </a:rPr>
              <a:t>16(2/5)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928813"/>
            <a:ext cx="9144000" cy="4714875"/>
          </a:xfrm>
        </p:spPr>
        <p:txBody>
          <a:bodyPr/>
          <a:lstStyle/>
          <a:p>
            <a:pPr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/>
              </a:rPr>
              <a:t>（啟）</a:t>
            </a:r>
            <a:r>
              <a:rPr lang="zh-TW" altLang="zh-TW" dirty="0">
                <a:ea typeface="華康中特圓體"/>
              </a:rPr>
              <a:t>上帝會對天施恩救</a:t>
            </a:r>
            <a:r>
              <a:rPr lang="zh-TW" altLang="zh-TW" dirty="0" smtClean="0">
                <a:ea typeface="華康中特圓體"/>
              </a:rPr>
              <a:t>我</a:t>
            </a:r>
            <a:r>
              <a:rPr lang="zh-TW" altLang="en-US" dirty="0" smtClean="0">
                <a:ea typeface="華康中特圓體"/>
              </a:rPr>
              <a:t>，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/>
              </a:rPr>
              <a:t>（應）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互</a:t>
            </a:r>
            <a:r>
              <a:rPr lang="zh-CN" altLang="zh-TW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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踏我的人失敗見誚</a:t>
            </a:r>
            <a:r>
              <a:rPr lang="zh-TW" altLang="en-US" dirty="0" smtClean="0">
                <a:solidFill>
                  <a:srgbClr val="0000CC"/>
                </a:solidFill>
                <a:ea typeface="華康中特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/>
              </a:rPr>
              <a:t>（齊聲）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上帝會對我發出慈愛及</a:t>
            </a: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信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實</a:t>
            </a:r>
            <a:r>
              <a:rPr lang="zh-TW" altLang="en-US" dirty="0" smtClean="0">
                <a:solidFill>
                  <a:srgbClr val="0000CC"/>
                </a:solidFill>
                <a:ea typeface="華康中特圓體"/>
              </a:rPr>
              <a:t>。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/>
              </a:rPr>
              <a:t>（啟）</a:t>
            </a:r>
            <a:r>
              <a:rPr lang="zh-TW" altLang="zh-TW" dirty="0">
                <a:ea typeface="華康中特圓體"/>
              </a:rPr>
              <a:t>我倒佇兇惡的人的</a:t>
            </a:r>
            <a:r>
              <a:rPr lang="zh-TW" altLang="zh-TW" dirty="0" smtClean="0">
                <a:ea typeface="華康中特圓體"/>
              </a:rPr>
              <a:t>中間</a:t>
            </a:r>
            <a:r>
              <a:rPr lang="zh-TW" altLang="en-US" dirty="0" smtClean="0">
                <a:ea typeface="華康中特圓體"/>
              </a:rPr>
              <a:t>，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/>
              </a:rPr>
              <a:t>（應）</a:t>
            </a:r>
            <a:r>
              <a:rPr lang="en-US" altLang="zh-TW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親像獅當等欲吞食人</a:t>
            </a:r>
            <a:r>
              <a:rPr lang="zh-TW" altLang="en-US" dirty="0" smtClean="0">
                <a:solidFill>
                  <a:srgbClr val="0000CC"/>
                </a:solidFill>
                <a:ea typeface="華康中特圓體"/>
              </a:rPr>
              <a:t>；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/>
              </a:rPr>
              <a:t>（啟）</a:t>
            </a:r>
            <a:r>
              <a:rPr lang="en-US" altLang="zh-TW" dirty="0" smtClean="0"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zh-TW" dirty="0" smtClean="0">
                <a:ea typeface="華康中特圓體"/>
              </a:rPr>
              <a:t>的</a:t>
            </a:r>
            <a:r>
              <a:rPr lang="zh-TW" altLang="zh-TW" dirty="0">
                <a:ea typeface="華康中特圓體"/>
              </a:rPr>
              <a:t>嘴齒親像槍，</a:t>
            </a:r>
            <a:r>
              <a:rPr lang="zh-TW" altLang="zh-TW" dirty="0" smtClean="0">
                <a:ea typeface="華康中特圓體"/>
              </a:rPr>
              <a:t>親像箭</a:t>
            </a:r>
            <a:r>
              <a:rPr lang="zh-TW" altLang="en-US" dirty="0" smtClean="0">
                <a:ea typeface="華康中特圓體"/>
              </a:rPr>
              <a:t>；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/>
              </a:rPr>
              <a:t>（應）</a:t>
            </a:r>
            <a:r>
              <a:rPr lang="en-US" altLang="zh-TW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的</a:t>
            </a: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舌親像利的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刀</a:t>
            </a:r>
            <a:r>
              <a:rPr lang="zh-TW" altLang="en-US" b="1" dirty="0" smtClean="0">
                <a:solidFill>
                  <a:srgbClr val="0000CC"/>
                </a:solidFill>
                <a:latin typeface="華康中特圓體" pitchFamily="49" charset="-120"/>
                <a:ea typeface="華康中特圓體"/>
              </a:rPr>
              <a:t>。</a:t>
            </a:r>
            <a:endParaRPr lang="zh-TW" altLang="zh-TW" dirty="0">
              <a:solidFill>
                <a:srgbClr val="0000CC"/>
              </a:solidFill>
              <a:ea typeface="華康中特圓體"/>
            </a:endParaRPr>
          </a:p>
        </p:txBody>
      </p:sp>
    </p:spTree>
    <p:extLst>
      <p:ext uri="{BB962C8B-B14F-4D97-AF65-F5344CB8AC3E}">
        <p14:creationId xmlns:p14="http://schemas.microsoft.com/office/powerpoint/2010/main" val="1349283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25" y="714375"/>
            <a:ext cx="8229600" cy="1143000"/>
          </a:xfrm>
        </p:spPr>
        <p:txBody>
          <a:bodyPr/>
          <a:lstStyle/>
          <a:p>
            <a:pPr eaLnBrk="1" hangingPunct="1"/>
            <a:r>
              <a:rPr lang="zh-TW" altLang="en-US" sz="5400" b="1" u="sng" dirty="0" smtClean="0">
                <a:solidFill>
                  <a:srgbClr val="00040C"/>
                </a:solidFill>
                <a:latin typeface="標楷體" pitchFamily="65" charset="-120"/>
                <a:ea typeface="標楷體" pitchFamily="65" charset="-120"/>
              </a:rPr>
              <a:t>新啟應文</a:t>
            </a:r>
            <a:r>
              <a:rPr lang="en-US" altLang="zh-TW" sz="5400" b="1" u="sng" dirty="0" smtClean="0">
                <a:solidFill>
                  <a:srgbClr val="00040C"/>
                </a:solidFill>
                <a:latin typeface="標楷體" pitchFamily="65" charset="-120"/>
                <a:ea typeface="標楷體" pitchFamily="65" charset="-120"/>
              </a:rPr>
              <a:t>16(3/5)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00250"/>
            <a:ext cx="9144000" cy="4643438"/>
          </a:xfrm>
        </p:spPr>
        <p:txBody>
          <a:bodyPr/>
          <a:lstStyle/>
          <a:p>
            <a:pPr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/>
              </a:rPr>
              <a:t>（啟）</a:t>
            </a:r>
            <a:r>
              <a:rPr lang="zh-TW" altLang="zh-TW" dirty="0">
                <a:ea typeface="華康中特圓體"/>
              </a:rPr>
              <a:t>上帝啊，願祢的</a:t>
            </a:r>
            <a:r>
              <a:rPr lang="zh-TW" altLang="zh-TW" dirty="0" smtClean="0">
                <a:ea typeface="華康中特圓體"/>
              </a:rPr>
              <a:t>偉大</a:t>
            </a:r>
            <a:r>
              <a:rPr lang="en-US" altLang="zh-TW" dirty="0" smtClean="0">
                <a:latin typeface="EUDC" pitchFamily="49" charset="-120"/>
                <a:ea typeface="EUDC" pitchFamily="49" charset="-120"/>
              </a:rPr>
              <a:t></a:t>
            </a:r>
            <a:r>
              <a:rPr lang="zh-TW" altLang="zh-TW" dirty="0" smtClean="0">
                <a:ea typeface="華康中特圓體"/>
              </a:rPr>
              <a:t>過天</a:t>
            </a:r>
            <a:r>
              <a:rPr lang="zh-TW" altLang="en-US" dirty="0" smtClean="0">
                <a:ea typeface="華康中特圓體"/>
              </a:rPr>
              <a:t>，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/>
              </a:rPr>
              <a:t>（應）</a:t>
            </a: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祢的榮光遍照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全地</a:t>
            </a:r>
            <a:r>
              <a:rPr lang="zh-TW" altLang="en-US" dirty="0" smtClean="0">
                <a:solidFill>
                  <a:srgbClr val="0000CC"/>
                </a:solidFill>
                <a:ea typeface="華康中特圓體"/>
              </a:rPr>
              <a:t>。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/>
              </a:rPr>
              <a:t>（啟）</a:t>
            </a:r>
            <a:r>
              <a:rPr lang="en-US" altLang="zh-TW" dirty="0" smtClean="0"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zh-TW" dirty="0" smtClean="0">
                <a:ea typeface="華康中特圓體"/>
              </a:rPr>
              <a:t>佇</a:t>
            </a:r>
            <a:r>
              <a:rPr lang="zh-TW" altLang="zh-TW" dirty="0">
                <a:ea typeface="華康中特圓體"/>
              </a:rPr>
              <a:t>我的腳前設</a:t>
            </a:r>
            <a:r>
              <a:rPr lang="zh-TW" altLang="zh-TW" dirty="0" smtClean="0">
                <a:ea typeface="華康中特圓體"/>
              </a:rPr>
              <a:t>羅網</a:t>
            </a:r>
            <a:r>
              <a:rPr lang="zh-TW" altLang="en-US" dirty="0" smtClean="0">
                <a:ea typeface="華康中特圓體"/>
              </a:rPr>
              <a:t>，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/>
              </a:rPr>
              <a:t>（應）</a:t>
            </a: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欲互我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屈服</a:t>
            </a:r>
            <a:r>
              <a:rPr lang="zh-TW" altLang="en-US" dirty="0" smtClean="0">
                <a:solidFill>
                  <a:srgbClr val="0000CC"/>
                </a:solidFill>
                <a:ea typeface="華康中特圓體"/>
              </a:rPr>
              <a:t>；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/>
              </a:rPr>
              <a:t>（啟）</a:t>
            </a:r>
            <a:r>
              <a:rPr lang="zh-TW" altLang="zh-TW" dirty="0">
                <a:ea typeface="華康中特圓體"/>
              </a:rPr>
              <a:t>佇我的</a:t>
            </a:r>
            <a:r>
              <a:rPr lang="zh-TW" altLang="zh-TW" dirty="0" smtClean="0">
                <a:ea typeface="華康中特圓體"/>
              </a:rPr>
              <a:t>面前開陷坑</a:t>
            </a:r>
            <a:r>
              <a:rPr lang="zh-TW" altLang="en-US" dirty="0" smtClean="0">
                <a:ea typeface="華康中特圓體"/>
              </a:rPr>
              <a:t>，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/>
              </a:rPr>
              <a:t>（應）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家己顛倒跋落彼內面</a:t>
            </a:r>
            <a:r>
              <a:rPr lang="zh-TW" altLang="en-US" b="1" dirty="0" smtClean="0">
                <a:solidFill>
                  <a:srgbClr val="0000CC"/>
                </a:solidFill>
                <a:latin typeface="華康中特圓體" pitchFamily="49" charset="-120"/>
                <a:ea typeface="華康中特圓體"/>
              </a:rPr>
              <a:t>。</a:t>
            </a:r>
            <a:endParaRPr lang="zh-TW" altLang="zh-TW" dirty="0">
              <a:solidFill>
                <a:srgbClr val="0000CC"/>
              </a:solidFill>
              <a:ea typeface="華康中特圓體"/>
            </a:endParaRPr>
          </a:p>
        </p:txBody>
      </p:sp>
    </p:spTree>
    <p:extLst>
      <p:ext uri="{BB962C8B-B14F-4D97-AF65-F5344CB8AC3E}">
        <p14:creationId xmlns:p14="http://schemas.microsoft.com/office/powerpoint/2010/main" val="1416061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714375"/>
            <a:ext cx="8229600" cy="1143000"/>
          </a:xfrm>
        </p:spPr>
        <p:txBody>
          <a:bodyPr/>
          <a:lstStyle/>
          <a:p>
            <a:pPr eaLnBrk="1" hangingPunct="1"/>
            <a:r>
              <a:rPr lang="zh-TW" altLang="en-US" sz="5400" b="1" u="sng" dirty="0" smtClean="0">
                <a:solidFill>
                  <a:srgbClr val="00040C"/>
                </a:solidFill>
                <a:latin typeface="標楷體" pitchFamily="65" charset="-120"/>
                <a:ea typeface="標楷體" pitchFamily="65" charset="-120"/>
              </a:rPr>
              <a:t>新啟應文</a:t>
            </a:r>
            <a:r>
              <a:rPr lang="en-US" altLang="zh-TW" sz="5400" b="1" u="sng" dirty="0" smtClean="0">
                <a:solidFill>
                  <a:srgbClr val="00040C"/>
                </a:solidFill>
                <a:latin typeface="標楷體" pitchFamily="65" charset="-120"/>
                <a:ea typeface="標楷體" pitchFamily="65" charset="-120"/>
              </a:rPr>
              <a:t>16(4/5)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857375"/>
            <a:ext cx="9144000" cy="46434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/>
              </a:rPr>
              <a:t>（啟）</a:t>
            </a:r>
            <a:r>
              <a:rPr lang="zh-TW" altLang="zh-TW" dirty="0">
                <a:ea typeface="華康中特圓體"/>
              </a:rPr>
              <a:t>上帝啊，我的心平靜，我的心堅</a:t>
            </a:r>
            <a:r>
              <a:rPr lang="zh-TW" altLang="zh-TW" dirty="0" smtClean="0">
                <a:ea typeface="華康中特圓體"/>
              </a:rPr>
              <a:t>定</a:t>
            </a:r>
            <a:r>
              <a:rPr lang="zh-TW" altLang="en-US" dirty="0" smtClean="0">
                <a:ea typeface="華康中特圓體"/>
              </a:rPr>
              <a:t>；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/>
              </a:rPr>
              <a:t>（應）</a:t>
            </a: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我欲吟詩，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我欲唱歌稱讚</a:t>
            </a:r>
            <a:r>
              <a:rPr lang="zh-TW" altLang="en-US" dirty="0" smtClean="0">
                <a:solidFill>
                  <a:srgbClr val="0000CC"/>
                </a:solidFill>
                <a:ea typeface="華康中特圓體"/>
              </a:rPr>
              <a:t>。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/>
              </a:rPr>
              <a:t>（啟）</a:t>
            </a:r>
            <a:r>
              <a:rPr lang="zh-TW" altLang="zh-TW" dirty="0">
                <a:ea typeface="華康中特圓體"/>
              </a:rPr>
              <a:t>我的神啊，</a:t>
            </a:r>
            <a:r>
              <a:rPr lang="zh-TW" altLang="zh-TW" dirty="0" smtClean="0">
                <a:ea typeface="華康中特圓體"/>
              </a:rPr>
              <a:t>著醒起來</a:t>
            </a:r>
            <a:r>
              <a:rPr lang="zh-TW" altLang="en-US" dirty="0" smtClean="0">
                <a:ea typeface="華康中特圓體"/>
              </a:rPr>
              <a:t>！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/>
              </a:rPr>
              <a:t>（應）</a:t>
            </a: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琴啊，瑟啊，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著醒起來</a:t>
            </a:r>
            <a:r>
              <a:rPr lang="zh-TW" altLang="en-US" dirty="0" smtClean="0">
                <a:solidFill>
                  <a:srgbClr val="0000CC"/>
                </a:solidFill>
                <a:ea typeface="華康中特圓體"/>
              </a:rPr>
              <a:t>！</a:t>
            </a:r>
            <a:endParaRPr lang="en-US" altLang="zh-TW" dirty="0" smtClean="0">
              <a:solidFill>
                <a:srgbClr val="0000CC"/>
              </a:solidFill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/>
              </a:rPr>
              <a:t>（齊聲）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我欲給天叫醒</a:t>
            </a:r>
            <a:r>
              <a:rPr lang="zh-TW" altLang="en-US" dirty="0" smtClean="0">
                <a:solidFill>
                  <a:srgbClr val="0000CC"/>
                </a:solidFill>
                <a:ea typeface="華康中特圓體"/>
              </a:rPr>
              <a:t>。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/>
              </a:rPr>
              <a:t>（啟）</a:t>
            </a:r>
            <a:r>
              <a:rPr lang="zh-TW" altLang="zh-TW" dirty="0">
                <a:ea typeface="華康中特圓體"/>
              </a:rPr>
              <a:t>主啊，我欲佇萬</a:t>
            </a:r>
            <a:r>
              <a:rPr lang="zh-TW" altLang="zh-TW" dirty="0" smtClean="0">
                <a:ea typeface="華康中特圓體"/>
              </a:rPr>
              <a:t>民中感謝祢</a:t>
            </a:r>
            <a:r>
              <a:rPr lang="zh-TW" altLang="en-US" dirty="0" smtClean="0">
                <a:ea typeface="華康中特圓體"/>
              </a:rPr>
              <a:t>，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/>
              </a:rPr>
              <a:t>（應）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佇列邦中唱歌稱讚祢</a:t>
            </a:r>
            <a:r>
              <a:rPr lang="zh-TW" altLang="en-US" b="1" dirty="0" smtClean="0">
                <a:solidFill>
                  <a:srgbClr val="0000CC"/>
                </a:solidFill>
                <a:latin typeface="華康中特圓體" pitchFamily="49" charset="-120"/>
                <a:ea typeface="華康中特圓體"/>
              </a:rPr>
              <a:t>。</a:t>
            </a:r>
            <a:endParaRPr lang="zh-TW" altLang="zh-TW" dirty="0">
              <a:solidFill>
                <a:srgbClr val="0000CC"/>
              </a:solidFill>
              <a:ea typeface="華康中特圓體"/>
            </a:endParaRPr>
          </a:p>
        </p:txBody>
      </p:sp>
    </p:spTree>
    <p:extLst>
      <p:ext uri="{BB962C8B-B14F-4D97-AF65-F5344CB8AC3E}">
        <p14:creationId xmlns:p14="http://schemas.microsoft.com/office/powerpoint/2010/main" val="3751940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25" y="642938"/>
            <a:ext cx="8229600" cy="1143000"/>
          </a:xfrm>
        </p:spPr>
        <p:txBody>
          <a:bodyPr/>
          <a:lstStyle/>
          <a:p>
            <a:pPr eaLnBrk="1" hangingPunct="1"/>
            <a:r>
              <a:rPr lang="zh-TW" altLang="en-US" sz="5400" b="1" u="sng" dirty="0" smtClean="0">
                <a:solidFill>
                  <a:srgbClr val="00040C"/>
                </a:solidFill>
                <a:latin typeface="標楷體" pitchFamily="65" charset="-120"/>
                <a:ea typeface="標楷體" pitchFamily="65" charset="-120"/>
              </a:rPr>
              <a:t>新啟應文</a:t>
            </a:r>
            <a:r>
              <a:rPr lang="en-US" altLang="zh-TW" sz="5400" b="1" u="sng" dirty="0" smtClean="0">
                <a:solidFill>
                  <a:srgbClr val="00040C"/>
                </a:solidFill>
                <a:latin typeface="標楷體" pitchFamily="65" charset="-120"/>
                <a:ea typeface="標楷體" pitchFamily="65" charset="-120"/>
              </a:rPr>
              <a:t>16(5/5)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00250"/>
            <a:ext cx="9144000" cy="4572000"/>
          </a:xfrm>
        </p:spPr>
        <p:txBody>
          <a:bodyPr/>
          <a:lstStyle/>
          <a:p>
            <a:pPr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/>
              </a:rPr>
              <a:t>（啟）</a:t>
            </a:r>
            <a:r>
              <a:rPr lang="zh-TW" altLang="zh-TW" dirty="0">
                <a:ea typeface="華康中特圓體"/>
              </a:rPr>
              <a:t>因為祢的慈愛若天赫呢</a:t>
            </a:r>
            <a:r>
              <a:rPr lang="zh-TW" altLang="zh-TW" dirty="0" smtClean="0">
                <a:ea typeface="華康中特圓體"/>
              </a:rPr>
              <a:t>高</a:t>
            </a:r>
            <a:r>
              <a:rPr lang="zh-TW" altLang="en-US" dirty="0" smtClean="0">
                <a:ea typeface="華康中特圓體"/>
              </a:rPr>
              <a:t>；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/>
              </a:rPr>
              <a:t>（應）</a:t>
            </a: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祢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的信實若穹蒼赫呢闊</a:t>
            </a:r>
            <a:r>
              <a:rPr lang="zh-TW" altLang="en-US" dirty="0" smtClean="0">
                <a:solidFill>
                  <a:srgbClr val="0000CC"/>
                </a:solidFill>
                <a:ea typeface="華康中特圓體"/>
              </a:rPr>
              <a:t>。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/>
              </a:rPr>
              <a:t>（啟）</a:t>
            </a:r>
            <a:r>
              <a:rPr lang="zh-TW" altLang="zh-TW" dirty="0">
                <a:ea typeface="華康中特圓體"/>
              </a:rPr>
              <a:t>上帝啊，願祢的</a:t>
            </a:r>
            <a:r>
              <a:rPr lang="zh-TW" altLang="zh-TW" dirty="0" smtClean="0">
                <a:ea typeface="華康中特圓體"/>
              </a:rPr>
              <a:t>偉大</a:t>
            </a:r>
            <a:r>
              <a:rPr lang="en-US" altLang="zh-TW" dirty="0" smtClean="0">
                <a:latin typeface="EUDC" pitchFamily="49" charset="-120"/>
                <a:ea typeface="EUDC" pitchFamily="49" charset="-120"/>
              </a:rPr>
              <a:t></a:t>
            </a:r>
            <a:r>
              <a:rPr lang="zh-TW" altLang="zh-TW" dirty="0" smtClean="0">
                <a:ea typeface="華康中特圓體"/>
              </a:rPr>
              <a:t>過天</a:t>
            </a:r>
            <a:r>
              <a:rPr lang="zh-TW" altLang="en-US" dirty="0" smtClean="0">
                <a:ea typeface="華康中特圓體"/>
              </a:rPr>
              <a:t>，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/>
              </a:rPr>
              <a:t>（應）</a:t>
            </a: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祢的榮光遍照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全地</a:t>
            </a:r>
            <a:r>
              <a:rPr lang="zh-TW" altLang="en-US" dirty="0" smtClean="0">
                <a:solidFill>
                  <a:srgbClr val="0000CC"/>
                </a:solidFill>
                <a:ea typeface="華康中特圓體"/>
              </a:rPr>
              <a:t>。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</p:txBody>
      </p:sp>
    </p:spTree>
    <p:extLst>
      <p:ext uri="{BB962C8B-B14F-4D97-AF65-F5344CB8AC3E}">
        <p14:creationId xmlns:p14="http://schemas.microsoft.com/office/powerpoint/2010/main" val="1421051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272</Words>
  <Application>Microsoft Macintosh PowerPoint</Application>
  <PresentationFormat>如螢幕大小 (4:3)</PresentationFormat>
  <Paragraphs>40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新啟應文16(1/5)</vt:lpstr>
      <vt:lpstr>新啟應文16(2/5)</vt:lpstr>
      <vt:lpstr>新啟應文16(3/5)</vt:lpstr>
      <vt:lpstr>新啟應文16(4/5)</vt:lpstr>
      <vt:lpstr>新啟應文16(5/5)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新啟應文15(1/6)</dc:title>
  <dc:creator>Windows 使用者</dc:creator>
  <cp:lastModifiedBy>ＭＡＣ</cp:lastModifiedBy>
  <cp:revision>6</cp:revision>
  <dcterms:created xsi:type="dcterms:W3CDTF">2013-01-18T06:24:09Z</dcterms:created>
  <dcterms:modified xsi:type="dcterms:W3CDTF">2013-12-28T15:32:19Z</dcterms:modified>
</cp:coreProperties>
</file>