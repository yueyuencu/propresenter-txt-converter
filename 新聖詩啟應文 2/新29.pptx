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604" r:id="rId2"/>
    <p:sldId id="26605" r:id="rId3"/>
    <p:sldId id="26606" r:id="rId4"/>
    <p:sldId id="26607" r:id="rId5"/>
    <p:sldId id="26608" r:id="rId6"/>
    <p:sldId id="26609" r:id="rId7"/>
    <p:sldId id="26610" r:id="rId8"/>
    <p:sldId id="26611" r:id="rId9"/>
    <p:sldId id="26612" r:id="rId10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2025/2/8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6943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5147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3797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2043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8686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4121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1328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7320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695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2025/2/8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6028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2025/2/8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9823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2025/2/8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7792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2025/2/8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5731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2025/2/8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5080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2025/2/8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3132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2025/2/8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7679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2025/2/8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7319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2025/2/8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9818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2025/2/8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3077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2025/2/8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3819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2025/2/8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318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BBE54BA-CEA0-6F49-83CF-C35E9B65D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9055" y="1563638"/>
            <a:ext cx="8809673" cy="252028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(啟)行為無通指責，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(應)生活遵行上主律法的人，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(齊聲)此款人真有福氣！</a:t>
            </a:r>
          </a:p>
        </p:txBody>
      </p:sp>
    </p:spTree>
    <p:extLst>
      <p:ext uri="{BB962C8B-B14F-4D97-AF65-F5344CB8AC3E}">
        <p14:creationId xmlns:p14="http://schemas.microsoft.com/office/powerpoint/2010/main" val="86690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DE0F25-0310-E14E-B1A9-388398F2A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9055" y="1563638"/>
            <a:ext cx="8809673" cy="252028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(啟)聽趁上主的教示，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(應)全心尋求祂的人，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(齊聲)此款人真有福氣！</a:t>
            </a:r>
          </a:p>
        </p:txBody>
      </p:sp>
    </p:spTree>
    <p:extLst>
      <p:ext uri="{BB962C8B-B14F-4D97-AF65-F5344CB8AC3E}">
        <p14:creationId xmlns:p14="http://schemas.microsoft.com/office/powerpoint/2010/main" val="198531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84990D-8377-DB45-A7B5-AD61E9C2D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9055" y="1563638"/>
            <a:ext cx="8809673" cy="331236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(啟)少年人著按怎互生活純潔？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(應)著遵行上主祢的話！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(啟)上主啊，我欲全心尋求祢；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(應)求祢互我無偏離祢的誡命。</a:t>
            </a:r>
          </a:p>
        </p:txBody>
      </p:sp>
    </p:spTree>
    <p:extLst>
      <p:ext uri="{BB962C8B-B14F-4D97-AF65-F5344CB8AC3E}">
        <p14:creationId xmlns:p14="http://schemas.microsoft.com/office/powerpoint/2010/main" val="80539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F71C37-9B0C-5241-A48B-ABD31F774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9055" y="1563638"/>
            <a:ext cx="8809673" cy="331236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(啟)我將祢的話囥佇心內，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(應)才免犯罪得罪祢。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(啟)求祢開我的目睭，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(應)互我看出祢律法的奇妙。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013480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D06EA3-B3B2-824B-8E9F-8088D5678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9055" y="1563638"/>
            <a:ext cx="8809673" cy="331236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(啟)我的心悲傷到欲碎去；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(應)求祢照祢的應允互我回復元氣。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(啟)求祢互我無行虛假的道路；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(應)求祢施恩教示我祢的律法。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953913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9B216B-445D-AF48-A71A-3853514B7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9055" y="1563638"/>
            <a:ext cx="8809673" cy="331236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(啟)求祢互我</a:t>
            </a:r>
            <a:r>
              <a:rPr lang="zh-TW" altLang="zh-TW" sz="3800" b="1" kern="100" dirty="0"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𣍐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意愛虛假，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(應)照祢的話賜我活命。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(啟)佇患難中，我得著安慰；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(應)對祢的應允，我得著活命。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3824676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C87AE0-7DC3-4B40-9AEF-56C893935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9055" y="1563638"/>
            <a:ext cx="8809673" cy="331236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(啟)我受管教對我有利益，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(應)互我通學習祢的規例。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(啟)我若</a:t>
            </a:r>
            <a:r>
              <a:rPr lang="zh-TW" altLang="zh-TW" sz="3800" b="1" dirty="0"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是意愛祢的律法，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(應)早就佇苦難中滅亡。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3646030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97AAB2-FCBD-FF42-8483-15F8F9FA2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9055" y="1563638"/>
            <a:ext cx="8809673" cy="331236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(啟)我實在真意愛祢的律法，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(應)歸日愈唸愈想。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(啟)祢的話是我腳前的燈，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(應)是我路上的光。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814858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29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(9/9)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A6AF80-74DE-9D44-81B0-50159B38F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9055" y="1563638"/>
            <a:ext cx="8809673" cy="331236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(啟)祢的話一下解釋就發出光，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應)連戇直的人嘛會了解。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(啟)祢的公義續到永遠；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(應)祢的律法真實。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501148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20660</TotalTime>
  <Words>429</Words>
  <Application>Microsoft Macintosh PowerPoint</Application>
  <PresentationFormat>如螢幕大小 (16:9)</PresentationFormat>
  <Paragraphs>52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全宋體-2</vt:lpstr>
      <vt:lpstr>新細明體</vt:lpstr>
      <vt:lpstr>新細明體-ExtB</vt:lpstr>
      <vt:lpstr>Heiti TC Light</vt:lpstr>
      <vt:lpstr>Arial</vt:lpstr>
      <vt:lpstr>Calibri</vt:lpstr>
      <vt:lpstr>1_Office 佈景主題</vt:lpstr>
      <vt:lpstr>啟應文29(1/9)</vt:lpstr>
      <vt:lpstr>啟應文29(2/9)</vt:lpstr>
      <vt:lpstr>啟應文29(3/9)</vt:lpstr>
      <vt:lpstr>啟應文29(4/9)</vt:lpstr>
      <vt:lpstr>啟應文29(5/9)</vt:lpstr>
      <vt:lpstr>啟應文29(6/9)</vt:lpstr>
      <vt:lpstr>啟應文29(7/9)</vt:lpstr>
      <vt:lpstr>啟應文29(8/9)</vt:lpstr>
      <vt:lpstr>啟應文29(9/9)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2025-02-08T11:58:45Z</dcterms:modified>
</cp:coreProperties>
</file>