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2" r:id="rId2"/>
    <p:sldId id="5273" r:id="rId3"/>
    <p:sldId id="5274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(啟)全地啊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，著對上主歡呼！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(應)著歡歡喜喜來敬拜上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(啟)著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唱讚美的詩歌來到祂面前！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知上主是上帝！</a:t>
            </a:r>
          </a:p>
        </p:txBody>
      </p:sp>
    </p:spTree>
    <p:extLst>
      <p:ext uri="{BB962C8B-B14F-4D97-AF65-F5344CB8AC3E}">
        <p14:creationId xmlns:p14="http://schemas.microsoft.com/office/powerpoint/2010/main" val="347079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(啟)祂創造咱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，咱屬祂；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(應)咱是祂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的子民，是祂牧養的羊群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(啟)著用感謝進入祂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聖殿的門！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(應)著用稱讚進入祂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的殿院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！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312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91630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(啟)著感謝祂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，稱讚祂的名！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主至善；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Heiti TC Light"/>
              </a:rPr>
              <a:t>(啟)祂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的慈愛永遠存在；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的信實續到萬代。</a:t>
            </a:r>
          </a:p>
        </p:txBody>
      </p:sp>
    </p:spTree>
    <p:extLst>
      <p:ext uri="{BB962C8B-B14F-4D97-AF65-F5344CB8AC3E}">
        <p14:creationId xmlns:p14="http://schemas.microsoft.com/office/powerpoint/2010/main" val="84581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123</Words>
  <Application>Microsoft Macintosh PowerPoint</Application>
  <PresentationFormat>如螢幕大小 (16:9)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啟應文24(1/3)</vt:lpstr>
      <vt:lpstr>啟應文24(2/3)</vt:lpstr>
      <vt:lpstr>啟應文24(3/3)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2022-09-16T17:10:35Z</dcterms:modified>
</cp:coreProperties>
</file>