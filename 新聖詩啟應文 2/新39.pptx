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68" r:id="rId2"/>
    <p:sldId id="5269" r:id="rId3"/>
    <p:sldId id="5270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816" y="-5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16/9/24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9(1/3)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佇將來的日子，上主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的殿的山會建立佇眾</a:t>
            </a:r>
            <a:endParaRPr lang="en-US" altLang="zh-TW" dirty="0" smtClean="0">
              <a:solidFill>
                <a:srgbClr val="000000"/>
              </a:solidFill>
              <a:ea typeface="華康中圓體"/>
            </a:endParaRPr>
          </a:p>
          <a:p>
            <a:pPr algn="l"/>
            <a:r>
              <a:rPr lang="en-US" altLang="zh-TW" dirty="0">
                <a:solidFill>
                  <a:srgbClr val="000000"/>
                </a:solidFill>
                <a:ea typeface="華康中圓體"/>
              </a:rPr>
              <a:t> </a:t>
            </a:r>
            <a:r>
              <a:rPr lang="en-US" altLang="zh-TW" dirty="0" smtClean="0">
                <a:solidFill>
                  <a:srgbClr val="000000"/>
                </a:solidFill>
                <a:ea typeface="華康中圓體"/>
              </a:rPr>
              <a:t>            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山的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頂面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比攏總的山嶺卡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高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；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（齊）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萬國攏會溢倚來歸祂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zh-TW" altLang="en-US" dirty="0">
              <a:solidFill>
                <a:srgbClr val="0000CC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萬民會來，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講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：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咱來去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上上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主的山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來去上雅各的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上帝的殿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。</a:t>
            </a:r>
            <a:endParaRPr lang="zh-TW" altLang="zh-TW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9831977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9(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/3)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祂會用祂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的道路教示咱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互咱通行祂的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路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律法會對錫安山發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出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上主的話會對耶路撒冷傳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開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祂會佇列國中施行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審判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佇萬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民中排解紛爭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0700597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r>
              <a:rPr lang="zh-TW" altLang="en-US" b="1" u="sng" dirty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新啟應</a:t>
            </a:r>
            <a:r>
              <a:rPr lang="zh-TW" altLang="en-US" b="1" u="sng" dirty="0" smtClean="0">
                <a:solidFill>
                  <a:srgbClr val="000000"/>
                </a:solidFill>
                <a:latin typeface="標楷體" pitchFamily="65" charset="-120"/>
                <a:ea typeface="華康中圓體"/>
              </a:rPr>
              <a:t>文</a:t>
            </a:r>
            <a:r>
              <a:rPr lang="zh-TW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9(</a:t>
            </a:r>
            <a:r>
              <a:rPr lang="zh-TW" altLang="zh-TW" b="1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b="1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/3)</a:t>
            </a:r>
            <a:endParaRPr lang="zh-TW" altLang="en-US" b="1" u="sng" dirty="0" smtClean="0">
              <a:ea typeface="華康中圓體"/>
            </a:endParaRPr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380019"/>
            <a:ext cx="9144000" cy="4217333"/>
          </a:xfrm>
        </p:spPr>
        <p:txBody>
          <a:bodyPr/>
          <a:lstStyle/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en-US" altLang="zh-TW" b="1" smtClean="0">
                <a:solidFill>
                  <a:schemeClr val="tx1"/>
                </a:solidFill>
                <a:latin typeface="EUDC" pitchFamily="49" charset="-120"/>
                <a:ea typeface="EUDC" pitchFamily="49" charset="-120"/>
              </a:rPr>
              <a:t>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會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將刀拍做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犂頭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將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槍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拍做鐮仔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此國無閣攑刀攻擊彼國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嘛免閣學戰爭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l"/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（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啟</a:t>
            </a:r>
            <a:r>
              <a:rPr lang="zh-TW" altLang="en-US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00"/>
                </a:solidFill>
                <a:ea typeface="華康中圓體"/>
              </a:rPr>
              <a:t>雅各的家啊，</a:t>
            </a:r>
            <a:r>
              <a:rPr lang="zh-TW" altLang="zh-TW" dirty="0" smtClean="0">
                <a:solidFill>
                  <a:srgbClr val="000000"/>
                </a:solidFill>
                <a:ea typeface="華康中圓體"/>
              </a:rPr>
              <a:t>著來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；</a:t>
            </a:r>
            <a:endParaRPr lang="zh-TW" altLang="en-US" dirty="0">
              <a:solidFill>
                <a:srgbClr val="000000"/>
              </a:solidFill>
              <a:latin typeface="華康中特圓體" pitchFamily="49" charset="-120"/>
              <a:ea typeface="華康中圓體"/>
            </a:endParaRPr>
          </a:p>
          <a:p>
            <a:pPr algn="l"/>
            <a:r>
              <a:rPr lang="zh-TW" altLang="en-US" dirty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（應</a:t>
            </a:r>
            <a:r>
              <a:rPr lang="zh-TW" altLang="en-US" dirty="0" smtClean="0">
                <a:solidFill>
                  <a:srgbClr val="0000CC"/>
                </a:solidFill>
                <a:latin typeface="華康中特圓體" pitchFamily="49" charset="-120"/>
                <a:ea typeface="華康中圓體"/>
              </a:rPr>
              <a:t>）</a:t>
            </a:r>
            <a:r>
              <a:rPr lang="zh-TW" altLang="zh-TW" dirty="0">
                <a:solidFill>
                  <a:srgbClr val="0000CC"/>
                </a:solidFill>
                <a:ea typeface="華康中圓體"/>
              </a:rPr>
              <a:t>著靠上主的光來</a:t>
            </a:r>
            <a:r>
              <a:rPr lang="zh-TW" altLang="zh-TW" dirty="0" smtClean="0">
                <a:solidFill>
                  <a:srgbClr val="0000CC"/>
                </a:solidFill>
                <a:ea typeface="華康中圓體"/>
              </a:rPr>
              <a:t>行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>
              <a:solidFill>
                <a:srgbClr val="0000CC"/>
              </a:solidFill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15757439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149</Words>
  <Application>Microsoft Macintosh PowerPoint</Application>
  <PresentationFormat>如螢幕大小 (4:3)</PresentationFormat>
  <Paragraphs>24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新啟應文39(1/3)</vt:lpstr>
      <vt:lpstr>新啟應文39(2/3)</vt:lpstr>
      <vt:lpstr>新啟應文39(3/3)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4695</cp:revision>
  <dcterms:created xsi:type="dcterms:W3CDTF">2009-02-27T08:32:01Z</dcterms:created>
  <dcterms:modified xsi:type="dcterms:W3CDTF">2016-09-24T13:59:36Z</dcterms:modified>
</cp:coreProperties>
</file>