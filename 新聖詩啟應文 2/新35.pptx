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4848" r:id="rId2"/>
    <p:sldId id="24849" r:id="rId3"/>
    <p:sldId id="24850" r:id="rId4"/>
    <p:sldId id="24851" r:id="rId5"/>
    <p:sldId id="24852" r:id="rId6"/>
    <p:sldId id="24853" r:id="rId7"/>
    <p:sldId id="24854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69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488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449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668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343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034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17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36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62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41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10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29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88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55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43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05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22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68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78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我的子兒，著聽老父的教示；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著專心學習才會明白。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因為我用好的道理互恁；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呣通放拺我的教導。</a:t>
            </a:r>
          </a:p>
        </p:txBody>
      </p:sp>
    </p:spTree>
    <p:extLst>
      <p:ext uri="{BB962C8B-B14F-4D97-AF65-F5344CB8AC3E}">
        <p14:creationId xmlns:p14="http://schemas.microsoft.com/office/powerpoint/2010/main" val="351657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我嘛曾做老父的子，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是老母上疼的孤子。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老父有教示我，講：你著記住我的話，</a:t>
            </a:r>
            <a:endParaRPr lang="en-US" altLang="zh-TW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遵守我的命令就會得著活命。</a:t>
            </a:r>
          </a:p>
        </p:txBody>
      </p:sp>
    </p:spTree>
    <p:extLst>
      <p:ext uri="{BB962C8B-B14F-4D97-AF65-F5344CB8AC3E}">
        <p14:creationId xmlns:p14="http://schemas.microsoft.com/office/powerpoint/2010/main" val="373030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著尋求智慧，尋求聰明；呣通</a:t>
            </a:r>
            <a:r>
              <a:rPr lang="zh-TW" altLang="en-US" sz="3600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記得，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嘛呣通放拺我所講的話。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呣通棄拺智慧，伊會保護你；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著意愛智慧，伊會照顧你。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02229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智慧上重要，著拍拼尋；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著付出你一切所有來對換聰明。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你尊重智慧，伊會高舉你；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你疼惜伊，伊會互你尊榮。</a:t>
            </a:r>
          </a:p>
        </p:txBody>
      </p:sp>
    </p:spTree>
    <p:extLst>
      <p:ext uri="{BB962C8B-B14F-4D97-AF65-F5344CB8AC3E}">
        <p14:creationId xmlns:p14="http://schemas.microsoft.com/office/powerpoint/2010/main" val="147970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智慧會用華冠戴佇你的頭殼，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將榮光的王冠賜互你。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我的子啊，著聽，著領受我的話，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你就會長歲壽。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716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我有指示你智慧的路，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引導你行正直的道路。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你行的時，𣍐抵著阻礙；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你走，嘛𣍐觸著跋倒。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610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496944" cy="360040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著持守教示，呣通放鬆；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著謹慎顧守，因為智慧是你的活命。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44073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20712</TotalTime>
  <Words>374</Words>
  <Application>Microsoft Macintosh PowerPoint</Application>
  <PresentationFormat>如螢幕大小 (16:9)</PresentationFormat>
  <Paragraphs>40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全宋體-2</vt:lpstr>
      <vt:lpstr>新細明體</vt:lpstr>
      <vt:lpstr>新細明體-ExtB</vt:lpstr>
      <vt:lpstr>Heiti TC Light</vt:lpstr>
      <vt:lpstr>Arial</vt:lpstr>
      <vt:lpstr>Calibri</vt:lpstr>
      <vt:lpstr>1_Office 佈景主題</vt:lpstr>
      <vt:lpstr>啟應文35(1/7)</vt:lpstr>
      <vt:lpstr>啟應文35(2/7)</vt:lpstr>
      <vt:lpstr>啟應文35(3/7)</vt:lpstr>
      <vt:lpstr>啟應文35(4/7)</vt:lpstr>
      <vt:lpstr>啟應文35(5/7)</vt:lpstr>
      <vt:lpstr>啟應文35(6/7)</vt:lpstr>
      <vt:lpstr>啟應文35(7/7)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2025-08-16T12:45:02Z</dcterms:modified>
</cp:coreProperties>
</file>