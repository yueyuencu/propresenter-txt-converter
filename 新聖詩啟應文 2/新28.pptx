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69" r:id="rId2"/>
    <p:sldId id="25870" r:id="rId3"/>
    <p:sldId id="25871" r:id="rId4"/>
    <p:sldId id="25872" r:id="rId5"/>
    <p:sldId id="25873" r:id="rId6"/>
    <p:sldId id="25874" r:id="rId7"/>
    <p:sldId id="25875" r:id="rId8"/>
    <p:sldId id="25876" r:id="rId9"/>
    <p:sldId id="25877" r:id="rId10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286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1676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656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319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667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32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457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587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097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954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3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98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05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78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29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28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10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34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63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9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著感謝上主，因為祂至善；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祂的慈愛續到永遠！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願以色列講；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祂的慈愛續到永遠！</a:t>
            </a:r>
          </a:p>
        </p:txBody>
      </p:sp>
    </p:spTree>
    <p:extLst>
      <p:ext uri="{BB962C8B-B14F-4D97-AF65-F5344CB8AC3E}">
        <p14:creationId xmlns:p14="http://schemas.microsoft.com/office/powerpoint/2010/main" val="99455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7D4D17D-931F-8842-BF33-4C4D83E0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願亞倫祭司的家講；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祂的慈愛續到永遠！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願所有敬畏上主的人講；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祂的慈愛續到永遠！</a:t>
            </a:r>
          </a:p>
        </p:txBody>
      </p:sp>
    </p:spTree>
    <p:extLst>
      <p:ext uri="{BB962C8B-B14F-4D97-AF65-F5344CB8AC3E}">
        <p14:creationId xmlns:p14="http://schemas.microsoft.com/office/powerpoint/2010/main" val="299028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AEE4224-584C-D843-9835-C678DEEB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佇危急的時，我求叫上主；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上主就應答我，解救我。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上主及我同在，我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驚惶；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人會當給我按怎？</a:t>
            </a:r>
          </a:p>
        </p:txBody>
      </p:sp>
    </p:spTree>
    <p:extLst>
      <p:ext uri="{BB962C8B-B14F-4D97-AF65-F5344CB8AC3E}">
        <p14:creationId xmlns:p14="http://schemas.microsoft.com/office/powerpoint/2010/main" val="341186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86FA7ED-DC33-1043-811D-B824D8AF8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給我開公義的門，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互我通入去感謝上主。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此個門是上主的門，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只有正直的人會當入去。</a:t>
            </a:r>
          </a:p>
        </p:txBody>
      </p:sp>
    </p:spTree>
    <p:extLst>
      <p:ext uri="{BB962C8B-B14F-4D97-AF65-F5344CB8AC3E}">
        <p14:creationId xmlns:p14="http://schemas.microsoft.com/office/powerpoint/2010/main" val="13729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50181F5-BE3A-3F4E-BE69-28135E15A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上帝啊，祢有應答我，我欲感謝祢，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因為祢互我得著解救。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起厝師傅棄拺的石，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已經成做上重要的基石。</a:t>
            </a:r>
          </a:p>
        </p:txBody>
      </p:sp>
    </p:spTree>
    <p:extLst>
      <p:ext uri="{BB962C8B-B14F-4D97-AF65-F5344CB8AC3E}">
        <p14:creationId xmlns:p14="http://schemas.microsoft.com/office/powerpoint/2010/main" val="203073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A5A8B54-31D9-4145-9BD5-AEFE4E8E7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這是上主的作為；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咱看起來感覺真奇妙。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這是上主所定的日子；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咱著歡喜，著慶祝！</a:t>
            </a:r>
          </a:p>
        </p:txBody>
      </p:sp>
    </p:spTree>
    <p:extLst>
      <p:ext uri="{BB962C8B-B14F-4D97-AF65-F5344CB8AC3E}">
        <p14:creationId xmlns:p14="http://schemas.microsoft.com/office/powerpoint/2010/main" val="232472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8E16A43-651D-AC45-9475-42028890E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上主啊，阮求祢，求祢解救阮！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上主啊，阮求祢，求祢互阮興旺！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奉上主的名來的，彼位應該受祝福！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上主是上帝，祂互咱光明。</a:t>
            </a:r>
          </a:p>
        </p:txBody>
      </p:sp>
    </p:spTree>
    <p:extLst>
      <p:ext uri="{BB962C8B-B14F-4D97-AF65-F5344CB8AC3E}">
        <p14:creationId xmlns:p14="http://schemas.microsoft.com/office/powerpoint/2010/main" val="319531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D24BF3B-8567-784F-8DF7-66DDAF641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著攑樹枝參加慶典，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遊行來到祭壇的四角頭遐。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祢是我的上帝，我欲感謝祢；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祢是我的上帝，我欲宣揚祢的偉大。</a:t>
            </a:r>
          </a:p>
        </p:txBody>
      </p:sp>
    </p:spTree>
    <p:extLst>
      <p:ext uri="{BB962C8B-B14F-4D97-AF65-F5344CB8AC3E}">
        <p14:creationId xmlns:p14="http://schemas.microsoft.com/office/powerpoint/2010/main" val="349076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C964EAC-4668-EF47-B449-95EA245DE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著感謝上主，因為祂至善；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祂的慈愛續到永遠。</a:t>
            </a:r>
          </a:p>
        </p:txBody>
      </p:sp>
    </p:spTree>
    <p:extLst>
      <p:ext uri="{BB962C8B-B14F-4D97-AF65-F5344CB8AC3E}">
        <p14:creationId xmlns:p14="http://schemas.microsoft.com/office/powerpoint/2010/main" val="80850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20663</TotalTime>
  <Words>442</Words>
  <Application>Microsoft Macintosh PowerPoint</Application>
  <PresentationFormat>如螢幕大小 (16:9)</PresentationFormat>
  <Paragraphs>52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啟應文28(1/9)</vt:lpstr>
      <vt:lpstr>啟應文28(2/9)</vt:lpstr>
      <vt:lpstr>啟應文28(3/9)</vt:lpstr>
      <vt:lpstr>啟應文28(4/9)</vt:lpstr>
      <vt:lpstr>啟應文28(5/9)</vt:lpstr>
      <vt:lpstr>啟應文28(6/9)</vt:lpstr>
      <vt:lpstr>啟應文28(7/9)</vt:lpstr>
      <vt:lpstr>啟應文28(8/9)</vt:lpstr>
      <vt:lpstr>啟應文28(9/9)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2025-10-18T00:06:36Z</dcterms:modified>
</cp:coreProperties>
</file>