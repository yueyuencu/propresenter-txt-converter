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820" r:id="rId2"/>
    <p:sldId id="25821" r:id="rId3"/>
    <p:sldId id="25822" r:id="rId4"/>
    <p:sldId id="25823" r:id="rId5"/>
    <p:sldId id="25824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917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4669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95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138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741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27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0286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2369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197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83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950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994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17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63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39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98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789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2B79F11-0839-824B-9BDF-694E549BB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(啟)至高上主的神臨到我，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(應)因為上主有用油抹我，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(啟)差我去傳好消息互散赤人，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(應)去醫治心靈破碎的人，</a:t>
            </a:r>
          </a:p>
        </p:txBody>
      </p:sp>
    </p:spTree>
    <p:extLst>
      <p:ext uri="{BB962C8B-B14F-4D97-AF65-F5344CB8AC3E}">
        <p14:creationId xmlns:p14="http://schemas.microsoft.com/office/powerpoint/2010/main" val="30818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0FB49BE-CFE4-E74E-8F2C-E776581A4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(啟)宣佈受掠的得著解放，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(應)受關的出監牢；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(啟)宣佈上主恩待人的年，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(應)及咱的上帝伸冤的日；</a:t>
            </a:r>
          </a:p>
        </p:txBody>
      </p:sp>
    </p:spTree>
    <p:extLst>
      <p:ext uri="{BB962C8B-B14F-4D97-AF65-F5344CB8AC3E}">
        <p14:creationId xmlns:p14="http://schemas.microsoft.com/office/powerpoint/2010/main" val="355386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D601AFF-1D71-0B4A-9B1C-37FFB0FD7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920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7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(啟)安慰所有悲哀的人，佇錫安悲哀的人，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(應)互伊華冠代替火灰，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7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(啟)歡喜的油代替悲哀，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(應)稱讚的衫代替憂傷的心；</a:t>
            </a:r>
          </a:p>
        </p:txBody>
      </p:sp>
    </p:spTree>
    <p:extLst>
      <p:ext uri="{BB962C8B-B14F-4D97-AF65-F5344CB8AC3E}">
        <p14:creationId xmlns:p14="http://schemas.microsoft.com/office/powerpoint/2010/main" val="386151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56EFAF78-A380-6B4B-A1B2-670C06A47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en-US" altLang="zh-TW" sz="3700" b="1" dirty="0">
                <a:latin typeface="全宋體-2" pitchFamily="18" charset="-120"/>
                <a:ea typeface="全宋體-2" pitchFamily="18" charset="-120"/>
                <a:cs typeface="Heiti TC Light"/>
              </a:rPr>
              <a:t>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受稱做公義的樹，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(應)上主栽種來顯明祂家己的榮光。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(啟)我欲用信實給</a:t>
            </a:r>
            <a:r>
              <a:rPr lang="zh-TW" altLang="en-US" sz="3700" b="1" dirty="0">
                <a:latin typeface="全宋體-2" pitchFamily="18" charset="-120"/>
                <a:ea typeface="全宋體-2" pitchFamily="18" charset="-120"/>
                <a:cs typeface="Heiti TC Light"/>
              </a:rPr>
              <a:t>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報賞，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(應)欲及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立永遠的約。</a:t>
            </a:r>
          </a:p>
        </p:txBody>
      </p:sp>
    </p:spTree>
    <p:extLst>
      <p:ext uri="{BB962C8B-B14F-4D97-AF65-F5344CB8AC3E}">
        <p14:creationId xmlns:p14="http://schemas.microsoft.com/office/powerpoint/2010/main" val="5037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BF6E97E6-EE73-5F45-BC85-ECFD36AAE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en-US" altLang="zh-TW" sz="3700" b="1" dirty="0">
                <a:latin typeface="全宋體-2" pitchFamily="18" charset="-120"/>
                <a:ea typeface="全宋體-2" pitchFamily="18" charset="-120"/>
                <a:cs typeface="Heiti TC Light"/>
              </a:rPr>
              <a:t>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的後代佇列國會得著好名聲；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en-US" altLang="zh-TW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的子孫佇萬邦嘛會出名。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(齊)所有看見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的人會承諾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是上主賜福的子民。</a:t>
            </a:r>
          </a:p>
        </p:txBody>
      </p:sp>
    </p:spTree>
    <p:extLst>
      <p:ext uri="{BB962C8B-B14F-4D97-AF65-F5344CB8AC3E}">
        <p14:creationId xmlns:p14="http://schemas.microsoft.com/office/powerpoint/2010/main" val="144200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20703</TotalTime>
  <Words>252</Words>
  <Application>Microsoft Macintosh PowerPoint</Application>
  <PresentationFormat>如螢幕大小 (16:9)</PresentationFormat>
  <Paragraphs>29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新細明體</vt:lpstr>
      <vt:lpstr>Heiti TC Light</vt:lpstr>
      <vt:lpstr>Arial</vt:lpstr>
      <vt:lpstr>Calibri</vt:lpstr>
      <vt:lpstr>1_Office 佈景主題</vt:lpstr>
      <vt:lpstr>啟應文50(1/5)</vt:lpstr>
      <vt:lpstr>啟應文50(2/5)</vt:lpstr>
      <vt:lpstr>啟應文50(3/5)</vt:lpstr>
      <vt:lpstr>啟應文50(4/5)</vt:lpstr>
      <vt:lpstr>啟應文50(5/5)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2024-08-22T14:32:01Z</dcterms:modified>
</cp:coreProperties>
</file>