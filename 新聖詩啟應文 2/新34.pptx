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5280" r:id="rId2"/>
    <p:sldId id="5281" r:id="rId3"/>
    <p:sldId id="5282" r:id="rId4"/>
    <p:sldId id="5283" r:id="rId5"/>
    <p:sldId id="5284" r:id="rId6"/>
    <p:sldId id="5285" r:id="rId7"/>
    <p:sldId id="5286" r:id="rId8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784" y="-105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interSettings" Target="printerSettings/printerSettings1.bin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22/1/22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7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22/1/22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22/1/22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22/1/22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22/1/22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22/1/22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22/1/22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6" y="1491630"/>
            <a:ext cx="9162256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9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(啟)著稱讚上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主！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(應)我的心神啊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，著稱讚上主！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9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(啟)我一生欲稱讚上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主；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</a:t>
            </a:r>
            <a:r>
              <a:rPr lang="en-US" altLang="zh-TW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我活的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日子攏欲唱歌稱讚我的上帝。</a:t>
            </a:r>
          </a:p>
        </p:txBody>
      </p:sp>
    </p:spTree>
    <p:extLst>
      <p:ext uri="{BB962C8B-B14F-4D97-AF65-F5344CB8AC3E}">
        <p14:creationId xmlns:p14="http://schemas.microsoft.com/office/powerpoint/2010/main" val="79099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(2/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</a:t>
            </a:r>
            <a:r>
              <a:rPr lang="zh-TW" altLang="zh-TW" sz="4000" b="1" dirty="0" smtClean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通倚靠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君王；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</a:t>
            </a:r>
            <a:r>
              <a:rPr lang="zh-TW" altLang="zh-TW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通倚靠會死的人，</a:t>
            </a:r>
            <a:r>
              <a:rPr lang="zh-TW" altLang="zh-TW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𪜶𣍐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幫助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</a:t>
            </a:r>
            <a:r>
              <a:rPr lang="zh-TW" altLang="zh-TW" sz="4000" b="1" dirty="0" smtClean="0"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一下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斷氣就歸土；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</a:t>
            </a:r>
            <a:r>
              <a:rPr lang="zh-TW" altLang="zh-TW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計劃佇彼日就落空。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9134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(3/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(啟)靠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雅各的上帝幫助的人真有福氣！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(應)上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主</a:t>
            </a:r>
            <a:r>
              <a:rPr lang="en-US" altLang="zh-TW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-</a:t>
            </a:r>
            <a:r>
              <a:rPr lang="zh-TW" altLang="zh-TW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上帝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是</a:t>
            </a:r>
            <a:r>
              <a:rPr lang="zh-TW" altLang="zh-TW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向望。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179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(4/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(啟)祂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創造天、地、海，嘛創造其中萬物。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永遠信實。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49983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(5/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(啟)祂為著受枉屈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的人申冤；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(應)祂賜食物互枵餓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的人。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(啟)上主解放受關監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的人；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(應)上主互盲人會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看見。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3186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(6/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6" y="1491630"/>
            <a:ext cx="9270776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9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(啟)上主扶起受壓制的人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(應)上主疼惜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義人</a:t>
            </a:r>
            <a:r>
              <a:rPr lang="zh-TW" altLang="en-US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。</a:t>
            </a:r>
            <a:endParaRPr lang="en-US" altLang="zh-TW" sz="39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9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(啟)上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主保護出外人；祂扶持孤兒寡婦。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(應)祂互歹人的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路</a:t>
            </a:r>
            <a:r>
              <a:rPr lang="zh-TW" altLang="en-US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行</a:t>
            </a:r>
            <a:r>
              <a:rPr lang="zh-TW" altLang="zh-TW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通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9297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(7/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9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(啟)上主會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永遠作王；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(應)錫安啊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，你的上帝會代代作王。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(齊聲)著稱讚上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主！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8749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20650</TotalTime>
  <Words>247</Words>
  <Application>Microsoft Macintosh PowerPoint</Application>
  <PresentationFormat>如螢幕大小 (16:9)</PresentationFormat>
  <Paragraphs>37</Paragraphs>
  <Slides>7</Slides>
  <Notes>7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8" baseType="lpstr">
      <vt:lpstr>Office 佈景主題</vt:lpstr>
      <vt:lpstr>啟應文34(1/7)</vt:lpstr>
      <vt:lpstr>啟應文34(2/7)</vt:lpstr>
      <vt:lpstr>啟應文34(3/7)</vt:lpstr>
      <vt:lpstr>啟應文34(4/7)</vt:lpstr>
      <vt:lpstr>啟應文34(5/7)</vt:lpstr>
      <vt:lpstr>啟應文34(6/7)</vt:lpstr>
      <vt:lpstr>啟應文34(7/7)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4699</cp:revision>
  <dcterms:created xsi:type="dcterms:W3CDTF">2009-02-27T08:32:01Z</dcterms:created>
  <dcterms:modified xsi:type="dcterms:W3CDTF">2022-01-22T12:00:01Z</dcterms:modified>
</cp:coreProperties>
</file>