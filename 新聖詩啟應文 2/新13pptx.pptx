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057" r:id="rId2"/>
    <p:sldId id="25058" r:id="rId3"/>
    <p:sldId id="25059" r:id="rId4"/>
    <p:sldId id="25060" r:id="rId5"/>
    <p:sldId id="25061" r:id="rId6"/>
    <p:sldId id="25062" r:id="rId7"/>
    <p:sldId id="25063" r:id="rId8"/>
    <p:sldId id="25064" r:id="rId9"/>
    <p:sldId id="25065" r:id="rId10"/>
    <p:sldId id="25066" r:id="rId11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796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18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85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843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471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08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240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316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226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726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98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57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28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37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759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3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59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739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547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21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47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99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上帝啊，我的心迫切欣慕祢，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親像鹿迫切欣慕溪水。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我的心嘴焦欣慕上帝，永活的上帝；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我甚麼時會到上帝面前去朝見？</a:t>
            </a:r>
          </a:p>
        </p:txBody>
      </p:sp>
    </p:spTree>
    <p:extLst>
      <p:ext uri="{BB962C8B-B14F-4D97-AF65-F5344CB8AC3E}">
        <p14:creationId xmlns:p14="http://schemas.microsoft.com/office/powerpoint/2010/main" val="383068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我暝日用目屎準飯吞；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一直問我：「你的上帝佇叨位？ 」</a:t>
            </a:r>
          </a:p>
        </p:txBody>
      </p:sp>
    </p:spTree>
    <p:extLst>
      <p:ext uri="{BB962C8B-B14F-4D97-AF65-F5344CB8AC3E}">
        <p14:creationId xmlns:p14="http://schemas.microsoft.com/office/powerpoint/2010/main" val="2479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我早前導眾人做陣去上帝的厝，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用歡喜稱讚的聲大家守節。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我追念諸個代誌，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心非常悲傷。</a:t>
            </a:r>
          </a:p>
        </p:txBody>
      </p:sp>
    </p:spTree>
    <p:extLst>
      <p:ext uri="{BB962C8B-B14F-4D97-AF65-F5344CB8AC3E}">
        <p14:creationId xmlns:p14="http://schemas.microsoft.com/office/powerpoint/2010/main" val="101965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我的心啊，你是按怎鬰卒？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是按怎佇我內面哼哼嘇？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著仰望上帝；我猶久欲稱讚祂，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因為祂是我的拯救者，我的上帝。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956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我的上帝啊，我的心佇我內面鬱卒，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所以我欲對約旦的地及黑門以及米撒的山數念祢。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741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祢的瀑布出聲，深淵及深淵相呼應；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祢的波浪，祢的大湧淹沒我。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796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日時上主施落衪的慈愛，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暝時祂互我唱歌，對賜我活命的上帝祈求。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我欲對上帝，我的石磐，講：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6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祢哪會𣍐記得我？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我是按怎因為對敵的壓迫悲傷硞硞行？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818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我的對敵欺負我，拍碎我的骨頭；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一直問我：「你的上帝佇叨位？」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我的心啊，你是按怎鬱卒？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是按怎佇我的內面哼哼嘇？</a:t>
            </a:r>
          </a:p>
        </p:txBody>
      </p:sp>
    </p:spTree>
    <p:extLst>
      <p:ext uri="{BB962C8B-B14F-4D97-AF65-F5344CB8AC3E}">
        <p14:creationId xmlns:p14="http://schemas.microsoft.com/office/powerpoint/2010/main" val="347100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著仰望上帝；我猶久欲稱讚祂，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因為祂是我的拯救者，我的上帝。</a:t>
            </a:r>
          </a:p>
        </p:txBody>
      </p:sp>
    </p:spTree>
    <p:extLst>
      <p:ext uri="{BB962C8B-B14F-4D97-AF65-F5344CB8AC3E}">
        <p14:creationId xmlns:p14="http://schemas.microsoft.com/office/powerpoint/2010/main" val="36635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20679</TotalTime>
  <Words>472</Words>
  <Application>Microsoft Macintosh PowerPoint</Application>
  <PresentationFormat>如螢幕大小 (16:9)</PresentationFormat>
  <Paragraphs>49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啟應文13(1/10)</vt:lpstr>
      <vt:lpstr>啟應文13(2/10)</vt:lpstr>
      <vt:lpstr>啟應文13(3/10)</vt:lpstr>
      <vt:lpstr>啟應文13(4/10)</vt:lpstr>
      <vt:lpstr>啟應文13(5/10)</vt:lpstr>
      <vt:lpstr>啟應文13(6/10)</vt:lpstr>
      <vt:lpstr>啟應文13(7/10)</vt:lpstr>
      <vt:lpstr>啟應文13(8/10)</vt:lpstr>
      <vt:lpstr>啟應文13(9/10)</vt:lpstr>
      <vt:lpstr>啟應文13(10/10)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4714</cp:revision>
  <dcterms:created xsi:type="dcterms:W3CDTF">2009-02-27T08:32:01Z</dcterms:created>
  <dcterms:modified xsi:type="dcterms:W3CDTF">2026-02-07T02:33:38Z</dcterms:modified>
</cp:coreProperties>
</file>