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103" r:id="rId2"/>
    <p:sldId id="25104" r:id="rId3"/>
    <p:sldId id="25105" r:id="rId4"/>
    <p:sldId id="25106" r:id="rId5"/>
    <p:sldId id="25107" r:id="rId6"/>
    <p:sldId id="25108" r:id="rId7"/>
    <p:sldId id="25109" r:id="rId8"/>
    <p:sldId id="25110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004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993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647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26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7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84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317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4320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65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567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33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26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3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42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48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5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55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69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44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92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078A687-AB21-314E-B072-E1F103BF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083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列國是按怎造聲勢？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萬民是按怎計畫空空的陰謀？</a:t>
            </a:r>
          </a:p>
        </p:txBody>
      </p:sp>
    </p:spTree>
    <p:extLst>
      <p:ext uri="{BB962C8B-B14F-4D97-AF65-F5344CB8AC3E}">
        <p14:creationId xmlns:p14="http://schemas.microsoft.com/office/powerpoint/2010/main" val="1643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6E26291-3DFA-DC44-9671-D2616F46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地上的君王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啲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排陣，統治者鬥陣計謀，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欲對抗主主及祂選立的君王。</a:t>
            </a:r>
          </a:p>
        </p:txBody>
      </p:sp>
    </p:spTree>
    <p:extLst>
      <p:ext uri="{BB962C8B-B14F-4D97-AF65-F5344CB8AC3E}">
        <p14:creationId xmlns:p14="http://schemas.microsoft.com/office/powerpoint/2010/main" val="152931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4A0B27A-1F62-F748-B50E-41CC8E5E9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講：咱來摃碎壓制咱的擔，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扯斷捆縛咱的索。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上主坐佇天頂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啲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笑，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恥笑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的陰謀。 </a:t>
            </a:r>
          </a:p>
        </p:txBody>
      </p:sp>
    </p:spTree>
    <p:extLst>
      <p:ext uri="{BB962C8B-B14F-4D97-AF65-F5344CB8AC3E}">
        <p14:creationId xmlns:p14="http://schemas.microsoft.com/office/powerpoint/2010/main" val="10307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8156380-958C-1848-B453-0D616A4E9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024336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祂受氣給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警告，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發性地互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驚惶。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祂講：佇我的聖山錫安，我已經設立所揀選的做王。</a:t>
            </a:r>
          </a:p>
        </p:txBody>
      </p:sp>
    </p:spTree>
    <p:extLst>
      <p:ext uri="{BB962C8B-B14F-4D97-AF65-F5344CB8AC3E}">
        <p14:creationId xmlns:p14="http://schemas.microsoft.com/office/powerpoint/2010/main" val="366642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706645D-8688-364D-936B-2B6EC197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君王講：我欲宣告上主的聖旨；</a:t>
            </a:r>
            <a:endParaRPr lang="en-US" altLang="zh-TW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祂給我講：你是我的子，我今仔日生你。</a:t>
            </a:r>
          </a:p>
        </p:txBody>
      </p:sp>
    </p:spTree>
    <p:extLst>
      <p:ext uri="{BB962C8B-B14F-4D97-AF65-F5344CB8AC3E}">
        <p14:creationId xmlns:p14="http://schemas.microsoft.com/office/powerpoint/2010/main" val="104950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3093802-5E88-1C46-923A-93A522D1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對我求，我欲將列國互你做領土，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將全地互你做產業。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祢欲用王的鐵拐給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摃碎，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親像摃瓷器摃甲碎糊糊。</a:t>
            </a:r>
          </a:p>
        </p:txBody>
      </p:sp>
    </p:spTree>
    <p:extLst>
      <p:ext uri="{BB962C8B-B14F-4D97-AF65-F5344CB8AC3E}">
        <p14:creationId xmlns:p14="http://schemas.microsoft.com/office/powerpoint/2010/main" val="129057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C611D95-96B7-0741-B6A2-4B03F749B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眾君王啊，著謹慎！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統治者啊，著接受警戒！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著用敬畏服事上主，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用驚惶屈服佇祂腳下， </a:t>
            </a:r>
          </a:p>
        </p:txBody>
      </p:sp>
    </p:spTree>
    <p:extLst>
      <p:ext uri="{BB962C8B-B14F-4D97-AF65-F5344CB8AC3E}">
        <p14:creationId xmlns:p14="http://schemas.microsoft.com/office/powerpoint/2010/main" val="101422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9E04609-2B2E-7440-9967-0D7D90061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才免祂起性地，互恁佇路中滅亡，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因為祂會隨時發受氣。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尋上主做避難所的人真有福氣！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112981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20672</TotalTime>
  <Words>352</Words>
  <Application>Microsoft Macintosh PowerPoint</Application>
  <PresentationFormat>如螢幕大小 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啟應文3(1/8)</vt:lpstr>
      <vt:lpstr>啟應文3(2/8)</vt:lpstr>
      <vt:lpstr>啟應文3(3/8)</vt:lpstr>
      <vt:lpstr>啟應文3(4/8)</vt:lpstr>
      <vt:lpstr>啟應文3(5/8)</vt:lpstr>
      <vt:lpstr>啟應文3(6/8)</vt:lpstr>
      <vt:lpstr>啟應文3(7/8)</vt:lpstr>
      <vt:lpstr>啟應文3(8/8)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2024-04-19T15:09:45Z</dcterms:modified>
</cp:coreProperties>
</file>