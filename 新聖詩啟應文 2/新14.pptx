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69" r:id="rId2"/>
    <p:sldId id="5270" r:id="rId3"/>
    <p:sldId id="5271" r:id="rId4"/>
    <p:sldId id="5272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616" y="-8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4(1/4)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844824"/>
            <a:ext cx="9144000" cy="4752528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（啟）上帝是咱的避難所，咱的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氣力，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（應）是患難中及時的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幫助。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（啟）雖然地大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變動，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（應）山徙到海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中，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（啟）海水夯湧湧嘩嘩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哮，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（應）山因為海漲搖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泏，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（齊聲）咱攏免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驚。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87990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4(2/4)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828584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（啟）有一條河，伊的水流互上帝的城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歡喜；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（應）就是至高上帝徛起聖的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所在。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（啟）上帝</a:t>
            </a:r>
            <a:r>
              <a:rPr lang="zh-TW" altLang="en-US" sz="3600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佇遐，城一定</a:t>
            </a:r>
            <a:r>
              <a:rPr lang="zh-TW" altLang="en-US" sz="3600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搖動；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（應）天昲光，上帝就幫助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伊。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（啟）列邦嘩嘩哮，列國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動搖；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（應）上帝出聲，地就消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熔。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845923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（啟）萬軍的統帥上主及咱同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在；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（應）雅各的上帝做咱的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要塞。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（啟）來，來看上主的所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做，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（應）看祂佇地上奇妙的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作為。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（啟）祂遏折弓，斬斷槍，放火燒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戰車；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（應）祂互戰爭攏息，全地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和平。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53561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4(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（啟）攏靜落來，著知我是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上帝！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（應）我佇列邦受尊崇，佇全地受尊做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大。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（啟）萬軍的統帥上主及咱同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在；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（應）雅各的上帝做咱的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要塞。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49026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223</Words>
  <Application>Microsoft Macintosh PowerPoint</Application>
  <PresentationFormat>如螢幕大小 (4:3)</PresentationFormat>
  <Paragraphs>31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新啟應文14(1/4)</vt:lpstr>
      <vt:lpstr>新啟應文14(2/4)</vt:lpstr>
      <vt:lpstr>新啟應文14(3/4)</vt:lpstr>
      <vt:lpstr>新啟應文14(4/4)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2019-04-06T14:48:50Z</dcterms:modified>
</cp:coreProperties>
</file>