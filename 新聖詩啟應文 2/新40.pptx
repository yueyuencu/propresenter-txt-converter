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4848" r:id="rId2"/>
    <p:sldId id="24849" r:id="rId3"/>
    <p:sldId id="24850" r:id="rId4"/>
    <p:sldId id="24851" r:id="rId5"/>
    <p:sldId id="24852" r:id="rId6"/>
    <p:sldId id="24853" r:id="rId7"/>
    <p:sldId id="24854" r:id="rId8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20" d="100"/>
          <a:sy n="120" d="100"/>
        </p:scale>
        <p:origin x="848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2024/3/8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5592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81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2334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46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7832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0032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90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57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2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18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4139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36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74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12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749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686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622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560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497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8212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2024/3/8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4474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363" indent="0">
              <a:buNone/>
              <a:defRPr sz="2667" b="1"/>
            </a:lvl2pPr>
            <a:lvl3pPr marL="1218748" indent="0">
              <a:buNone/>
              <a:defRPr sz="2400" b="1"/>
            </a:lvl3pPr>
            <a:lvl4pPr marL="1828120" indent="0">
              <a:buNone/>
              <a:defRPr sz="2133" b="1"/>
            </a:lvl4pPr>
            <a:lvl5pPr marL="2437498" indent="0">
              <a:buNone/>
              <a:defRPr sz="2133" b="1"/>
            </a:lvl5pPr>
            <a:lvl6pPr marL="3046860" indent="0">
              <a:buNone/>
              <a:defRPr sz="2133" b="1"/>
            </a:lvl6pPr>
            <a:lvl7pPr marL="3656223" indent="0">
              <a:buNone/>
              <a:defRPr sz="2133" b="1"/>
            </a:lvl7pPr>
            <a:lvl8pPr marL="4265600" indent="0">
              <a:buNone/>
              <a:defRPr sz="2133" b="1"/>
            </a:lvl8pPr>
            <a:lvl9pPr marL="4874971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96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363" indent="0">
              <a:buNone/>
              <a:defRPr sz="2667" b="1"/>
            </a:lvl2pPr>
            <a:lvl3pPr marL="1218748" indent="0">
              <a:buNone/>
              <a:defRPr sz="2400" b="1"/>
            </a:lvl3pPr>
            <a:lvl4pPr marL="1828120" indent="0">
              <a:buNone/>
              <a:defRPr sz="2133" b="1"/>
            </a:lvl4pPr>
            <a:lvl5pPr marL="2437498" indent="0">
              <a:buNone/>
              <a:defRPr sz="2133" b="1"/>
            </a:lvl5pPr>
            <a:lvl6pPr marL="3046860" indent="0">
              <a:buNone/>
              <a:defRPr sz="2133" b="1"/>
            </a:lvl6pPr>
            <a:lvl7pPr marL="3656223" indent="0">
              <a:buNone/>
              <a:defRPr sz="2133" b="1"/>
            </a:lvl7pPr>
            <a:lvl8pPr marL="4265600" indent="0">
              <a:buNone/>
              <a:defRPr sz="2133" b="1"/>
            </a:lvl8pPr>
            <a:lvl9pPr marL="4874971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96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2024/3/8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209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2024/3/8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1539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2024/3/8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9005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2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8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23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363" indent="0">
              <a:buNone/>
              <a:defRPr sz="1600"/>
            </a:lvl2pPr>
            <a:lvl3pPr marL="1218748" indent="0">
              <a:buNone/>
              <a:defRPr sz="1333"/>
            </a:lvl3pPr>
            <a:lvl4pPr marL="1828120" indent="0">
              <a:buNone/>
              <a:defRPr sz="1200"/>
            </a:lvl4pPr>
            <a:lvl5pPr marL="2437498" indent="0">
              <a:buNone/>
              <a:defRPr sz="1200"/>
            </a:lvl5pPr>
            <a:lvl6pPr marL="3046860" indent="0">
              <a:buNone/>
              <a:defRPr sz="1200"/>
            </a:lvl6pPr>
            <a:lvl7pPr marL="3656223" indent="0">
              <a:buNone/>
              <a:defRPr sz="1200"/>
            </a:lvl7pPr>
            <a:lvl8pPr marL="4265600" indent="0">
              <a:buNone/>
              <a:defRPr sz="1200"/>
            </a:lvl8pPr>
            <a:lvl9pPr marL="4874971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2024/3/8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2679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363" indent="0">
              <a:buNone/>
              <a:defRPr sz="3733"/>
            </a:lvl2pPr>
            <a:lvl3pPr marL="1218748" indent="0">
              <a:buNone/>
              <a:defRPr sz="3200"/>
            </a:lvl3pPr>
            <a:lvl4pPr marL="1828120" indent="0">
              <a:buNone/>
              <a:defRPr sz="2667"/>
            </a:lvl4pPr>
            <a:lvl5pPr marL="2437498" indent="0">
              <a:buNone/>
              <a:defRPr sz="2667"/>
            </a:lvl5pPr>
            <a:lvl6pPr marL="3046860" indent="0">
              <a:buNone/>
              <a:defRPr sz="2667"/>
            </a:lvl6pPr>
            <a:lvl7pPr marL="3656223" indent="0">
              <a:buNone/>
              <a:defRPr sz="2667"/>
            </a:lvl7pPr>
            <a:lvl8pPr marL="4265600" indent="0">
              <a:buNone/>
              <a:defRPr sz="2667"/>
            </a:lvl8pPr>
            <a:lvl9pPr marL="4874971" indent="0">
              <a:buNone/>
              <a:defRPr sz="2667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65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363" indent="0">
              <a:buNone/>
              <a:defRPr sz="1600"/>
            </a:lvl2pPr>
            <a:lvl3pPr marL="1218748" indent="0">
              <a:buNone/>
              <a:defRPr sz="1333"/>
            </a:lvl3pPr>
            <a:lvl4pPr marL="1828120" indent="0">
              <a:buNone/>
              <a:defRPr sz="1200"/>
            </a:lvl4pPr>
            <a:lvl5pPr marL="2437498" indent="0">
              <a:buNone/>
              <a:defRPr sz="1200"/>
            </a:lvl5pPr>
            <a:lvl6pPr marL="3046860" indent="0">
              <a:buNone/>
              <a:defRPr sz="1200"/>
            </a:lvl6pPr>
            <a:lvl7pPr marL="3656223" indent="0">
              <a:buNone/>
              <a:defRPr sz="1200"/>
            </a:lvl7pPr>
            <a:lvl8pPr marL="4265600" indent="0">
              <a:buNone/>
              <a:defRPr sz="1200"/>
            </a:lvl8pPr>
            <a:lvl9pPr marL="4874971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2024/3/8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4595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8457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4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4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545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9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5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6"/>
            <a:ext cx="2844800" cy="365125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6"/>
            <a:ext cx="3860800" cy="365125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6"/>
            <a:ext cx="2844800" cy="365125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6886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609363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1218748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82812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2437498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457023" indent="-45702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238" indent="-38086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429" indent="-30468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2800" indent="-30468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178" indent="-30468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1540" indent="-304680" algn="l" defTabSz="1218748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920" indent="-304680" algn="l" defTabSz="1218748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0288" indent="-304680" algn="l" defTabSz="1218748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9660" indent="-304680" algn="l" defTabSz="1218748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874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363" algn="l" defTabSz="121874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748" algn="l" defTabSz="121874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20" algn="l" defTabSz="121874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498" algn="l" defTabSz="121874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860" algn="l" defTabSz="121874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223" algn="l" defTabSz="121874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600" algn="l" defTabSz="121874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971" algn="l" defTabSz="121874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9692" y="260652"/>
            <a:ext cx="12182309" cy="1515293"/>
          </a:xfrm>
        </p:spPr>
        <p:txBody>
          <a:bodyPr/>
          <a:lstStyle/>
          <a:p>
            <a:pPr eaLnBrk="1" hangingPunct="1"/>
            <a:r>
              <a:rPr lang="zh-TW" altLang="en-US" sz="8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8000" b="1" u="sng" dirty="0">
                <a:latin typeface="全宋體-2" pitchFamily="18" charset="-120"/>
                <a:ea typeface="全宋體-2" pitchFamily="18" charset="-120"/>
              </a:rPr>
              <a:t>40</a:t>
            </a:r>
            <a:r>
              <a:rPr lang="en-US" altLang="zh-TW" sz="4267" b="1" dirty="0">
                <a:latin typeface="全宋體-2" pitchFamily="18" charset="-120"/>
                <a:ea typeface="全宋體-2" pitchFamily="18" charset="-120"/>
              </a:rPr>
              <a:t>(1/</a:t>
            </a:r>
            <a:r>
              <a:rPr lang="zh-TW" altLang="zh-TW" sz="4267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4267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4267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24340" y="1988840"/>
            <a:ext cx="11746231" cy="4224469"/>
          </a:xfrm>
        </p:spPr>
        <p:txBody>
          <a:bodyPr/>
          <a:lstStyle/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我有看著主坐佇寶座，佇真高的所在；</a:t>
            </a:r>
          </a:p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祂的長袍垂落來，蓋滿聖殿。</a:t>
            </a:r>
            <a:endParaRPr lang="en-US" altLang="zh-TW" sz="5333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2500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9692" y="260652"/>
            <a:ext cx="12182309" cy="1515293"/>
          </a:xfrm>
        </p:spPr>
        <p:txBody>
          <a:bodyPr/>
          <a:lstStyle/>
          <a:p>
            <a:pPr eaLnBrk="1" hangingPunct="1"/>
            <a:r>
              <a:rPr lang="zh-TW" altLang="en-US" sz="8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8000" b="1" u="sng" dirty="0">
                <a:latin typeface="全宋體-2" pitchFamily="18" charset="-120"/>
                <a:ea typeface="全宋體-2" pitchFamily="18" charset="-120"/>
              </a:rPr>
              <a:t>40</a:t>
            </a:r>
            <a:r>
              <a:rPr lang="en-US" altLang="zh-TW" sz="4267" b="1" dirty="0">
                <a:latin typeface="全宋體-2" pitchFamily="18" charset="-120"/>
                <a:ea typeface="全宋體-2" pitchFamily="18" charset="-120"/>
              </a:rPr>
              <a:t>(2/</a:t>
            </a:r>
            <a:r>
              <a:rPr lang="zh-TW" altLang="zh-TW" sz="4267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4267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4267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24340" y="1988840"/>
            <a:ext cx="11746231" cy="4224469"/>
          </a:xfrm>
        </p:spPr>
        <p:txBody>
          <a:bodyPr/>
          <a:lstStyle/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067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067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5067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067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佇祂的周圍有西拉兵天使徛啲侍候；</a:t>
            </a:r>
          </a:p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067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067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5067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067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𪜶彼此呼應：</a:t>
            </a:r>
          </a:p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067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067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齊聲</a:t>
            </a:r>
            <a:r>
              <a:rPr lang="en-US" altLang="zh-TW" sz="5067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067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聖哉，聖哉，聖哉，萬軍的統帥上主！祂的榮光充滿全地。</a:t>
            </a:r>
          </a:p>
        </p:txBody>
      </p:sp>
    </p:spTree>
    <p:extLst>
      <p:ext uri="{BB962C8B-B14F-4D97-AF65-F5344CB8AC3E}">
        <p14:creationId xmlns:p14="http://schemas.microsoft.com/office/powerpoint/2010/main" val="3409989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9692" y="260652"/>
            <a:ext cx="12182309" cy="1515293"/>
          </a:xfrm>
        </p:spPr>
        <p:txBody>
          <a:bodyPr/>
          <a:lstStyle/>
          <a:p>
            <a:pPr eaLnBrk="1" hangingPunct="1"/>
            <a:r>
              <a:rPr lang="zh-TW" altLang="en-US" sz="8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8000" b="1" u="sng" dirty="0">
                <a:latin typeface="全宋體-2" pitchFamily="18" charset="-120"/>
                <a:ea typeface="全宋體-2" pitchFamily="18" charset="-120"/>
              </a:rPr>
              <a:t>40</a:t>
            </a:r>
            <a:r>
              <a:rPr lang="en-US" altLang="zh-TW" sz="4267" b="1" dirty="0">
                <a:latin typeface="全宋體-2" pitchFamily="18" charset="-120"/>
                <a:ea typeface="全宋體-2" pitchFamily="18" charset="-120"/>
              </a:rPr>
              <a:t>(3/</a:t>
            </a:r>
            <a:r>
              <a:rPr lang="zh-TW" altLang="zh-TW" sz="4267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4267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4267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24340" y="1988840"/>
            <a:ext cx="11746231" cy="4224469"/>
          </a:xfrm>
        </p:spPr>
        <p:txBody>
          <a:bodyPr/>
          <a:lstStyle/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門框因為呼應的聲振動；</a:t>
            </a:r>
          </a:p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聖殿有煙滿滿。</a:t>
            </a:r>
          </a:p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彼時我講：</a:t>
            </a:r>
          </a:p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我有災禍，我滅亡啦。</a:t>
            </a:r>
          </a:p>
        </p:txBody>
      </p:sp>
    </p:spTree>
    <p:extLst>
      <p:ext uri="{BB962C8B-B14F-4D97-AF65-F5344CB8AC3E}">
        <p14:creationId xmlns:p14="http://schemas.microsoft.com/office/powerpoint/2010/main" val="917533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9692" y="260652"/>
            <a:ext cx="12182309" cy="1515293"/>
          </a:xfrm>
        </p:spPr>
        <p:txBody>
          <a:bodyPr/>
          <a:lstStyle/>
          <a:p>
            <a:pPr eaLnBrk="1" hangingPunct="1"/>
            <a:r>
              <a:rPr lang="zh-TW" altLang="en-US" sz="8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8000" b="1" u="sng" dirty="0">
                <a:latin typeface="全宋體-2" pitchFamily="18" charset="-120"/>
                <a:ea typeface="全宋體-2" pitchFamily="18" charset="-120"/>
              </a:rPr>
              <a:t>40</a:t>
            </a:r>
            <a:r>
              <a:rPr lang="en-US" altLang="zh-TW" sz="4267" b="1" dirty="0">
                <a:latin typeface="全宋體-2" pitchFamily="18" charset="-120"/>
                <a:ea typeface="全宋體-2" pitchFamily="18" charset="-120"/>
              </a:rPr>
              <a:t>(4/</a:t>
            </a:r>
            <a:r>
              <a:rPr lang="zh-TW" altLang="zh-TW" sz="4267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4267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4267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24340" y="1988840"/>
            <a:ext cx="11746231" cy="4224469"/>
          </a:xfrm>
        </p:spPr>
        <p:txBody>
          <a:bodyPr/>
          <a:lstStyle/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因為我是嘴唇無清氣的人，</a:t>
            </a:r>
          </a:p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𫢶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佇嘴唇無清氣的子民中間。</a:t>
            </a:r>
          </a:p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齊聲</a:t>
            </a: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我的目睭有看著王，萬軍的統帥上主。</a:t>
            </a:r>
          </a:p>
        </p:txBody>
      </p:sp>
    </p:spTree>
    <p:extLst>
      <p:ext uri="{BB962C8B-B14F-4D97-AF65-F5344CB8AC3E}">
        <p14:creationId xmlns:p14="http://schemas.microsoft.com/office/powerpoint/2010/main" val="2133605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9692" y="260652"/>
            <a:ext cx="12182309" cy="1515293"/>
          </a:xfrm>
        </p:spPr>
        <p:txBody>
          <a:bodyPr/>
          <a:lstStyle/>
          <a:p>
            <a:pPr eaLnBrk="1" hangingPunct="1"/>
            <a:r>
              <a:rPr lang="zh-TW" altLang="en-US" sz="8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8000" b="1" u="sng" dirty="0">
                <a:latin typeface="全宋體-2" pitchFamily="18" charset="-120"/>
                <a:ea typeface="全宋體-2" pitchFamily="18" charset="-120"/>
              </a:rPr>
              <a:t>40</a:t>
            </a:r>
            <a:r>
              <a:rPr lang="en-US" altLang="zh-TW" sz="4267" b="1" dirty="0">
                <a:latin typeface="全宋體-2" pitchFamily="18" charset="-120"/>
                <a:ea typeface="全宋體-2" pitchFamily="18" charset="-120"/>
              </a:rPr>
              <a:t>(5/</a:t>
            </a:r>
            <a:r>
              <a:rPr lang="zh-TW" altLang="zh-TW" sz="4267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4267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4267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24340" y="1988840"/>
            <a:ext cx="11746231" cy="4224469"/>
          </a:xfrm>
        </p:spPr>
        <p:txBody>
          <a:bodyPr/>
          <a:lstStyle/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有一個西拉弗天使飛倚來我遮，</a:t>
            </a:r>
          </a:p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伊的手用火鉗對壇頂挾熱熱的炭，</a:t>
            </a:r>
          </a:p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將炭焐我的嘴唇，講：</a:t>
            </a:r>
          </a:p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此個有焐著你的嘴唇，</a:t>
            </a:r>
          </a:p>
        </p:txBody>
      </p:sp>
    </p:spTree>
    <p:extLst>
      <p:ext uri="{BB962C8B-B14F-4D97-AF65-F5344CB8AC3E}">
        <p14:creationId xmlns:p14="http://schemas.microsoft.com/office/powerpoint/2010/main" val="404099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9692" y="260652"/>
            <a:ext cx="12182309" cy="1515293"/>
          </a:xfrm>
        </p:spPr>
        <p:txBody>
          <a:bodyPr/>
          <a:lstStyle/>
          <a:p>
            <a:pPr eaLnBrk="1" hangingPunct="1"/>
            <a:r>
              <a:rPr lang="zh-TW" altLang="en-US" sz="8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8000" b="1" u="sng" dirty="0">
                <a:latin typeface="全宋體-2" pitchFamily="18" charset="-120"/>
                <a:ea typeface="全宋體-2" pitchFamily="18" charset="-120"/>
              </a:rPr>
              <a:t>40</a:t>
            </a:r>
            <a:r>
              <a:rPr lang="en-US" altLang="zh-TW" sz="4267" b="1" dirty="0">
                <a:latin typeface="全宋體-2" pitchFamily="18" charset="-120"/>
                <a:ea typeface="全宋體-2" pitchFamily="18" charset="-120"/>
              </a:rPr>
              <a:t>(6/</a:t>
            </a:r>
            <a:r>
              <a:rPr lang="zh-TW" altLang="zh-TW" sz="4267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4267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4267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24340" y="1988840"/>
            <a:ext cx="11746231" cy="4224469"/>
          </a:xfrm>
        </p:spPr>
        <p:txBody>
          <a:bodyPr/>
          <a:lstStyle/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你的罪惡已經除去；</a:t>
            </a:r>
          </a:p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你的罪惡有得著赦免。</a:t>
            </a:r>
          </a:p>
        </p:txBody>
      </p:sp>
    </p:spTree>
    <p:extLst>
      <p:ext uri="{BB962C8B-B14F-4D97-AF65-F5344CB8AC3E}">
        <p14:creationId xmlns:p14="http://schemas.microsoft.com/office/powerpoint/2010/main" val="2804313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9692" y="260652"/>
            <a:ext cx="12182309" cy="1515293"/>
          </a:xfrm>
        </p:spPr>
        <p:txBody>
          <a:bodyPr/>
          <a:lstStyle/>
          <a:p>
            <a:pPr eaLnBrk="1" hangingPunct="1"/>
            <a:r>
              <a:rPr lang="zh-TW" altLang="en-US" sz="8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8000" b="1" u="sng" dirty="0">
                <a:latin typeface="全宋體-2" pitchFamily="18" charset="-120"/>
                <a:ea typeface="全宋體-2" pitchFamily="18" charset="-120"/>
              </a:rPr>
              <a:t>40</a:t>
            </a:r>
            <a:r>
              <a:rPr lang="en-US" altLang="zh-TW" sz="4267" b="1" dirty="0">
                <a:latin typeface="全宋體-2" pitchFamily="18" charset="-120"/>
                <a:ea typeface="全宋體-2" pitchFamily="18" charset="-120"/>
              </a:rPr>
              <a:t>(7/</a:t>
            </a:r>
            <a:r>
              <a:rPr lang="zh-TW" altLang="zh-TW" sz="4267" b="1" dirty="0">
                <a:latin typeface="全宋體-2" pitchFamily="18" charset="-120"/>
                <a:ea typeface="全宋體-2" pitchFamily="18" charset="-120"/>
              </a:rPr>
              <a:t>7</a:t>
            </a:r>
            <a:r>
              <a:rPr lang="en-US" altLang="zh-TW" sz="4267" b="1" dirty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4267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24340" y="1988840"/>
            <a:ext cx="11746231" cy="4224469"/>
          </a:xfrm>
        </p:spPr>
        <p:txBody>
          <a:bodyPr/>
          <a:lstStyle/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333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我閣聽見主的聲講，我通差啥人？</a:t>
            </a:r>
          </a:p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啥人欲為著阮去？</a:t>
            </a:r>
          </a:p>
          <a:p>
            <a:pPr marL="287979" indent="0" eaLnBrk="1" hangingPunct="1">
              <a:spcBef>
                <a:spcPts val="1600"/>
              </a:spcBef>
              <a:buNone/>
            </a:pP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齊聲</a:t>
            </a:r>
            <a:r>
              <a:rPr lang="en-US" altLang="zh-TW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我就講，我佇遮，請差我！</a:t>
            </a:r>
          </a:p>
        </p:txBody>
      </p:sp>
    </p:spTree>
    <p:extLst>
      <p:ext uri="{BB962C8B-B14F-4D97-AF65-F5344CB8AC3E}">
        <p14:creationId xmlns:p14="http://schemas.microsoft.com/office/powerpoint/2010/main" val="101256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20655</TotalTime>
  <Words>327</Words>
  <Application>Microsoft Macintosh PowerPoint</Application>
  <PresentationFormat>寬螢幕</PresentationFormat>
  <Paragraphs>35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啟應文40(1/7)</vt:lpstr>
      <vt:lpstr>啟應文40(2/7)</vt:lpstr>
      <vt:lpstr>啟應文40(3/7)</vt:lpstr>
      <vt:lpstr>啟應文40(4/7)</vt:lpstr>
      <vt:lpstr>啟應文40(5/7)</vt:lpstr>
      <vt:lpstr>啟應文40(6/7)</vt:lpstr>
      <vt:lpstr>啟應文40(7/7)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4701</cp:revision>
  <dcterms:created xsi:type="dcterms:W3CDTF">2009-02-27T08:32:01Z</dcterms:created>
  <dcterms:modified xsi:type="dcterms:W3CDTF">2024-03-08T15:11:11Z</dcterms:modified>
</cp:coreProperties>
</file>