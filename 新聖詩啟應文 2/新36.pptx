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04" y="-4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AB309-F9DC-4475-89C4-6B2B571515F0}" type="datetimeFigureOut">
              <a:rPr lang="zh-TW" altLang="en-US" smtClean="0"/>
              <a:t>21/9/4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C2CF8-60FC-4A5D-9DC6-458B8F2B2B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9755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7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8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9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10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21/9/4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1729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21/9/4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5038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21/9/4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4169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21/9/4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23770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21/9/4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6351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21/9/4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6558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21/9/4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06388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21/9/4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31594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10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21/9/4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5560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21/9/4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979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21/9/4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63510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21/9/4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292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7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啟應</a:t>
            </a:r>
            <a:r>
              <a:rPr lang="zh-TW" altLang="en-US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</a:t>
            </a:r>
            <a:r>
              <a:rPr lang="en-US" altLang="zh-TW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36 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/10)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(啟)著聽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！</a:t>
            </a: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智慧</a:t>
            </a:r>
            <a:r>
              <a:rPr lang="zh-CN" altLang="zh-TW" sz="4000" b="1" dirty="0" smtClean="0">
                <a:latin typeface="EUDC" pitchFamily="49" charset="-120"/>
                <a:ea typeface="EUDC" pitchFamily="49" charset="-120"/>
              </a:rPr>
              <a:t>啲</a:t>
            </a: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叫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(應)聰明</a:t>
            </a:r>
            <a:r>
              <a:rPr lang="zh-CN" altLang="zh-TW" sz="4000" b="1" dirty="0" smtClean="0">
                <a:solidFill>
                  <a:srgbClr val="2A0BE5"/>
                </a:solidFill>
                <a:latin typeface="EUDC" pitchFamily="49" charset="-120"/>
                <a:ea typeface="EUDC" pitchFamily="49" charset="-120"/>
              </a:rPr>
              <a:t>啲</a:t>
            </a: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出聲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(啟)智慧佇路邊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高的所在，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(應)徛佇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十字路口。</a:t>
            </a:r>
          </a:p>
        </p:txBody>
      </p:sp>
    </p:spTree>
    <p:extLst>
      <p:ext uri="{BB962C8B-B14F-4D97-AF65-F5344CB8AC3E}">
        <p14:creationId xmlns:p14="http://schemas.microsoft.com/office/powerpoint/2010/main" val="933051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啟應</a:t>
            </a:r>
            <a:r>
              <a:rPr lang="zh-TW" altLang="en-US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</a:t>
            </a:r>
            <a:r>
              <a:rPr lang="en-US" altLang="zh-TW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36 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(2/</a:t>
            </a:r>
            <a:r>
              <a:rPr lang="zh-TW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(啟)智慧佇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城門口，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(應)佇人</a:t>
            </a:r>
            <a:r>
              <a:rPr lang="zh-CN" altLang="zh-TW" sz="4000" b="1" dirty="0" smtClean="0">
                <a:solidFill>
                  <a:srgbClr val="2A0BE5"/>
                </a:solidFill>
                <a:latin typeface="EUDC" pitchFamily="49" charset="-120"/>
                <a:ea typeface="EUDC" pitchFamily="49" charset="-120"/>
              </a:rPr>
              <a:t>啲</a:t>
            </a: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出入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的所在大聲喝；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(啟)眾人啊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，我</a:t>
            </a: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叫恁；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(應)世間人啊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，我</a:t>
            </a: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對恁講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68461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啟應</a:t>
            </a:r>
            <a:r>
              <a:rPr lang="zh-TW" altLang="en-US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</a:t>
            </a:r>
            <a:r>
              <a:rPr lang="en-US" altLang="zh-TW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36 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(3/</a:t>
            </a:r>
            <a:r>
              <a:rPr lang="zh-TW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(啟)憨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直的人啊，著學習精明；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(應)愚憨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的人啊，著追求聰明。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(啟)著聽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，我欲講極好的事，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(應)欲論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正直的代誌。</a:t>
            </a:r>
          </a:p>
        </p:txBody>
      </p:sp>
    </p:spTree>
    <p:extLst>
      <p:ext uri="{BB962C8B-B14F-4D97-AF65-F5344CB8AC3E}">
        <p14:creationId xmlns:p14="http://schemas.microsoft.com/office/powerpoint/2010/main" val="318618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啟應</a:t>
            </a:r>
            <a:r>
              <a:rPr lang="zh-TW" altLang="en-US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</a:t>
            </a:r>
            <a:r>
              <a:rPr lang="en-US" altLang="zh-TW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36 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(4/</a:t>
            </a:r>
            <a:r>
              <a:rPr lang="zh-TW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107504" y="1419622"/>
            <a:ext cx="9036496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(啟)佇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創造的起頭上主先造我；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(應)自古以來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，我是祂頭一個創造的。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(啟)佇上起頭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，佇創造世界以前，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(應)對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極古早，祂造我。</a:t>
            </a:r>
          </a:p>
        </p:txBody>
      </p:sp>
    </p:spTree>
    <p:extLst>
      <p:ext uri="{BB962C8B-B14F-4D97-AF65-F5344CB8AC3E}">
        <p14:creationId xmlns:p14="http://schemas.microsoft.com/office/powerpoint/2010/main" val="156335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啟應</a:t>
            </a:r>
            <a:r>
              <a:rPr lang="zh-TW" altLang="en-US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</a:t>
            </a:r>
            <a:r>
              <a:rPr lang="en-US" altLang="zh-TW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36 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(5/</a:t>
            </a:r>
            <a:r>
              <a:rPr lang="zh-TW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107504" y="1419622"/>
            <a:ext cx="9036496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(啟)我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出世的時猶未有深淵；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(應)嘛猶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未有海洋</a:t>
            </a: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。</a:t>
            </a:r>
            <a:endParaRPr lang="en-US" altLang="zh-TW" sz="4000" b="1" dirty="0" smtClean="0">
              <a:solidFill>
                <a:srgbClr val="2A0BE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(啟)我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出母胎的時，大山猶未受造，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(應)小山嘛猶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未形成</a:t>
            </a: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。</a:t>
            </a:r>
            <a:endParaRPr lang="zh-TW" altLang="en-US" sz="4000" b="1" dirty="0">
              <a:solidFill>
                <a:srgbClr val="2A0BE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3338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啟應</a:t>
            </a:r>
            <a:r>
              <a:rPr lang="zh-TW" altLang="en-US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</a:t>
            </a:r>
            <a:r>
              <a:rPr lang="en-US" altLang="zh-TW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36 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(6/</a:t>
            </a:r>
            <a:r>
              <a:rPr lang="zh-TW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107504" y="1275606"/>
            <a:ext cx="9036496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(啟)彼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時，大地及田野猶未創造，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(應)連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地上頭一把土粉嘛猶未有，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(啟)猶未安置穹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蒼，猶未佇海面畫地平線，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(應)彼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時，我已經佇遐。</a:t>
            </a:r>
          </a:p>
        </p:txBody>
      </p:sp>
    </p:spTree>
    <p:extLst>
      <p:ext uri="{BB962C8B-B14F-4D97-AF65-F5344CB8AC3E}">
        <p14:creationId xmlns:p14="http://schemas.microsoft.com/office/powerpoint/2010/main" val="41965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啟應</a:t>
            </a:r>
            <a:r>
              <a:rPr lang="zh-TW" altLang="en-US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</a:t>
            </a:r>
            <a:r>
              <a:rPr lang="en-US" altLang="zh-TW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36 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(7/</a:t>
            </a:r>
            <a:r>
              <a:rPr lang="zh-TW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107504" y="1275606"/>
            <a:ext cx="9036496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(啟)祂佇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空中佈置雲彩，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(應)互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深淵的水泉淐出來。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(啟)給海定界限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，互</a:t>
            </a: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海水</a:t>
            </a:r>
            <a:r>
              <a:rPr lang="en-US" altLang="zh-TW" sz="4000" b="1" dirty="0" smtClean="0">
                <a:latin typeface="EUDC" pitchFamily="49" charset="-120"/>
                <a:ea typeface="EUDC" pitchFamily="49" charset="-120"/>
              </a:rPr>
              <a:t></a:t>
            </a:r>
            <a:r>
              <a:rPr lang="en-US" altLang="zh-TW" sz="4000" dirty="0" smtClean="0"/>
              <a:t> </a:t>
            </a:r>
            <a:r>
              <a:rPr lang="en-US" altLang="zh-TW" sz="4000" b="1" dirty="0" smtClean="0">
                <a:latin typeface="EUDC" pitchFamily="49" charset="-120"/>
                <a:ea typeface="EUDC" pitchFamily="49" charset="-120"/>
              </a:rPr>
              <a:t></a:t>
            </a: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過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界，給大地下地基，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(應)彼</a:t>
            </a:r>
            <a:r>
              <a:rPr lang="zh-TW" altLang="en-US" sz="40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時，我已經佇遐。</a:t>
            </a:r>
          </a:p>
        </p:txBody>
      </p:sp>
    </p:spTree>
    <p:extLst>
      <p:ext uri="{BB962C8B-B14F-4D97-AF65-F5344CB8AC3E}">
        <p14:creationId xmlns:p14="http://schemas.microsoft.com/office/powerpoint/2010/main" val="33748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啟應</a:t>
            </a:r>
            <a:r>
              <a:rPr lang="zh-TW" altLang="en-US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</a:t>
            </a:r>
            <a:r>
              <a:rPr lang="en-US" altLang="zh-TW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36 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(8/</a:t>
            </a:r>
            <a:r>
              <a:rPr lang="zh-TW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107504" y="1275606"/>
            <a:ext cx="9036496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(啟)彼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時，我佇祂身邊做師傅頭，逐日互祂歡喜。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(應)我不時佇祂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面前歡喜快樂</a:t>
            </a: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endParaRPr lang="en-US" altLang="zh-TW" sz="4000" b="1" dirty="0" smtClean="0">
              <a:solidFill>
                <a:srgbClr val="2A0BE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(啟)意愛祂互人徛起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的世界，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(應)歡喜祂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創造的世間人</a:t>
            </a: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。</a:t>
            </a:r>
            <a:endParaRPr lang="zh-TW" altLang="en-US" sz="4000" b="1" dirty="0">
              <a:solidFill>
                <a:srgbClr val="2A0BE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529500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啟應</a:t>
            </a:r>
            <a:r>
              <a:rPr lang="zh-TW" altLang="en-US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</a:t>
            </a:r>
            <a:r>
              <a:rPr lang="en-US" altLang="zh-TW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36 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(9/</a:t>
            </a:r>
            <a:r>
              <a:rPr lang="zh-TW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107504" y="1419622"/>
            <a:ext cx="9036496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(啟)今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，我的子啊，著聽趁我；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(應)遵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行我道路的人真有福氣！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(啟)著聽教示來得著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智慧，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</a:t>
            </a:r>
            <a:r>
              <a:rPr lang="en-US" altLang="zh-TW" sz="4000" b="1" dirty="0" smtClean="0">
                <a:solidFill>
                  <a:srgbClr val="2A0BE5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通拒絕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59355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5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啟應</a:t>
            </a:r>
            <a:r>
              <a:rPr lang="zh-TW" altLang="en-US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</a:t>
            </a:r>
            <a:r>
              <a:rPr lang="en-US" altLang="zh-TW" sz="65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36 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0/</a:t>
            </a:r>
            <a:r>
              <a:rPr lang="zh-TW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107504" y="1275606"/>
            <a:ext cx="9036496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(啟)聽趁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我的人真有福氣！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</a:t>
            </a:r>
            <a:r>
              <a:rPr lang="en-US" altLang="zh-TW" sz="4000" b="1" dirty="0" smtClean="0">
                <a:solidFill>
                  <a:srgbClr val="2A0BE5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逐日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佇我的</a:t>
            </a: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門口</a:t>
            </a:r>
            <a:r>
              <a:rPr lang="zh-CN" altLang="zh-TW" sz="4000" b="1" dirty="0" smtClean="0">
                <a:solidFill>
                  <a:srgbClr val="2A0BE5"/>
                </a:solidFill>
              </a:rPr>
              <a:t>啲</a:t>
            </a: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等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，佇我的門</a:t>
            </a: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邊</a:t>
            </a:r>
            <a:r>
              <a:rPr lang="zh-CN" altLang="zh-TW" sz="4000" b="1" dirty="0" smtClean="0">
                <a:solidFill>
                  <a:srgbClr val="2A0BE5"/>
                </a:solidFill>
              </a:rPr>
              <a:t>啲</a:t>
            </a: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聽候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(啟)尋著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我的人就是尋著性命；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(應)伊會對上主得著</a:t>
            </a:r>
            <a:r>
              <a:rPr lang="zh-TW" altLang="en-US" sz="4000" b="1" dirty="0">
                <a:solidFill>
                  <a:srgbClr val="2A0B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恩惠。</a:t>
            </a:r>
          </a:p>
        </p:txBody>
      </p:sp>
    </p:spTree>
    <p:extLst>
      <p:ext uri="{BB962C8B-B14F-4D97-AF65-F5344CB8AC3E}">
        <p14:creationId xmlns:p14="http://schemas.microsoft.com/office/powerpoint/2010/main" val="19182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417</Words>
  <Application>Microsoft Macintosh PowerPoint</Application>
  <PresentationFormat>如螢幕大小 (16:9)</PresentationFormat>
  <Paragraphs>60</Paragraphs>
  <Slides>10</Slides>
  <Notes>10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1_Office 佈景主題</vt:lpstr>
      <vt:lpstr>啟應文36 (1/10)</vt:lpstr>
      <vt:lpstr>啟應文36 (2/10)</vt:lpstr>
      <vt:lpstr>啟應文36 (3/10)</vt:lpstr>
      <vt:lpstr>啟應文36 (4/10)</vt:lpstr>
      <vt:lpstr>啟應文36 (5/10)</vt:lpstr>
      <vt:lpstr>啟應文36 (6/10)</vt:lpstr>
      <vt:lpstr>啟應文36 (7/10)</vt:lpstr>
      <vt:lpstr>啟應文36 (8/10)</vt:lpstr>
      <vt:lpstr>啟應文36 (9/10)</vt:lpstr>
      <vt:lpstr>啟應文36 (10/10)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新啟應文34(1/4)</dc:title>
  <dc:creator>Windows 使用者</dc:creator>
  <cp:lastModifiedBy>ＭＡＣ</cp:lastModifiedBy>
  <cp:revision>23</cp:revision>
  <dcterms:created xsi:type="dcterms:W3CDTF">2013-06-01T12:38:21Z</dcterms:created>
  <dcterms:modified xsi:type="dcterms:W3CDTF">2021-09-04T11:11:53Z</dcterms:modified>
</cp:coreProperties>
</file>