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021" r:id="rId2"/>
    <p:sldId id="25022" r:id="rId3"/>
    <p:sldId id="25023" r:id="rId4"/>
    <p:sldId id="25024" r:id="rId5"/>
    <p:sldId id="25025" r:id="rId6"/>
    <p:sldId id="25026" r:id="rId7"/>
    <p:sldId id="25027" r:id="rId8"/>
    <p:sldId id="25028" r:id="rId9"/>
    <p:sldId id="25029" r:id="rId10"/>
    <p:sldId id="25030" r:id="rId11"/>
    <p:sldId id="25031" r:id="rId12"/>
    <p:sldId id="25032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29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375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402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26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205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171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499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887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62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752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376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07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659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8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69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24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82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27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7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26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82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42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32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11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4AE5C0D-E069-E541-8CF6-17E8DFFDF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(啟)上主是我的光，我的拯救，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(應)我猶著驚啥人？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(啟)上主是我性命的保障，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(應)我猶著驚啥人？</a:t>
            </a:r>
          </a:p>
        </p:txBody>
      </p:sp>
    </p:spTree>
    <p:extLst>
      <p:ext uri="{BB962C8B-B14F-4D97-AF65-F5344CB8AC3E}">
        <p14:creationId xmlns:p14="http://schemas.microsoft.com/office/powerpoint/2010/main" val="317695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05C7A0-7232-F443-B41E-8ABD3A907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(啟)雖然歹人攻擊我，對敵吞食我，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攏會跋倒失敗。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(啟)雖然大軍紮營包圍，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(應)我的心亦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驚惶。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536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25500D-2CB6-7143-A2B8-9EC3EE5A6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(啟)雖然對敵發動戰爭，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(應)我猶原安穩自在。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(啟)我對上主求一項代誌，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(應)只有對祂求此項；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771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F74E68-DF6F-174A-BF1F-3E7D9D34D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(啟)互我一世人</a:t>
            </a:r>
            <a:r>
              <a:rPr lang="en-US" altLang="zh-TW" sz="3800" b="1" kern="100" dirty="0">
                <a:latin typeface="全宋體-2" panose="02020500000000000000" pitchFamily="18" charset="-120"/>
                <a:ea typeface="全宋體-2" panose="02020500000000000000" pitchFamily="18" charset="-120"/>
              </a:rPr>
              <a:t>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佇上主的厝，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(應)佇聖殿仰望祂的榮光，尋求祂的指示。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2348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6F548A-2B8C-B74F-998A-7BF0471A2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(啟)我抵著患難的時，祂會給我藏佇布棚內；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(應)祂會保護我，互我匿佇祂厝內。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462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75F18B-CE77-5942-80ED-0683F483E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(啟)祂會給我囥佇石磐頂，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(應)互我的頭舉高，超過包圍我的對敵。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(啟)我欲佇祂的布棚歡喜獻祭；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(應)我欲唱歌謳咾上主。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79259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C0FC1D-A372-854A-8B1F-1A1FAF8DD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(啟)上主啊，我求叫的聲求祢聽，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(應)求祢憐憫我，應答我！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(啟)祢對我講：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(應)著來朝見我。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878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514600-E672-2144-A7EE-38431D94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(啟)上主啊，我來朝見祢；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通掩面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睬我！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通受氣趕祢的奴僕；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(應)祢一直是我的幫助。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5054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2205C9-D430-0244-8F3D-02AAF074F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(啟)拯救我的上帝啊，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通拒絕我、放拺我！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(啟)我的父母若棄拺我，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(應)上主嘛一定會收留我。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3583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16A454-04F9-3A44-9A4B-53F597A11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(啟)上主啊，求祢指示我應該行的路，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(應)因為對敵啲當等，求祢導我行平坦的路。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3605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8D1DFA-6847-8347-ADE3-8A2957D81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啟)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通照對敵的心願給我交互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(應)因為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用偽證恐嚇我。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(啟)我深信一項事：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(應)猶活啲的日，我會享受上主的恩惠。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60832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E04CFB-3976-2E4E-8CE6-6A5AAE37C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(啟)著信靠上主！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(應)著勇敢壯膽！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(齊聲)著信靠上主！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090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20668</TotalTime>
  <Words>551</Words>
  <Application>Microsoft Macintosh PowerPoint</Application>
  <PresentationFormat>如螢幕大小 (16:9)</PresentationFormat>
  <Paragraphs>71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啟應文10(1/12)</vt:lpstr>
      <vt:lpstr>啟應文10(2/12)</vt:lpstr>
      <vt:lpstr>啟應文10(3/12)</vt:lpstr>
      <vt:lpstr>啟應文10(4/12)</vt:lpstr>
      <vt:lpstr>啟應文10(5/12)</vt:lpstr>
      <vt:lpstr>啟應文10(6/12)</vt:lpstr>
      <vt:lpstr>啟應文10(7/12)</vt:lpstr>
      <vt:lpstr>啟應文10(8/12)</vt:lpstr>
      <vt:lpstr>啟應文10(9/12)</vt:lpstr>
      <vt:lpstr>啟應文10(10/12)</vt:lpstr>
      <vt:lpstr>啟應文10(11/12)</vt:lpstr>
      <vt:lpstr>啟應文10(12/12)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2024-11-23T02:05:50Z</dcterms:modified>
</cp:coreProperties>
</file>