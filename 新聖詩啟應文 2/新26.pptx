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9" r:id="rId2"/>
    <p:sldId id="5270" r:id="rId3"/>
    <p:sldId id="5271" r:id="rId4"/>
    <p:sldId id="5272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24" y="-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26(1/4)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著稱讚上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主！佇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正直的人聚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集的大會中，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我欲全心感謝上主 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上主的作為真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奇妙；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互意愛祂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作為的人攏通學習。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祂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的作為充滿尊貴威嚴； 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祂的公義永遠存續 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98290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26(2/4)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上主行奇事互人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記念；</a:t>
            </a:r>
            <a:endParaRPr lang="zh-TW" altLang="en-US" dirty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祂有恩惠，有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憐憫。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祂賜米糧互敬畏祂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的人；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祂會永遠記得祂的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約。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祂對祂的子民顯明祂的作為有大權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能； 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將列邦的產業賜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互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72917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26(3/4)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祂的手的所做信實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公平；</a:t>
            </a:r>
            <a:endParaRPr lang="zh-TW" altLang="en-US" dirty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的啟示攏可靠，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永遠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改變，</a:t>
            </a:r>
            <a:endParaRPr lang="zh-TW" altLang="en-US" dirty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照信實，正直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執行。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祂救贖祂的子民，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及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訂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永遠的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約。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祂的名是聖，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通敬畏。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65140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26(4/4)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敬畏上主是智慧的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根本，</a:t>
            </a:r>
            <a:endParaRPr lang="zh-TW" altLang="en-US" dirty="0">
              <a:solidFill>
                <a:schemeClr val="tx1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遵行的人才是聰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明。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</a:t>
            </a:r>
            <a:r>
              <a:rPr lang="zh-TW" altLang="en-US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en-US" smtClean="0">
                <a:solidFill>
                  <a:srgbClr val="0000CC"/>
                </a:solidFill>
                <a:ea typeface="華康中圓體"/>
              </a:rPr>
              <a:t>上主應該永遠受</a:t>
            </a:r>
            <a:r>
              <a:rPr lang="zh-TW" altLang="en-US" smtClean="0">
                <a:solidFill>
                  <a:srgbClr val="0000CC"/>
                </a:solidFill>
                <a:ea typeface="華康中圓體"/>
              </a:rPr>
              <a:t>稱讚</a:t>
            </a:r>
            <a:r>
              <a:rPr lang="zh-TW" altLang="en-US" smtClean="0">
                <a:solidFill>
                  <a:srgbClr val="0000CC"/>
                </a:solidFill>
                <a:ea typeface="華康中圓體"/>
              </a:rPr>
              <a:t>！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1223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20656</TotalTime>
  <Words>203</Words>
  <Application>Microsoft Macintosh PowerPoint</Application>
  <PresentationFormat>如螢幕大小 (4:3)</PresentationFormat>
  <Paragraphs>29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新啟應文26(1/4)</vt:lpstr>
      <vt:lpstr>新啟應文26(2/4)</vt:lpstr>
      <vt:lpstr>新啟應文26(3/4)</vt:lpstr>
      <vt:lpstr>新啟應文26(4/4)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2016-11-26T05:11:42Z</dcterms:modified>
</cp:coreProperties>
</file>