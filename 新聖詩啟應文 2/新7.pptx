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021" r:id="rId2"/>
    <p:sldId id="25022" r:id="rId3"/>
    <p:sldId id="25023" r:id="rId4"/>
    <p:sldId id="25024" r:id="rId5"/>
    <p:sldId id="25025" r:id="rId6"/>
    <p:sldId id="25026" r:id="rId7"/>
    <p:sldId id="25027" r:id="rId8"/>
    <p:sldId id="25028" r:id="rId9"/>
    <p:sldId id="25029" r:id="rId10"/>
    <p:sldId id="25030" r:id="rId11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26" autoAdjust="0"/>
    <p:restoredTop sz="92271" autoAdjust="0"/>
  </p:normalViewPr>
  <p:slideViewPr>
    <p:cSldViewPr>
      <p:cViewPr varScale="1">
        <p:scale>
          <a:sx n="109" d="100"/>
          <a:sy n="109" d="100"/>
        </p:scale>
        <p:origin x="113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220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258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909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285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80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339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935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099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669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648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17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4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47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2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75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55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05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87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93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55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2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56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天宣佈上帝的榮耀；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穹蒼傳揚祂的作為。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此日對彼日講話；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此暝對彼暝傳報智識；</a:t>
            </a:r>
          </a:p>
        </p:txBody>
      </p:sp>
    </p:spTree>
    <p:extLst>
      <p:ext uri="{BB962C8B-B14F-4D97-AF65-F5344CB8AC3E}">
        <p14:creationId xmlns:p14="http://schemas.microsoft.com/office/powerpoint/2010/main" val="396424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" y="1324704"/>
            <a:ext cx="8809673" cy="3623309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無言無語，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無聲無說。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𪜶的聲音傳到全世界；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𪜶的言詞傳到天邊海角。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齊聲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上帝為著日頭佇天頂搭布棚。</a:t>
            </a:r>
          </a:p>
        </p:txBody>
      </p:sp>
    </p:spTree>
    <p:extLst>
      <p:ext uri="{BB962C8B-B14F-4D97-AF65-F5344CB8AC3E}">
        <p14:creationId xmlns:p14="http://schemas.microsoft.com/office/powerpoint/2010/main" val="208800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日頭親像新郎對洞房出來，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親像選手踴躍走伊的路程，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對天的此旁出來，踅到彼旁，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熱氣普及萬物。</a:t>
            </a:r>
          </a:p>
        </p:txBody>
      </p:sp>
    </p:spTree>
    <p:extLst>
      <p:ext uri="{BB962C8B-B14F-4D97-AF65-F5344CB8AC3E}">
        <p14:creationId xmlns:p14="http://schemas.microsoft.com/office/powerpoint/2010/main" val="27185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上主的律法完全，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互人得著新的氣力。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上主的命令可靠，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互無智識的人得著智慧。</a:t>
            </a:r>
          </a:p>
        </p:txBody>
      </p:sp>
    </p:spTree>
    <p:extLst>
      <p:ext uri="{BB962C8B-B14F-4D97-AF65-F5344CB8AC3E}">
        <p14:creationId xmlns:p14="http://schemas.microsoft.com/office/powerpoint/2010/main" val="19502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上主的誡命公正，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互人的心歡喜。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上主的教示純潔，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互人的目睭光明。</a:t>
            </a:r>
          </a:p>
        </p:txBody>
      </p:sp>
    </p:spTree>
    <p:extLst>
      <p:ext uri="{BB962C8B-B14F-4D97-AF65-F5344CB8AC3E}">
        <p14:creationId xmlns:p14="http://schemas.microsoft.com/office/powerpoint/2010/main" val="107277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敬畏上主著純真，永遠無改變；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上主的判斷真實，完全公道，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比金，比真多純金卡貴重；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比蜜，比純的蜂蜜閣卡甜。</a:t>
            </a:r>
          </a:p>
        </p:txBody>
      </p:sp>
    </p:spTree>
    <p:extLst>
      <p:ext uri="{BB962C8B-B14F-4D97-AF65-F5344CB8AC3E}">
        <p14:creationId xmlns:p14="http://schemas.microsoft.com/office/powerpoint/2010/main" val="23383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律法互祢的僕人得著警戒；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守誡命就有大報賞。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啥人會知家己的錯誤？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求祢赦免我無意中犯的過失！</a:t>
            </a:r>
          </a:p>
        </p:txBody>
      </p:sp>
    </p:spTree>
    <p:extLst>
      <p:ext uri="{BB962C8B-B14F-4D97-AF65-F5344CB8AC3E}">
        <p14:creationId xmlns:p14="http://schemas.microsoft.com/office/powerpoint/2010/main" val="6617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求祢保守祢的僕人，互伊𣍐故意犯罪；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求祢呣通容允罪惡管轄我，</a:t>
            </a:r>
          </a:p>
        </p:txBody>
      </p:sp>
    </p:spTree>
    <p:extLst>
      <p:ext uri="{BB962C8B-B14F-4D97-AF65-F5344CB8AC3E}">
        <p14:creationId xmlns:p14="http://schemas.microsoft.com/office/powerpoint/2010/main" val="4773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我就成做無通指責的人，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𣍐犯重罪。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上主我的避難所，我的救贖主啊，</a:t>
            </a:r>
          </a:p>
        </p:txBody>
      </p:sp>
    </p:spTree>
    <p:extLst>
      <p:ext uri="{BB962C8B-B14F-4D97-AF65-F5344CB8AC3E}">
        <p14:creationId xmlns:p14="http://schemas.microsoft.com/office/powerpoint/2010/main" val="425443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願我的嘴所講的合祢的旨意；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願我的心所想的得著祢接納。</a:t>
            </a:r>
          </a:p>
        </p:txBody>
      </p:sp>
    </p:spTree>
    <p:extLst>
      <p:ext uri="{BB962C8B-B14F-4D97-AF65-F5344CB8AC3E}">
        <p14:creationId xmlns:p14="http://schemas.microsoft.com/office/powerpoint/2010/main" val="323212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20693</TotalTime>
  <Words>459</Words>
  <Application>Microsoft Macintosh PowerPoint</Application>
  <PresentationFormat>如螢幕大小 (16:9)</PresentationFormat>
  <Paragraphs>56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啟應文7(1/10)</vt:lpstr>
      <vt:lpstr>啟應文7(2/10)</vt:lpstr>
      <vt:lpstr>啟應文7(3/10)</vt:lpstr>
      <vt:lpstr>啟應文7(4/10)</vt:lpstr>
      <vt:lpstr>啟應文7(5/10)</vt:lpstr>
      <vt:lpstr>啟應文7(6/10)</vt:lpstr>
      <vt:lpstr>啟應文7(7/10)</vt:lpstr>
      <vt:lpstr>啟應文7(8/10)</vt:lpstr>
      <vt:lpstr>啟應文7(9/10)</vt:lpstr>
      <vt:lpstr>啟應文7(10/10)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4733</cp:revision>
  <dcterms:created xsi:type="dcterms:W3CDTF">2009-02-27T08:32:01Z</dcterms:created>
  <dcterms:modified xsi:type="dcterms:W3CDTF">2024-11-16T02:12:59Z</dcterms:modified>
</cp:coreProperties>
</file>